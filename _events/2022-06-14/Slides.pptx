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0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319" r:id="rId16"/>
    <p:sldId id="2076136918" r:id="rId17"/>
    <p:sldId id="338" r:id="rId18"/>
    <p:sldId id="336" r:id="rId19"/>
    <p:sldId id="2076136923" r:id="rId20"/>
    <p:sldId id="340" r:id="rId21"/>
    <p:sldId id="341" r:id="rId22"/>
    <p:sldId id="342" r:id="rId23"/>
    <p:sldId id="334" r:id="rId24"/>
    <p:sldId id="344" r:id="rId25"/>
    <p:sldId id="345" r:id="rId26"/>
    <p:sldId id="346" r:id="rId27"/>
    <p:sldId id="2076136924" r:id="rId28"/>
    <p:sldId id="3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AA040-D95C-4C41-A94D-381134DE31D5}" v="4" dt="2022-06-14T16:06:24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9C7CB0-D9C3-45A8-A3EB-DEA15E1AA97E}">
      <dgm:prSet/>
      <dgm:spPr/>
      <dgm:t>
        <a:bodyPr/>
        <a:lstStyle/>
        <a:p>
          <a:pPr>
            <a:defRPr b="1"/>
          </a:pPr>
          <a:r>
            <a:rPr lang="en-US" dirty="0"/>
            <a:t>July 2022</a:t>
          </a:r>
        </a:p>
      </dgm:t>
    </dgm:pt>
    <dgm:pt modelId="{E48A850B-BC48-4696-BEA7-BBAB6394FC56}" type="parTrans" cxnId="{1367926C-E573-40BA-869A-EC1AC14F76D5}">
      <dgm:prSet/>
      <dgm:spPr/>
      <dgm:t>
        <a:bodyPr/>
        <a:lstStyle/>
        <a:p>
          <a:endParaRPr lang="de-AT"/>
        </a:p>
      </dgm:t>
    </dgm:pt>
    <dgm:pt modelId="{2DA97CE7-6B02-4B67-A1C1-FD75E87C672C}" type="sibTrans" cxnId="{1367926C-E573-40BA-869A-EC1AC14F76D5}">
      <dgm:prSet/>
      <dgm:spPr/>
      <dgm:t>
        <a:bodyPr/>
        <a:lstStyle/>
        <a:p>
          <a:endParaRPr lang="de-AT"/>
        </a:p>
      </dgm:t>
    </dgm:pt>
    <dgm:pt modelId="{B0D25601-5477-46E1-9E62-62082051C780}">
      <dgm:prSet/>
      <dgm:spPr/>
      <dgm:t>
        <a:bodyPr/>
        <a:lstStyle/>
        <a:p>
          <a:r>
            <a:rPr lang="en-US" dirty="0"/>
            <a:t>In discussions</a:t>
          </a:r>
        </a:p>
      </dgm:t>
    </dgm:pt>
    <dgm:pt modelId="{1CE36720-35AB-4F22-88DC-9F71B1522C83}" type="parTrans" cxnId="{538C3BA1-8F52-4D0A-860C-A9AC4C6B6F0A}">
      <dgm:prSet/>
      <dgm:spPr/>
      <dgm:t>
        <a:bodyPr/>
        <a:lstStyle/>
        <a:p>
          <a:endParaRPr lang="de-AT"/>
        </a:p>
      </dgm:t>
    </dgm:pt>
    <dgm:pt modelId="{A49BACFE-5FAD-4CFF-A2A0-AC5C9D3C247B}" type="sibTrans" cxnId="{538C3BA1-8F52-4D0A-860C-A9AC4C6B6F0A}">
      <dgm:prSet/>
      <dgm:spPr/>
      <dgm:t>
        <a:bodyPr/>
        <a:lstStyle/>
        <a:p>
          <a:endParaRPr lang="de-AT"/>
        </a:p>
      </dgm:t>
    </dgm:pt>
    <dgm:pt modelId="{94DCEBA8-66B0-4863-BA1C-D5BA7253C2ED}">
      <dgm:prSet/>
      <dgm:spPr/>
      <dgm:t>
        <a:bodyPr/>
        <a:lstStyle/>
        <a:p>
          <a:pPr>
            <a:defRPr b="1"/>
          </a:pPr>
          <a:r>
            <a:rPr lang="en-US" dirty="0"/>
            <a:t>August 2022</a:t>
          </a:r>
        </a:p>
      </dgm:t>
    </dgm:pt>
    <dgm:pt modelId="{DE407D70-1CE0-4F01-903C-37C752A1798D}" type="parTrans" cxnId="{AA67D21F-C6E4-4777-952B-58D3011E2042}">
      <dgm:prSet/>
      <dgm:spPr/>
      <dgm:t>
        <a:bodyPr/>
        <a:lstStyle/>
        <a:p>
          <a:endParaRPr lang="de-AT"/>
        </a:p>
      </dgm:t>
    </dgm:pt>
    <dgm:pt modelId="{D9B72494-9E04-40DD-B44A-A276E91FF9AD}" type="sibTrans" cxnId="{AA67D21F-C6E4-4777-952B-58D3011E2042}">
      <dgm:prSet/>
      <dgm:spPr/>
      <dgm:t>
        <a:bodyPr/>
        <a:lstStyle/>
        <a:p>
          <a:endParaRPr lang="de-AT"/>
        </a:p>
      </dgm:t>
    </dgm:pt>
    <dgm:pt modelId="{AD89307C-ADC2-4848-A8EF-04C0DC6A9383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DDA2F466-F57B-4BAB-B700-06E13725E87A}" type="parTrans" cxnId="{A0E63B55-4FE7-4CA7-9931-2AEC33C6436B}">
      <dgm:prSet/>
      <dgm:spPr/>
      <dgm:t>
        <a:bodyPr/>
        <a:lstStyle/>
        <a:p>
          <a:endParaRPr lang="de-AT"/>
        </a:p>
      </dgm:t>
    </dgm:pt>
    <dgm:pt modelId="{9C66E62D-DA53-4F4B-B834-4C9209FB44DC}" type="sibTrans" cxnId="{A0E63B55-4FE7-4CA7-9931-2AEC33C6436B}">
      <dgm:prSet/>
      <dgm:spPr/>
      <dgm:t>
        <a:bodyPr/>
        <a:lstStyle/>
        <a:p>
          <a:endParaRPr lang="de-AT"/>
        </a:p>
      </dgm:t>
    </dgm:pt>
    <dgm:pt modelId="{2CB6AAF2-0073-4C02-8332-D3D7686F2CB2}">
      <dgm:prSet/>
      <dgm:spPr/>
      <dgm:t>
        <a:bodyPr/>
        <a:lstStyle/>
        <a:p>
          <a:pPr>
            <a:defRPr b="1"/>
          </a:pPr>
          <a:r>
            <a:rPr lang="en-US" dirty="0"/>
            <a:t>September 2022</a:t>
          </a:r>
        </a:p>
      </dgm:t>
    </dgm:pt>
    <dgm:pt modelId="{A9A069AE-B099-4B9A-B3F5-2E6A37C91490}" type="parTrans" cxnId="{2A670127-08C3-4B86-B220-822D19E6D485}">
      <dgm:prSet/>
      <dgm:spPr/>
    </dgm:pt>
    <dgm:pt modelId="{5EBC5F30-AE82-41F5-B370-9C5A7B95356E}" type="sibTrans" cxnId="{2A670127-08C3-4B86-B220-822D19E6D485}">
      <dgm:prSet/>
      <dgm:spPr/>
    </dgm:pt>
    <dgm:pt modelId="{E58B5C82-D271-4EFB-BA4B-EEB922B8ECD4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F33AFDEB-DA64-42D1-A80D-E81CE7331A4D}" type="parTrans" cxnId="{E4536B58-ACB0-423C-988A-45C20697C005}">
      <dgm:prSet/>
      <dgm:spPr/>
    </dgm:pt>
    <dgm:pt modelId="{471DB44E-8996-4B15-B99D-95C8B33D0D24}" type="sibTrans" cxnId="{E4536B58-ACB0-423C-988A-45C20697C005}">
      <dgm:prSet/>
      <dgm:spPr/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7E7CD637-5FC8-4095-804F-DA0A97F4A507}" type="pres">
      <dgm:prSet presAssocID="{529C7CB0-D9C3-45A8-A3EB-DEA15E1AA97E}" presName="composite" presStyleCnt="0"/>
      <dgm:spPr/>
    </dgm:pt>
    <dgm:pt modelId="{7D768771-4E95-4749-B5A2-8AC7DD3A9644}" type="pres">
      <dgm:prSet presAssocID="{529C7CB0-D9C3-45A8-A3EB-DEA15E1AA97E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C262FA2-4BD5-4A19-AB3D-0C01F607F480}" type="pres">
      <dgm:prSet presAssocID="{529C7CB0-D9C3-45A8-A3EB-DEA15E1AA97E}" presName="DropPinPlaceHolder" presStyleCnt="0"/>
      <dgm:spPr/>
    </dgm:pt>
    <dgm:pt modelId="{4158D921-1585-4CD6-BA3D-81942C0AF991}" type="pres">
      <dgm:prSet presAssocID="{529C7CB0-D9C3-45A8-A3EB-DEA15E1AA97E}" presName="DropPin" presStyleLbl="alignNode1" presStyleIdx="0" presStyleCnt="3"/>
      <dgm:spPr/>
    </dgm:pt>
    <dgm:pt modelId="{8BD68379-E7AA-48FB-9D00-AD03B77DEB33}" type="pres">
      <dgm:prSet presAssocID="{529C7CB0-D9C3-45A8-A3EB-DEA15E1AA97E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4DDC4AB-B8A8-4B74-9979-2FB9D89DF8EC}" type="pres">
      <dgm:prSet presAssocID="{529C7CB0-D9C3-45A8-A3EB-DEA15E1AA97E}" presName="L2TextContainer" presStyleLbl="revTx" presStyleIdx="0" presStyleCnt="6">
        <dgm:presLayoutVars>
          <dgm:bulletEnabled val="1"/>
        </dgm:presLayoutVars>
      </dgm:prSet>
      <dgm:spPr/>
    </dgm:pt>
    <dgm:pt modelId="{B8940D59-0855-4119-A794-EA92A5A550D9}" type="pres">
      <dgm:prSet presAssocID="{529C7CB0-D9C3-45A8-A3EB-DEA15E1AA97E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33EB1EC1-9868-4878-A6CA-C633CB78AB41}" type="pres">
      <dgm:prSet presAssocID="{529C7CB0-D9C3-45A8-A3EB-DEA15E1AA97E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72310D12-C9CE-4679-9E7A-EFEBFF6ACC79}" type="pres">
      <dgm:prSet presAssocID="{529C7CB0-D9C3-45A8-A3EB-DEA15E1AA97E}" presName="EmptyPlaceHolder" presStyleCnt="0"/>
      <dgm:spPr/>
    </dgm:pt>
    <dgm:pt modelId="{0CE3E98B-C620-46C8-B131-EF08C7545F1A}" type="pres">
      <dgm:prSet presAssocID="{2DA97CE7-6B02-4B67-A1C1-FD75E87C672C}" presName="spaceBetweenRectangles" presStyleCnt="0"/>
      <dgm:spPr/>
    </dgm:pt>
    <dgm:pt modelId="{C4EBAA6A-DBA0-4588-A5D1-D723069B33FD}" type="pres">
      <dgm:prSet presAssocID="{94DCEBA8-66B0-4863-BA1C-D5BA7253C2ED}" presName="composite" presStyleCnt="0"/>
      <dgm:spPr/>
    </dgm:pt>
    <dgm:pt modelId="{FFE17CA8-29E2-47C7-AF08-4F37801D89D0}" type="pres">
      <dgm:prSet presAssocID="{94DCEBA8-66B0-4863-BA1C-D5BA7253C2ED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3A80EAD7-5C0C-4583-83C4-C244AC71732E}" type="pres">
      <dgm:prSet presAssocID="{94DCEBA8-66B0-4863-BA1C-D5BA7253C2ED}" presName="DropPinPlaceHolder" presStyleCnt="0"/>
      <dgm:spPr/>
    </dgm:pt>
    <dgm:pt modelId="{624EA468-0186-4AA0-9D29-A70E08215038}" type="pres">
      <dgm:prSet presAssocID="{94DCEBA8-66B0-4863-BA1C-D5BA7253C2ED}" presName="DropPin" presStyleLbl="alignNode1" presStyleIdx="1" presStyleCnt="3"/>
      <dgm:spPr/>
    </dgm:pt>
    <dgm:pt modelId="{AB833757-0731-4257-A77F-4B28696BDCAD}" type="pres">
      <dgm:prSet presAssocID="{94DCEBA8-66B0-4863-BA1C-D5BA7253C2E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64FAF2F1-D64F-4C59-99EC-8C7044EDD5BC}" type="pres">
      <dgm:prSet presAssocID="{94DCEBA8-66B0-4863-BA1C-D5BA7253C2ED}" presName="L2TextContainer" presStyleLbl="revTx" presStyleIdx="2" presStyleCnt="6">
        <dgm:presLayoutVars>
          <dgm:bulletEnabled val="1"/>
        </dgm:presLayoutVars>
      </dgm:prSet>
      <dgm:spPr/>
    </dgm:pt>
    <dgm:pt modelId="{823DE88B-12D2-4718-A12C-2B5F701D971D}" type="pres">
      <dgm:prSet presAssocID="{94DCEBA8-66B0-4863-BA1C-D5BA7253C2ED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C69AD2A8-7056-4FD0-955C-21C926198D0D}" type="pres">
      <dgm:prSet presAssocID="{94DCEBA8-66B0-4863-BA1C-D5BA7253C2ED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F450C911-0827-4C17-A782-D5D6833DB9D8}" type="pres">
      <dgm:prSet presAssocID="{94DCEBA8-66B0-4863-BA1C-D5BA7253C2ED}" presName="EmptyPlaceHolder" presStyleCnt="0"/>
      <dgm:spPr/>
    </dgm:pt>
    <dgm:pt modelId="{83F21863-56F8-44B4-AB88-F3C439E68815}" type="pres">
      <dgm:prSet presAssocID="{D9B72494-9E04-40DD-B44A-A276E91FF9AD}" presName="spaceBetweenRectangles" presStyleCnt="0"/>
      <dgm:spPr/>
    </dgm:pt>
    <dgm:pt modelId="{2CC5DBFB-5529-4E18-A202-1C10C7EB6986}" type="pres">
      <dgm:prSet presAssocID="{2CB6AAF2-0073-4C02-8332-D3D7686F2CB2}" presName="composite" presStyleCnt="0"/>
      <dgm:spPr/>
    </dgm:pt>
    <dgm:pt modelId="{B3FCE508-FB8D-4E76-8696-0815ECA44F4F}" type="pres">
      <dgm:prSet presAssocID="{2CB6AAF2-0073-4C02-8332-D3D7686F2CB2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961BF4D8-18E9-447F-A4B7-942FDA8953A9}" type="pres">
      <dgm:prSet presAssocID="{2CB6AAF2-0073-4C02-8332-D3D7686F2CB2}" presName="DropPinPlaceHolder" presStyleCnt="0"/>
      <dgm:spPr/>
    </dgm:pt>
    <dgm:pt modelId="{A832D2BE-C38A-431E-A845-961C59116CBF}" type="pres">
      <dgm:prSet presAssocID="{2CB6AAF2-0073-4C02-8332-D3D7686F2CB2}" presName="DropPin" presStyleLbl="alignNode1" presStyleIdx="2" presStyleCnt="3"/>
      <dgm:spPr/>
    </dgm:pt>
    <dgm:pt modelId="{55CD15F5-A953-4F79-97A9-7CDDACB5539D}" type="pres">
      <dgm:prSet presAssocID="{2CB6AAF2-0073-4C02-8332-D3D7686F2CB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3B439EA1-2DD4-4D94-9CEC-8D4941162C00}" type="pres">
      <dgm:prSet presAssocID="{2CB6AAF2-0073-4C02-8332-D3D7686F2CB2}" presName="L2TextContainer" presStyleLbl="revTx" presStyleIdx="4" presStyleCnt="6">
        <dgm:presLayoutVars>
          <dgm:bulletEnabled val="1"/>
        </dgm:presLayoutVars>
      </dgm:prSet>
      <dgm:spPr/>
    </dgm:pt>
    <dgm:pt modelId="{BE8D901A-9415-4919-A757-885E6C6F5789}" type="pres">
      <dgm:prSet presAssocID="{2CB6AAF2-0073-4C02-8332-D3D7686F2CB2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C097E4BC-7490-44C4-BD9B-4462BE89C1FE}" type="pres">
      <dgm:prSet presAssocID="{2CB6AAF2-0073-4C02-8332-D3D7686F2CB2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AF78895B-5CB6-43B6-A668-D0C0A44E7B83}" type="pres">
      <dgm:prSet presAssocID="{2CB6AAF2-0073-4C02-8332-D3D7686F2CB2}" presName="EmptyPlaceHolder" presStyleCnt="0"/>
      <dgm:spPr/>
    </dgm:pt>
  </dgm:ptLst>
  <dgm:cxnLst>
    <dgm:cxn modelId="{3C0C6614-D4E1-4760-B6B7-A24AC8961795}" type="presOf" srcId="{94DCEBA8-66B0-4863-BA1C-D5BA7253C2ED}" destId="{823DE88B-12D2-4718-A12C-2B5F701D971D}" srcOrd="0" destOrd="0" presId="urn:microsoft.com/office/officeart/2017/3/layout/DropPinTimeline"/>
    <dgm:cxn modelId="{8AD2D21D-2582-4DED-BE4F-5CC3E604E9C5}" type="presOf" srcId="{B0D25601-5477-46E1-9E62-62082051C780}" destId="{34DDC4AB-B8A8-4B74-9979-2FB9D89DF8EC}" srcOrd="0" destOrd="0" presId="urn:microsoft.com/office/officeart/2017/3/layout/DropPinTimeline"/>
    <dgm:cxn modelId="{AA67D21F-C6E4-4777-952B-58D3011E2042}" srcId="{6E93DE44-4E4A-4C9A-95E4-2181834F7975}" destId="{94DCEBA8-66B0-4863-BA1C-D5BA7253C2ED}" srcOrd="1" destOrd="0" parTransId="{DE407D70-1CE0-4F01-903C-37C752A1798D}" sibTransId="{D9B72494-9E04-40DD-B44A-A276E91FF9AD}"/>
    <dgm:cxn modelId="{2A670127-08C3-4B86-B220-822D19E6D485}" srcId="{6E93DE44-4E4A-4C9A-95E4-2181834F7975}" destId="{2CB6AAF2-0073-4C02-8332-D3D7686F2CB2}" srcOrd="2" destOrd="0" parTransId="{A9A069AE-B099-4B9A-B3F5-2E6A37C91490}" sibTransId="{5EBC5F30-AE82-41F5-B370-9C5A7B95356E}"/>
    <dgm:cxn modelId="{1367926C-E573-40BA-869A-EC1AC14F76D5}" srcId="{6E93DE44-4E4A-4C9A-95E4-2181834F7975}" destId="{529C7CB0-D9C3-45A8-A3EB-DEA15E1AA97E}" srcOrd="0" destOrd="0" parTransId="{E48A850B-BC48-4696-BEA7-BBAB6394FC56}" sibTransId="{2DA97CE7-6B02-4B67-A1C1-FD75E87C672C}"/>
    <dgm:cxn modelId="{A0E63B55-4FE7-4CA7-9931-2AEC33C6436B}" srcId="{94DCEBA8-66B0-4863-BA1C-D5BA7253C2ED}" destId="{AD89307C-ADC2-4848-A8EF-04C0DC6A9383}" srcOrd="0" destOrd="0" parTransId="{DDA2F466-F57B-4BAB-B700-06E13725E87A}" sibTransId="{9C66E62D-DA53-4F4B-B834-4C9209FB44DC}"/>
    <dgm:cxn modelId="{E4536B58-ACB0-423C-988A-45C20697C005}" srcId="{2CB6AAF2-0073-4C02-8332-D3D7686F2CB2}" destId="{E58B5C82-D271-4EFB-BA4B-EEB922B8ECD4}" srcOrd="0" destOrd="0" parTransId="{F33AFDEB-DA64-42D1-A80D-E81CE7331A4D}" sibTransId="{471DB44E-8996-4B15-B99D-95C8B33D0D24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174DA891-89BF-4E37-B485-ED89CE34F760}" type="presOf" srcId="{E58B5C82-D271-4EFB-BA4B-EEB922B8ECD4}" destId="{3B439EA1-2DD4-4D94-9CEC-8D4941162C00}" srcOrd="0" destOrd="0" presId="urn:microsoft.com/office/officeart/2017/3/layout/DropPinTimeline"/>
    <dgm:cxn modelId="{538C3BA1-8F52-4D0A-860C-A9AC4C6B6F0A}" srcId="{529C7CB0-D9C3-45A8-A3EB-DEA15E1AA97E}" destId="{B0D25601-5477-46E1-9E62-62082051C780}" srcOrd="0" destOrd="0" parTransId="{1CE36720-35AB-4F22-88DC-9F71B1522C83}" sibTransId="{A49BACFE-5FAD-4CFF-A2A0-AC5C9D3C247B}"/>
    <dgm:cxn modelId="{F7B5C7D5-BE1D-4507-AB67-ED700CECE9EC}" type="presOf" srcId="{AD89307C-ADC2-4848-A8EF-04C0DC6A9383}" destId="{64FAF2F1-D64F-4C59-99EC-8C7044EDD5BC}" srcOrd="0" destOrd="0" presId="urn:microsoft.com/office/officeart/2017/3/layout/DropPinTimeline"/>
    <dgm:cxn modelId="{700FC4EB-F665-4DB0-BBA6-9B446CC34745}" type="presOf" srcId="{529C7CB0-D9C3-45A8-A3EB-DEA15E1AA97E}" destId="{B8940D59-0855-4119-A794-EA92A5A550D9}" srcOrd="0" destOrd="0" presId="urn:microsoft.com/office/officeart/2017/3/layout/DropPinTimeline"/>
    <dgm:cxn modelId="{F6C086EE-6BAF-49B1-A9B6-C838D682E711}" type="presOf" srcId="{2CB6AAF2-0073-4C02-8332-D3D7686F2CB2}" destId="{BE8D901A-9415-4919-A757-885E6C6F5789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F115B13A-0D36-4D0C-AB70-8CD516B8A7C9}" type="presParOf" srcId="{A76CF17B-42DA-4154-BC58-6F58196E6904}" destId="{7E7CD637-5FC8-4095-804F-DA0A97F4A507}" srcOrd="0" destOrd="0" presId="urn:microsoft.com/office/officeart/2017/3/layout/DropPinTimeline"/>
    <dgm:cxn modelId="{282DC424-9948-4F94-8E45-8A88EB8DBDA5}" type="presParOf" srcId="{7E7CD637-5FC8-4095-804F-DA0A97F4A507}" destId="{7D768771-4E95-4749-B5A2-8AC7DD3A9644}" srcOrd="0" destOrd="0" presId="urn:microsoft.com/office/officeart/2017/3/layout/DropPinTimeline"/>
    <dgm:cxn modelId="{2EB4CC10-0402-4FD4-9ED5-160757A24A7A}" type="presParOf" srcId="{7E7CD637-5FC8-4095-804F-DA0A97F4A507}" destId="{BC262FA2-4BD5-4A19-AB3D-0C01F607F480}" srcOrd="1" destOrd="0" presId="urn:microsoft.com/office/officeart/2017/3/layout/DropPinTimeline"/>
    <dgm:cxn modelId="{7A246906-C92D-49A9-9612-0A99B56B9D2D}" type="presParOf" srcId="{BC262FA2-4BD5-4A19-AB3D-0C01F607F480}" destId="{4158D921-1585-4CD6-BA3D-81942C0AF991}" srcOrd="0" destOrd="0" presId="urn:microsoft.com/office/officeart/2017/3/layout/DropPinTimeline"/>
    <dgm:cxn modelId="{E08D7137-BDCF-4CDD-BC74-C239391FFCFD}" type="presParOf" srcId="{BC262FA2-4BD5-4A19-AB3D-0C01F607F480}" destId="{8BD68379-E7AA-48FB-9D00-AD03B77DEB33}" srcOrd="1" destOrd="0" presId="urn:microsoft.com/office/officeart/2017/3/layout/DropPinTimeline"/>
    <dgm:cxn modelId="{1DEBB8B8-5068-47C7-8C31-5902A95FC9CE}" type="presParOf" srcId="{7E7CD637-5FC8-4095-804F-DA0A97F4A507}" destId="{34DDC4AB-B8A8-4B74-9979-2FB9D89DF8EC}" srcOrd="2" destOrd="0" presId="urn:microsoft.com/office/officeart/2017/3/layout/DropPinTimeline"/>
    <dgm:cxn modelId="{67DBAF33-EDC9-43CE-8576-99E6180347BF}" type="presParOf" srcId="{7E7CD637-5FC8-4095-804F-DA0A97F4A507}" destId="{B8940D59-0855-4119-A794-EA92A5A550D9}" srcOrd="3" destOrd="0" presId="urn:microsoft.com/office/officeart/2017/3/layout/DropPinTimeline"/>
    <dgm:cxn modelId="{5CCD6463-F372-4A56-AF5E-ECF6D187C58B}" type="presParOf" srcId="{7E7CD637-5FC8-4095-804F-DA0A97F4A507}" destId="{33EB1EC1-9868-4878-A6CA-C633CB78AB41}" srcOrd="4" destOrd="0" presId="urn:microsoft.com/office/officeart/2017/3/layout/DropPinTimeline"/>
    <dgm:cxn modelId="{F0817E9E-4422-4911-B4A3-19C81A1C5BAA}" type="presParOf" srcId="{7E7CD637-5FC8-4095-804F-DA0A97F4A507}" destId="{72310D12-C9CE-4679-9E7A-EFEBFF6ACC79}" srcOrd="5" destOrd="0" presId="urn:microsoft.com/office/officeart/2017/3/layout/DropPinTimeline"/>
    <dgm:cxn modelId="{E9C9F395-EDB7-4BA9-BADF-8EC4ECCCF824}" type="presParOf" srcId="{A76CF17B-42DA-4154-BC58-6F58196E6904}" destId="{0CE3E98B-C620-46C8-B131-EF08C7545F1A}" srcOrd="1" destOrd="0" presId="urn:microsoft.com/office/officeart/2017/3/layout/DropPinTimeline"/>
    <dgm:cxn modelId="{BCE16654-959A-4B5F-B2A3-A6C37F8BFF5A}" type="presParOf" srcId="{A76CF17B-42DA-4154-BC58-6F58196E6904}" destId="{C4EBAA6A-DBA0-4588-A5D1-D723069B33FD}" srcOrd="2" destOrd="0" presId="urn:microsoft.com/office/officeart/2017/3/layout/DropPinTimeline"/>
    <dgm:cxn modelId="{196F2265-2DAF-4382-83C5-A03BA805E467}" type="presParOf" srcId="{C4EBAA6A-DBA0-4588-A5D1-D723069B33FD}" destId="{FFE17CA8-29E2-47C7-AF08-4F37801D89D0}" srcOrd="0" destOrd="0" presId="urn:microsoft.com/office/officeart/2017/3/layout/DropPinTimeline"/>
    <dgm:cxn modelId="{C73EB8E9-97BD-4292-B8D5-C66423CC6481}" type="presParOf" srcId="{C4EBAA6A-DBA0-4588-A5D1-D723069B33FD}" destId="{3A80EAD7-5C0C-4583-83C4-C244AC71732E}" srcOrd="1" destOrd="0" presId="urn:microsoft.com/office/officeart/2017/3/layout/DropPinTimeline"/>
    <dgm:cxn modelId="{D951EC61-FDAD-4F86-8744-A127864058DD}" type="presParOf" srcId="{3A80EAD7-5C0C-4583-83C4-C244AC71732E}" destId="{624EA468-0186-4AA0-9D29-A70E08215038}" srcOrd="0" destOrd="0" presId="urn:microsoft.com/office/officeart/2017/3/layout/DropPinTimeline"/>
    <dgm:cxn modelId="{3692145C-4962-40AA-BC02-D94AD7623BF5}" type="presParOf" srcId="{3A80EAD7-5C0C-4583-83C4-C244AC71732E}" destId="{AB833757-0731-4257-A77F-4B28696BDCAD}" srcOrd="1" destOrd="0" presId="urn:microsoft.com/office/officeart/2017/3/layout/DropPinTimeline"/>
    <dgm:cxn modelId="{3A0EBAD1-30C3-40C6-BFA5-D634FBA33BE3}" type="presParOf" srcId="{C4EBAA6A-DBA0-4588-A5D1-D723069B33FD}" destId="{64FAF2F1-D64F-4C59-99EC-8C7044EDD5BC}" srcOrd="2" destOrd="0" presId="urn:microsoft.com/office/officeart/2017/3/layout/DropPinTimeline"/>
    <dgm:cxn modelId="{9E452E30-B267-4258-8E91-4D8C28D11DDA}" type="presParOf" srcId="{C4EBAA6A-DBA0-4588-A5D1-D723069B33FD}" destId="{823DE88B-12D2-4718-A12C-2B5F701D971D}" srcOrd="3" destOrd="0" presId="urn:microsoft.com/office/officeart/2017/3/layout/DropPinTimeline"/>
    <dgm:cxn modelId="{B64F52BA-A9B0-47AD-81AA-465B8D91A24B}" type="presParOf" srcId="{C4EBAA6A-DBA0-4588-A5D1-D723069B33FD}" destId="{C69AD2A8-7056-4FD0-955C-21C926198D0D}" srcOrd="4" destOrd="0" presId="urn:microsoft.com/office/officeart/2017/3/layout/DropPinTimeline"/>
    <dgm:cxn modelId="{A6137537-CE95-4826-9721-46CA2B64E80A}" type="presParOf" srcId="{C4EBAA6A-DBA0-4588-A5D1-D723069B33FD}" destId="{F450C911-0827-4C17-A782-D5D6833DB9D8}" srcOrd="5" destOrd="0" presId="urn:microsoft.com/office/officeart/2017/3/layout/DropPinTimeline"/>
    <dgm:cxn modelId="{EB0B7955-68B6-45C8-950F-ACF67F90D0E6}" type="presParOf" srcId="{A76CF17B-42DA-4154-BC58-6F58196E6904}" destId="{83F21863-56F8-44B4-AB88-F3C439E68815}" srcOrd="3" destOrd="0" presId="urn:microsoft.com/office/officeart/2017/3/layout/DropPinTimeline"/>
    <dgm:cxn modelId="{4813B4E8-6DEB-467E-8BB5-F978E44AC108}" type="presParOf" srcId="{A76CF17B-42DA-4154-BC58-6F58196E6904}" destId="{2CC5DBFB-5529-4E18-A202-1C10C7EB6986}" srcOrd="4" destOrd="0" presId="urn:microsoft.com/office/officeart/2017/3/layout/DropPinTimeline"/>
    <dgm:cxn modelId="{B4846111-9290-4035-B458-932114D917FC}" type="presParOf" srcId="{2CC5DBFB-5529-4E18-A202-1C10C7EB6986}" destId="{B3FCE508-FB8D-4E76-8696-0815ECA44F4F}" srcOrd="0" destOrd="0" presId="urn:microsoft.com/office/officeart/2017/3/layout/DropPinTimeline"/>
    <dgm:cxn modelId="{CECB80CB-1C2E-4DE9-865C-B04ACB3F463E}" type="presParOf" srcId="{2CC5DBFB-5529-4E18-A202-1C10C7EB6986}" destId="{961BF4D8-18E9-447F-A4B7-942FDA8953A9}" srcOrd="1" destOrd="0" presId="urn:microsoft.com/office/officeart/2017/3/layout/DropPinTimeline"/>
    <dgm:cxn modelId="{F657A5FD-1C63-4BDD-866F-B8DAA59C36C6}" type="presParOf" srcId="{961BF4D8-18E9-447F-A4B7-942FDA8953A9}" destId="{A832D2BE-C38A-431E-A845-961C59116CBF}" srcOrd="0" destOrd="0" presId="urn:microsoft.com/office/officeart/2017/3/layout/DropPinTimeline"/>
    <dgm:cxn modelId="{B20002FE-4BBF-4ED6-9F39-0048A804003D}" type="presParOf" srcId="{961BF4D8-18E9-447F-A4B7-942FDA8953A9}" destId="{55CD15F5-A953-4F79-97A9-7CDDACB5539D}" srcOrd="1" destOrd="0" presId="urn:microsoft.com/office/officeart/2017/3/layout/DropPinTimeline"/>
    <dgm:cxn modelId="{9B0C6EC4-FA23-4E4B-887A-177C33F7C98A}" type="presParOf" srcId="{2CC5DBFB-5529-4E18-A202-1C10C7EB6986}" destId="{3B439EA1-2DD4-4D94-9CEC-8D4941162C00}" srcOrd="2" destOrd="0" presId="urn:microsoft.com/office/officeart/2017/3/layout/DropPinTimeline"/>
    <dgm:cxn modelId="{E4B536D7-000B-4E94-B549-008D254F925F}" type="presParOf" srcId="{2CC5DBFB-5529-4E18-A202-1C10C7EB6986}" destId="{BE8D901A-9415-4919-A757-885E6C6F5789}" srcOrd="3" destOrd="0" presId="urn:microsoft.com/office/officeart/2017/3/layout/DropPinTimeline"/>
    <dgm:cxn modelId="{FD64DCA3-5C71-4F3D-8677-1206F6079967}" type="presParOf" srcId="{2CC5DBFB-5529-4E18-A202-1C10C7EB6986}" destId="{C097E4BC-7490-44C4-BD9B-4462BE89C1FE}" srcOrd="4" destOrd="0" presId="urn:microsoft.com/office/officeart/2017/3/layout/DropPinTimeline"/>
    <dgm:cxn modelId="{D85DFC56-D071-48AF-B236-DA4957C446F3}" type="presParOf" srcId="{2CC5DBFB-5529-4E18-A202-1C10C7EB6986}" destId="{AF78895B-5CB6-43B6-A668-D0C0A44E7B8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58D921-1585-4CD6-BA3D-81942C0AF991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68379-E7AA-48FB-9D00-AD03B77DEB33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DC4AB-B8A8-4B74-9979-2FB9D89DF8EC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 discussions</a:t>
          </a:r>
        </a:p>
      </dsp:txBody>
      <dsp:txXfrm>
        <a:off x="324780" y="631714"/>
        <a:ext cx="4046815" cy="916604"/>
      </dsp:txXfrm>
    </dsp:sp>
    <dsp:sp modelId="{B8940D59-0855-4119-A794-EA92A5A550D9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July 2022</a:t>
          </a:r>
        </a:p>
      </dsp:txBody>
      <dsp:txXfrm>
        <a:off x="324780" y="309663"/>
        <a:ext cx="4046815" cy="322050"/>
      </dsp:txXfrm>
    </dsp:sp>
    <dsp:sp modelId="{33EB1EC1-9868-4878-A6CA-C633CB78AB41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768771-4E95-4749-B5A2-8AC7DD3A9644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EA468-0186-4AA0-9D29-A70E08215038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33757-0731-4257-A77F-4B28696BDCAD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AF2F1-D64F-4C59-99EC-8C7044EDD5BC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823DE88B-12D2-4718-A12C-2B5F701D971D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August 2022</a:t>
          </a:r>
        </a:p>
      </dsp:txBody>
      <dsp:txXfrm>
        <a:off x="2755368" y="2464923"/>
        <a:ext cx="4046815" cy="322050"/>
      </dsp:txXfrm>
    </dsp:sp>
    <dsp:sp modelId="{C69AD2A8-7056-4FD0-955C-21C926198D0D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17CA8-29E2-47C7-AF08-4F37801D89D0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2D2BE-C38A-431E-A845-961C59116CBF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D15F5-A953-4F79-97A9-7CDDACB5539D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39EA1-2DD4-4D94-9CEC-8D4941162C00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BE8D901A-9415-4919-A757-885E6C6F5789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September 2022</a:t>
          </a:r>
        </a:p>
      </dsp:txBody>
      <dsp:txXfrm>
        <a:off x="5185956" y="309663"/>
        <a:ext cx="4046815" cy="322050"/>
      </dsp:txXfrm>
    </dsp:sp>
    <dsp:sp modelId="{C097E4BC-7490-44C4-BD9B-4462BE89C1FE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FCE508-FB8D-4E76-8696-0815ECA44F4F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06/14/2022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14-6-2022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June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r>
              <a:rPr lang="en-US" sz="4400" b="1" dirty="0" err="1">
                <a:solidFill>
                  <a:srgbClr val="000000"/>
                </a:solidFill>
                <a:latin typeface="Graphik Meetup"/>
              </a:rPr>
              <a:t>MSBuild</a:t>
            </a:r>
            <a:r>
              <a:rPr lang="en-US" sz="4400" b="1" dirty="0">
                <a:solidFill>
                  <a:srgbClr val="000000"/>
                </a:solidFill>
                <a:latin typeface="Graphik Meetup"/>
              </a:rPr>
              <a:t> After Party 2022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959387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069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70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71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72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73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74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8862A14C-C30E-134E-6317-0D3D7AE6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785" y="1380068"/>
            <a:ext cx="4978303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300" dirty="0"/>
              <a:t>https://aka.ms/Build2022-AfterParties-Feedback</a:t>
            </a:r>
          </a:p>
        </p:txBody>
      </p:sp>
      <p:sp>
        <p:nvSpPr>
          <p:cNvPr id="2076" name="Rounded Rectangle 4">
            <a:extLst>
              <a:ext uri="{FF2B5EF4-FFF2-40B4-BE49-F238E27FC236}">
                <a16:creationId xmlns:a16="http://schemas.microsoft.com/office/drawing/2014/main" id="{260615AE-7DBC-4FF7-9107-9FE957695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648931"/>
            <a:ext cx="3982086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Qr code&#10;&#10;Description automatically generated">
            <a:extLst>
              <a:ext uri="{FF2B5EF4-FFF2-40B4-BE49-F238E27FC236}">
                <a16:creationId xmlns:a16="http://schemas.microsoft.com/office/drawing/2014/main" id="{879B79AA-2D1D-9950-96F4-3968ADE1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73801" y="1614524"/>
            <a:ext cx="3341190" cy="334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772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https://go.dotnetdevs.at/feedback-202206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658AC79-F137-BD0D-83FA-E0B1DF44B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4C9C96-0F43-4AD8-928D-7F716F5407E3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Widescreen</PresentationFormat>
  <Paragraphs>66</Paragraphs>
  <Slides>24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June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MSBuild After Party 2022</vt:lpstr>
      <vt:lpstr>Thank you!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https://aka.ms/Build2022-AfterParties-Feedback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2</cp:revision>
  <dcterms:created xsi:type="dcterms:W3CDTF">2020-12-15T06:52:19Z</dcterms:created>
  <dcterms:modified xsi:type="dcterms:W3CDTF">2022-06-14T16:16:47Z</dcterms:modified>
</cp:coreProperties>
</file>