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9" r:id="rId4"/>
    <p:sldMasterId id="2147483707" r:id="rId5"/>
    <p:sldMasterId id="2147483720" r:id="rId6"/>
    <p:sldMasterId id="2147483750" r:id="rId7"/>
  </p:sldMasterIdLst>
  <p:notesMasterIdLst>
    <p:notesMasterId r:id="rId26"/>
  </p:notesMasterIdLst>
  <p:sldIdLst>
    <p:sldId id="2076136934" r:id="rId8"/>
    <p:sldId id="298" r:id="rId9"/>
    <p:sldId id="2076136943" r:id="rId10"/>
    <p:sldId id="2076136947" r:id="rId11"/>
    <p:sldId id="2076136948" r:id="rId12"/>
    <p:sldId id="2076136937" r:id="rId13"/>
    <p:sldId id="2076136919" r:id="rId14"/>
    <p:sldId id="2076136938" r:id="rId15"/>
    <p:sldId id="334" r:id="rId16"/>
    <p:sldId id="2076136949" r:id="rId17"/>
    <p:sldId id="2076136944" r:id="rId18"/>
    <p:sldId id="2076136918" r:id="rId19"/>
    <p:sldId id="338" r:id="rId20"/>
    <p:sldId id="2076136946" r:id="rId21"/>
    <p:sldId id="2076136945" r:id="rId22"/>
    <p:sldId id="2076136932" r:id="rId23"/>
    <p:sldId id="2076136940" r:id="rId24"/>
    <p:sldId id="2076136942" r:id="rId25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Museo Sans" panose="020B0604020202020204" charset="0"/>
      <p:regular r:id="rId31"/>
      <p:bold r:id="rId32"/>
      <p:italic r:id="rId33"/>
      <p:boldItalic r:id="rId34"/>
    </p:embeddedFont>
    <p:embeddedFont>
      <p:font typeface="Museo Sans 100" panose="02000000000000000000" charset="0"/>
      <p:regular r:id="rId35"/>
      <p:italic r:id="rId36"/>
    </p:embeddedFont>
    <p:embeddedFont>
      <p:font typeface="Museo Sans 300" panose="02000000000000000000" charset="0"/>
      <p:regular r:id="rId37"/>
      <p:italic r:id="rId38"/>
    </p:embeddedFont>
    <p:embeddedFont>
      <p:font typeface="Museo Sans 500" panose="02000000000000000000" charset="0"/>
      <p:regular r:id="rId39"/>
      <p:italic r:id="rId40"/>
    </p:embeddedFont>
    <p:embeddedFont>
      <p:font typeface="Museo Sans 700" panose="02000000000000000000" charset="0"/>
      <p:regular r:id="rId41"/>
      <p:bold r:id="rId42"/>
      <p:italic r:id="rId43"/>
      <p:boldItalic r:id="rId44"/>
    </p:embeddedFont>
    <p:embeddedFont>
      <p:font typeface="Museo Sans 900" panose="02000000000000000000" charset="0"/>
      <p:bold r:id="rId45"/>
      <p:italic r:id="rId46"/>
      <p:boldItalic r:id="rId47"/>
    </p:embeddedFont>
    <p:embeddedFont>
      <p:font typeface="Segoe UI" panose="020B0502040204020203" pitchFamily="34" charset="0"/>
      <p:regular r:id="rId48"/>
      <p:bold r:id="rId49"/>
      <p:italic r:id="rId50"/>
      <p:boldItalic r:id="rId51"/>
    </p:embeddedFont>
    <p:embeddedFont>
      <p:font typeface="Segoe UI Light" panose="020B0502040204020203" pitchFamily="34" charset="0"/>
      <p:regular r:id="rId52"/>
      <p:italic r:id="rId5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217A"/>
    <a:srgbClr val="5E9DE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8994B-B6BE-4CD5-B915-AD14DA196219}" v="2" dt="2026-01-18T11:05:10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4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font" Target="fonts/font3.fntdata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font" Target="fonts/font27.fntdata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font" Target="fonts/font2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59" Type="http://schemas.microsoft.com/office/2015/10/relationships/revisionInfo" Target="revisionInfo.xml"/><Relationship Id="rId20" Type="http://schemas.openxmlformats.org/officeDocument/2006/relationships/slide" Target="slides/slide13.xml"/><Relationship Id="rId41" Type="http://schemas.openxmlformats.org/officeDocument/2006/relationships/font" Target="fonts/font15.fntdata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font" Target="fonts/font2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9bd1df2c-2291-44d5-b4aa-88f17deb2088" providerId="ADAL" clId="{75EBBE08-544D-4118-9BC0-17EC7DAFDAB6}"/>
    <pc:docChg chg="undo custSel addSld delSld modSld">
      <pc:chgData name="Andreas Willich" userId="9bd1df2c-2291-44d5-b4aa-88f17deb2088" providerId="ADAL" clId="{75EBBE08-544D-4118-9BC0-17EC7DAFDAB6}" dt="2026-01-18T11:05:14.922" v="1657" actId="20577"/>
      <pc:docMkLst>
        <pc:docMk/>
      </pc:docMkLst>
      <pc:sldChg chg="modSp mod">
        <pc:chgData name="Andreas Willich" userId="9bd1df2c-2291-44d5-b4aa-88f17deb2088" providerId="ADAL" clId="{75EBBE08-544D-4118-9BC0-17EC7DAFDAB6}" dt="2026-01-18T10:56:21.297" v="1635" actId="20577"/>
        <pc:sldMkLst>
          <pc:docMk/>
          <pc:sldMk cId="3348037714" sldId="334"/>
        </pc:sldMkLst>
        <pc:graphicFrameChg chg="mod modGraphic">
          <ac:chgData name="Andreas Willich" userId="9bd1df2c-2291-44d5-b4aa-88f17deb2088" providerId="ADAL" clId="{75EBBE08-544D-4118-9BC0-17EC7DAFDAB6}" dt="2026-01-18T10:56:21.297" v="1635" actId="20577"/>
          <ac:graphicFrameMkLst>
            <pc:docMk/>
            <pc:sldMk cId="3348037714" sldId="334"/>
            <ac:graphicFrameMk id="5" creationId="{646BD10E-9A6C-45CE-A11F-D312F9487D4F}"/>
          </ac:graphicFrameMkLst>
        </pc:graphicFrameChg>
      </pc:sldChg>
      <pc:sldChg chg="modSp mod">
        <pc:chgData name="Andreas Willich" userId="9bd1df2c-2291-44d5-b4aa-88f17deb2088" providerId="ADAL" clId="{75EBBE08-544D-4118-9BC0-17EC7DAFDAB6}" dt="2026-01-18T10:55:20.948" v="1613" actId="20577"/>
        <pc:sldMkLst>
          <pc:docMk/>
          <pc:sldMk cId="4182437173" sldId="2076136934"/>
        </pc:sldMkLst>
        <pc:spChg chg="mod">
          <ac:chgData name="Andreas Willich" userId="9bd1df2c-2291-44d5-b4aa-88f17deb2088" providerId="ADAL" clId="{75EBBE08-544D-4118-9BC0-17EC7DAFDAB6}" dt="2026-01-18T10:55:20.948" v="1613" actId="20577"/>
          <ac:spMkLst>
            <pc:docMk/>
            <pc:sldMk cId="4182437173" sldId="2076136934"/>
            <ac:spMk id="4" creationId="{338E5856-76F5-93FA-10CC-035F592AE664}"/>
          </ac:spMkLst>
        </pc:spChg>
      </pc:sldChg>
      <pc:sldChg chg="modSp mod">
        <pc:chgData name="Andreas Willich" userId="9bd1df2c-2291-44d5-b4aa-88f17deb2088" providerId="ADAL" clId="{75EBBE08-544D-4118-9BC0-17EC7DAFDAB6}" dt="2026-01-18T11:05:14.922" v="1657" actId="20577"/>
        <pc:sldMkLst>
          <pc:docMk/>
          <pc:sldMk cId="713451" sldId="2076136942"/>
        </pc:sldMkLst>
        <pc:spChg chg="mod">
          <ac:chgData name="Andreas Willich" userId="9bd1df2c-2291-44d5-b4aa-88f17deb2088" providerId="ADAL" clId="{75EBBE08-544D-4118-9BC0-17EC7DAFDAB6}" dt="2026-01-18T11:04:42.883" v="1642" actId="20577"/>
          <ac:spMkLst>
            <pc:docMk/>
            <pc:sldMk cId="713451" sldId="2076136942"/>
            <ac:spMk id="4" creationId="{BBA2480D-5834-0366-F369-F2DEF3D74F3F}"/>
          </ac:spMkLst>
        </pc:spChg>
        <pc:spChg chg="mod">
          <ac:chgData name="Andreas Willich" userId="9bd1df2c-2291-44d5-b4aa-88f17deb2088" providerId="ADAL" clId="{75EBBE08-544D-4118-9BC0-17EC7DAFDAB6}" dt="2026-01-18T11:05:14.922" v="1657" actId="20577"/>
          <ac:spMkLst>
            <pc:docMk/>
            <pc:sldMk cId="713451" sldId="2076136942"/>
            <ac:spMk id="5" creationId="{1CCCF04B-EC18-3B56-2524-A5CC184D4F8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F0D2B8-C8EA-41DD-9A31-C80AC615092A}">
      <dgm:prSet/>
      <dgm:spPr/>
      <dgm:t>
        <a:bodyPr/>
        <a:lstStyle/>
        <a:p>
          <a:pPr>
            <a:defRPr b="1"/>
          </a:pPr>
          <a:r>
            <a:rPr lang="en-US" b="1" dirty="0"/>
            <a:t>May 2026</a:t>
          </a:r>
        </a:p>
      </dgm:t>
    </dgm:pt>
    <dgm:pt modelId="{213AA41C-DC09-4CF3-8C6E-6F350594133C}" type="parTrans" cxnId="{D44028D4-BBA5-410D-9211-0521CDCCDA17}">
      <dgm:prSet/>
      <dgm:spPr/>
      <dgm:t>
        <a:bodyPr/>
        <a:lstStyle/>
        <a:p>
          <a:endParaRPr lang="en-AT"/>
        </a:p>
      </dgm:t>
    </dgm:pt>
    <dgm:pt modelId="{B1092C29-9432-4ED2-AEAC-C1C22DEACD4E}" type="sibTrans" cxnId="{D44028D4-BBA5-410D-9211-0521CDCCDA17}">
      <dgm:prSet/>
      <dgm:spPr/>
      <dgm:t>
        <a:bodyPr/>
        <a:lstStyle/>
        <a:p>
          <a:endParaRPr lang="en-AT"/>
        </a:p>
      </dgm:t>
    </dgm:pt>
    <dgm:pt modelId="{FA169A06-DBA8-4224-B7DD-F145083A40A2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AB38DB21-7BD8-47B4-9451-9127AEEB2634}" type="parTrans" cxnId="{09957D65-61A8-431A-A466-A952183ADF99}">
      <dgm:prSet/>
      <dgm:spPr/>
      <dgm:t>
        <a:bodyPr/>
        <a:lstStyle/>
        <a:p>
          <a:endParaRPr lang="en-AT"/>
        </a:p>
      </dgm:t>
    </dgm:pt>
    <dgm:pt modelId="{3577A8D3-347E-4904-88C0-257C067D48B6}" type="sibTrans" cxnId="{09957D65-61A8-431A-A466-A952183ADF99}">
      <dgm:prSet/>
      <dgm:spPr/>
      <dgm:t>
        <a:bodyPr/>
        <a:lstStyle/>
        <a:p>
          <a:endParaRPr lang="en-AT"/>
        </a:p>
      </dgm:t>
    </dgm:pt>
    <dgm:pt modelId="{935069C5-A44D-44B1-B846-51D568062D74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3914128C-D656-4311-8314-580B615B13D0}" type="parTrans" cxnId="{4DC75B56-4334-4063-83E9-91CFD9B714AA}">
      <dgm:prSet/>
      <dgm:spPr/>
      <dgm:t>
        <a:bodyPr/>
        <a:lstStyle/>
        <a:p>
          <a:endParaRPr lang="en-AT"/>
        </a:p>
      </dgm:t>
    </dgm:pt>
    <dgm:pt modelId="{7651F642-C426-4B32-8ED8-053FFF2C77F1}" type="sibTrans" cxnId="{4DC75B56-4334-4063-83E9-91CFD9B714AA}">
      <dgm:prSet/>
      <dgm:spPr/>
      <dgm:t>
        <a:bodyPr/>
        <a:lstStyle/>
        <a:p>
          <a:endParaRPr lang="en-AT"/>
        </a:p>
      </dgm:t>
    </dgm:pt>
    <dgm:pt modelId="{26509ECC-470D-48D8-A961-8A18DDDF54DF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12409D38-A361-4204-8A42-9A08477B46FC}" type="parTrans" cxnId="{516A3222-FB76-4693-A554-1C11CBEDF607}">
      <dgm:prSet/>
      <dgm:spPr/>
      <dgm:t>
        <a:bodyPr/>
        <a:lstStyle/>
        <a:p>
          <a:endParaRPr lang="en-AT"/>
        </a:p>
      </dgm:t>
    </dgm:pt>
    <dgm:pt modelId="{96B73BB3-878F-4D86-A665-7B84596F8480}" type="sibTrans" cxnId="{516A3222-FB76-4693-A554-1C11CBEDF607}">
      <dgm:prSet/>
      <dgm:spPr/>
      <dgm:t>
        <a:bodyPr/>
        <a:lstStyle/>
        <a:p>
          <a:endParaRPr lang="en-AT"/>
        </a:p>
      </dgm:t>
    </dgm:pt>
    <dgm:pt modelId="{3C03CE33-C642-4533-B0FD-4FDEDBFD1915}">
      <dgm:prSet/>
      <dgm:spPr/>
      <dgm:t>
        <a:bodyPr/>
        <a:lstStyle/>
        <a:p>
          <a:pPr>
            <a:defRPr b="1"/>
          </a:pPr>
          <a:r>
            <a:rPr lang="en-US" b="1" dirty="0"/>
            <a:t>June 2026</a:t>
          </a:r>
        </a:p>
      </dgm:t>
    </dgm:pt>
    <dgm:pt modelId="{CF59C3F3-5AD9-466F-8C31-3D81F1D791D4}" type="parTrans" cxnId="{15FDB471-7139-4DFD-A187-DE22958CF7B6}">
      <dgm:prSet/>
      <dgm:spPr/>
    </dgm:pt>
    <dgm:pt modelId="{FA0ADDB2-799B-49EC-AF8C-A0EADA2DD0B5}" type="sibTrans" cxnId="{15FDB471-7139-4DFD-A187-DE22958CF7B6}">
      <dgm:prSet/>
      <dgm:spPr/>
    </dgm:pt>
    <dgm:pt modelId="{0B779DA2-A1EA-4DF0-B769-816D9DC2730F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598FED09-C236-49F1-92F1-45C2608785AC}" type="parTrans" cxnId="{BB5352F7-76E5-4C78-BD1B-9335922BFAA0}">
      <dgm:prSet/>
      <dgm:spPr/>
      <dgm:t>
        <a:bodyPr/>
        <a:lstStyle/>
        <a:p>
          <a:endParaRPr lang="en-AT"/>
        </a:p>
      </dgm:t>
    </dgm:pt>
    <dgm:pt modelId="{C729F6CF-880D-4AF3-9209-DCFE298F6DF6}" type="sibTrans" cxnId="{BB5352F7-76E5-4C78-BD1B-9335922BFAA0}">
      <dgm:prSet/>
      <dgm:spPr/>
      <dgm:t>
        <a:bodyPr/>
        <a:lstStyle/>
        <a:p>
          <a:endParaRPr lang="en-AT"/>
        </a:p>
      </dgm:t>
    </dgm:pt>
    <dgm:pt modelId="{F682F77E-604E-44C5-BDBF-3EEF201E6C1D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C2483FAD-AB19-4691-A436-412C6E42B3D5}" type="parTrans" cxnId="{0710A20F-29FB-4A21-B93A-127132F83859}">
      <dgm:prSet/>
      <dgm:spPr/>
      <dgm:t>
        <a:bodyPr/>
        <a:lstStyle/>
        <a:p>
          <a:endParaRPr lang="en-AT"/>
        </a:p>
      </dgm:t>
    </dgm:pt>
    <dgm:pt modelId="{11D2607B-AA9E-4128-A6AD-B3465457CCA0}" type="sibTrans" cxnId="{0710A20F-29FB-4A21-B93A-127132F83859}">
      <dgm:prSet/>
      <dgm:spPr/>
      <dgm:t>
        <a:bodyPr/>
        <a:lstStyle/>
        <a:p>
          <a:endParaRPr lang="en-AT"/>
        </a:p>
      </dgm:t>
    </dgm:pt>
    <dgm:pt modelId="{92435B70-1372-480A-817C-67BF812B3A1B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6DBD0E0E-4064-4383-B6D7-B302A13ECB50}" type="parTrans" cxnId="{7CCC629B-729A-43FD-9BB9-1E47A547A386}">
      <dgm:prSet/>
      <dgm:spPr/>
      <dgm:t>
        <a:bodyPr/>
        <a:lstStyle/>
        <a:p>
          <a:endParaRPr lang="en-AT"/>
        </a:p>
      </dgm:t>
    </dgm:pt>
    <dgm:pt modelId="{1782BCF7-1B34-4FDC-9AF2-78C76A835DCB}" type="sibTrans" cxnId="{7CCC629B-729A-43FD-9BB9-1E47A547A386}">
      <dgm:prSet/>
      <dgm:spPr/>
      <dgm:t>
        <a:bodyPr/>
        <a:lstStyle/>
        <a:p>
          <a:endParaRPr lang="en-AT"/>
        </a:p>
      </dgm:t>
    </dgm:pt>
    <dgm:pt modelId="{4D2A2E45-A5D4-4314-8EAA-91173D58EE7E}">
      <dgm:prSet/>
      <dgm:spPr/>
      <dgm:t>
        <a:bodyPr/>
        <a:lstStyle/>
        <a:p>
          <a:pPr>
            <a:defRPr b="1"/>
          </a:pPr>
          <a:r>
            <a:rPr lang="en-US" b="1" dirty="0"/>
            <a:t>July 2026</a:t>
          </a:r>
        </a:p>
      </dgm:t>
    </dgm:pt>
    <dgm:pt modelId="{AB1BB44B-D921-46E0-9390-4FD2B613BF3A}" type="parTrans" cxnId="{C08C649D-C52D-4CEC-BBE4-48F31A10F70F}">
      <dgm:prSet/>
      <dgm:spPr/>
    </dgm:pt>
    <dgm:pt modelId="{EF4BE632-FE93-405F-915E-8F7BA1B5E881}" type="sibTrans" cxnId="{C08C649D-C52D-4CEC-BBE4-48F31A10F70F}">
      <dgm:prSet/>
      <dgm:spPr/>
    </dgm:pt>
    <dgm:pt modelId="{D686EC01-609E-4D9E-A0CF-39956618CE44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3A120090-CE7B-48AE-91C1-4AB074EBE34F}" type="parTrans" cxnId="{13B76337-3642-4917-AD41-F7C12A6B32FB}">
      <dgm:prSet/>
      <dgm:spPr/>
      <dgm:t>
        <a:bodyPr/>
        <a:lstStyle/>
        <a:p>
          <a:endParaRPr lang="en-AT"/>
        </a:p>
      </dgm:t>
    </dgm:pt>
    <dgm:pt modelId="{4A2B9837-C5C8-4D28-AB5B-6D5C9128F8F7}" type="sibTrans" cxnId="{13B76337-3642-4917-AD41-F7C12A6B32FB}">
      <dgm:prSet/>
      <dgm:spPr/>
      <dgm:t>
        <a:bodyPr/>
        <a:lstStyle/>
        <a:p>
          <a:endParaRPr lang="en-AT"/>
        </a:p>
      </dgm:t>
    </dgm:pt>
    <dgm:pt modelId="{AB3E56E4-915F-4420-86BA-042981D5A66D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14F6512D-6FA8-4EF0-82B3-2F1C46D860CE}" type="parTrans" cxnId="{DCEC8AC8-0BF0-41BB-A907-FDB187D601E3}">
      <dgm:prSet/>
      <dgm:spPr/>
      <dgm:t>
        <a:bodyPr/>
        <a:lstStyle/>
        <a:p>
          <a:endParaRPr lang="en-AT"/>
        </a:p>
      </dgm:t>
    </dgm:pt>
    <dgm:pt modelId="{497EA473-2207-4F12-9074-A9A44F806CB3}" type="sibTrans" cxnId="{DCEC8AC8-0BF0-41BB-A907-FDB187D601E3}">
      <dgm:prSet/>
      <dgm:spPr/>
      <dgm:t>
        <a:bodyPr/>
        <a:lstStyle/>
        <a:p>
          <a:endParaRPr lang="en-AT"/>
        </a:p>
      </dgm:t>
    </dgm:pt>
    <dgm:pt modelId="{9C2E0DE2-6F2B-4B83-839C-89164E1211BD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5582A7D9-B3F5-4EBD-A743-7E61E03379A7}" type="parTrans" cxnId="{C74B179A-F0B1-46B3-8540-E1297515AC01}">
      <dgm:prSet/>
      <dgm:spPr/>
      <dgm:t>
        <a:bodyPr/>
        <a:lstStyle/>
        <a:p>
          <a:endParaRPr lang="en-AT"/>
        </a:p>
      </dgm:t>
    </dgm:pt>
    <dgm:pt modelId="{0DFB394E-E380-410A-AB58-EC90872BBB0F}" type="sibTrans" cxnId="{C74B179A-F0B1-46B3-8540-E1297515AC01}">
      <dgm:prSet/>
      <dgm:spPr/>
      <dgm:t>
        <a:bodyPr/>
        <a:lstStyle/>
        <a:p>
          <a:endParaRPr lang="en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4F34774A-C501-479D-97D4-96F8A971C11B}" type="pres">
      <dgm:prSet presAssocID="{03F0D2B8-C8EA-41DD-9A31-C80AC615092A}" presName="composite" presStyleCnt="0"/>
      <dgm:spPr/>
    </dgm:pt>
    <dgm:pt modelId="{36204E43-456D-4873-B8B2-5FDCD5140559}" type="pres">
      <dgm:prSet presAssocID="{03F0D2B8-C8EA-41DD-9A31-C80AC615092A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B9851E9-C374-4D06-BCE3-91074768DCE4}" type="pres">
      <dgm:prSet presAssocID="{03F0D2B8-C8EA-41DD-9A31-C80AC615092A}" presName="DropPinPlaceHolder" presStyleCnt="0"/>
      <dgm:spPr/>
    </dgm:pt>
    <dgm:pt modelId="{56833F5D-D16B-413D-8DF4-3F1AC2654C00}" type="pres">
      <dgm:prSet presAssocID="{03F0D2B8-C8EA-41DD-9A31-C80AC615092A}" presName="DropPin" presStyleLbl="alignNode1" presStyleIdx="0" presStyleCnt="3"/>
      <dgm:spPr/>
    </dgm:pt>
    <dgm:pt modelId="{21559CEB-0044-4C13-9837-732E2E95A197}" type="pres">
      <dgm:prSet presAssocID="{03F0D2B8-C8EA-41DD-9A31-C80AC615092A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43ECC9AC-0A80-4577-87CB-9F1E1B8160C0}" type="pres">
      <dgm:prSet presAssocID="{03F0D2B8-C8EA-41DD-9A31-C80AC615092A}" presName="L2TextContainer" presStyleLbl="revTx" presStyleIdx="0" presStyleCnt="6">
        <dgm:presLayoutVars>
          <dgm:bulletEnabled val="1"/>
        </dgm:presLayoutVars>
      </dgm:prSet>
      <dgm:spPr/>
    </dgm:pt>
    <dgm:pt modelId="{1FA71F10-5700-4047-9446-CBB6585ACA3E}" type="pres">
      <dgm:prSet presAssocID="{03F0D2B8-C8EA-41DD-9A31-C80AC615092A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3D767E36-31DB-40DE-8795-616FAE4051F4}" type="pres">
      <dgm:prSet presAssocID="{03F0D2B8-C8EA-41DD-9A31-C80AC615092A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C7946762-BA86-4AF7-A567-33D74E426184}" type="pres">
      <dgm:prSet presAssocID="{03F0D2B8-C8EA-41DD-9A31-C80AC615092A}" presName="EmptyPlaceHolder" presStyleCnt="0"/>
      <dgm:spPr/>
    </dgm:pt>
    <dgm:pt modelId="{D4FC2919-C4FC-4C51-82E9-9F9F9E90EFD2}" type="pres">
      <dgm:prSet presAssocID="{B1092C29-9432-4ED2-AEAC-C1C22DEACD4E}" presName="spaceBetweenRectangles" presStyleCnt="0"/>
      <dgm:spPr/>
    </dgm:pt>
    <dgm:pt modelId="{CC16B85F-BEBE-433B-9587-D4050ABD2A70}" type="pres">
      <dgm:prSet presAssocID="{3C03CE33-C642-4533-B0FD-4FDEDBFD1915}" presName="composite" presStyleCnt="0"/>
      <dgm:spPr/>
    </dgm:pt>
    <dgm:pt modelId="{6038751B-AFF3-4D33-8130-F62D0B0508B1}" type="pres">
      <dgm:prSet presAssocID="{3C03CE33-C642-4533-B0FD-4FDEDBFD1915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767F4EF-2DD6-499C-A5B5-8ACEA9BD996D}" type="pres">
      <dgm:prSet presAssocID="{3C03CE33-C642-4533-B0FD-4FDEDBFD1915}" presName="DropPinPlaceHolder" presStyleCnt="0"/>
      <dgm:spPr/>
    </dgm:pt>
    <dgm:pt modelId="{BB8837C9-EC83-480C-9F95-511DF074371B}" type="pres">
      <dgm:prSet presAssocID="{3C03CE33-C642-4533-B0FD-4FDEDBFD1915}" presName="DropPin" presStyleLbl="alignNode1" presStyleIdx="1" presStyleCnt="3"/>
      <dgm:spPr/>
    </dgm:pt>
    <dgm:pt modelId="{B9F786D5-7A8C-4BC4-8AE6-38C65EAEA1F0}" type="pres">
      <dgm:prSet presAssocID="{3C03CE33-C642-4533-B0FD-4FDEDBFD1915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289DB0A1-A868-4B96-929F-38FE0F79AFF2}" type="pres">
      <dgm:prSet presAssocID="{3C03CE33-C642-4533-B0FD-4FDEDBFD1915}" presName="L2TextContainer" presStyleLbl="revTx" presStyleIdx="2" presStyleCnt="6">
        <dgm:presLayoutVars>
          <dgm:bulletEnabled val="1"/>
        </dgm:presLayoutVars>
      </dgm:prSet>
      <dgm:spPr/>
    </dgm:pt>
    <dgm:pt modelId="{87917524-05B7-49D8-B97B-E6CA534803F4}" type="pres">
      <dgm:prSet presAssocID="{3C03CE33-C642-4533-B0FD-4FDEDBFD1915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93418ABE-E8DF-436F-9F59-70461B0713E6}" type="pres">
      <dgm:prSet presAssocID="{3C03CE33-C642-4533-B0FD-4FDEDBFD1915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1840B21-733F-46FC-92D3-56E4111B86F7}" type="pres">
      <dgm:prSet presAssocID="{3C03CE33-C642-4533-B0FD-4FDEDBFD1915}" presName="EmptyPlaceHolder" presStyleCnt="0"/>
      <dgm:spPr/>
    </dgm:pt>
    <dgm:pt modelId="{3FE6991A-1730-4707-90AB-82A7BE2C6573}" type="pres">
      <dgm:prSet presAssocID="{FA0ADDB2-799B-49EC-AF8C-A0EADA2DD0B5}" presName="spaceBetweenRectangles" presStyleCnt="0"/>
      <dgm:spPr/>
    </dgm:pt>
    <dgm:pt modelId="{CA46FAE5-2F94-4A5C-BFC1-D1C3D5FC9F55}" type="pres">
      <dgm:prSet presAssocID="{4D2A2E45-A5D4-4314-8EAA-91173D58EE7E}" presName="composite" presStyleCnt="0"/>
      <dgm:spPr/>
    </dgm:pt>
    <dgm:pt modelId="{2BBC1A12-EBC4-42DB-A34E-1F15A77106E9}" type="pres">
      <dgm:prSet presAssocID="{4D2A2E45-A5D4-4314-8EAA-91173D58EE7E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10BF1E5-9536-451A-B455-B60838304AFD}" type="pres">
      <dgm:prSet presAssocID="{4D2A2E45-A5D4-4314-8EAA-91173D58EE7E}" presName="DropPinPlaceHolder" presStyleCnt="0"/>
      <dgm:spPr/>
    </dgm:pt>
    <dgm:pt modelId="{A7096C30-E593-4D0E-8AF5-F56F70038D7D}" type="pres">
      <dgm:prSet presAssocID="{4D2A2E45-A5D4-4314-8EAA-91173D58EE7E}" presName="DropPin" presStyleLbl="alignNode1" presStyleIdx="2" presStyleCnt="3"/>
      <dgm:spPr/>
    </dgm:pt>
    <dgm:pt modelId="{222AF8EF-2CEE-462A-B882-4DC33326E2AF}" type="pres">
      <dgm:prSet presAssocID="{4D2A2E45-A5D4-4314-8EAA-91173D58EE7E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E12CA1DA-8E14-4DE9-B641-9099947FEC21}" type="pres">
      <dgm:prSet presAssocID="{4D2A2E45-A5D4-4314-8EAA-91173D58EE7E}" presName="L2TextContainer" presStyleLbl="revTx" presStyleIdx="4" presStyleCnt="6">
        <dgm:presLayoutVars>
          <dgm:bulletEnabled val="1"/>
        </dgm:presLayoutVars>
      </dgm:prSet>
      <dgm:spPr/>
    </dgm:pt>
    <dgm:pt modelId="{CCF9C42C-1D7E-4C8C-83D0-004E39A31ADF}" type="pres">
      <dgm:prSet presAssocID="{4D2A2E45-A5D4-4314-8EAA-91173D58EE7E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91CA268A-506B-407A-89C4-361C7EB2ED2C}" type="pres">
      <dgm:prSet presAssocID="{4D2A2E45-A5D4-4314-8EAA-91173D58EE7E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AA1F22D-5753-424E-9FCE-B818FB1169D4}" type="pres">
      <dgm:prSet presAssocID="{4D2A2E45-A5D4-4314-8EAA-91173D58EE7E}" presName="EmptyPlaceHolder" presStyleCnt="0"/>
      <dgm:spPr/>
    </dgm:pt>
  </dgm:ptLst>
  <dgm:cxnLst>
    <dgm:cxn modelId="{0710A20F-29FB-4A21-B93A-127132F83859}" srcId="{3C03CE33-C642-4533-B0FD-4FDEDBFD1915}" destId="{F682F77E-604E-44C5-BDBF-3EEF201E6C1D}" srcOrd="1" destOrd="0" parTransId="{C2483FAD-AB19-4691-A436-412C6E42B3D5}" sibTransId="{11D2607B-AA9E-4128-A6AD-B3465457CCA0}"/>
    <dgm:cxn modelId="{516A3222-FB76-4693-A554-1C11CBEDF607}" srcId="{03F0D2B8-C8EA-41DD-9A31-C80AC615092A}" destId="{26509ECC-470D-48D8-A961-8A18DDDF54DF}" srcOrd="2" destOrd="0" parTransId="{12409D38-A361-4204-8A42-9A08477B46FC}" sibTransId="{96B73BB3-878F-4D86-A665-7B84596F8480}"/>
    <dgm:cxn modelId="{7037DC28-46B9-452E-9B7A-FE144EC62E5C}" type="presOf" srcId="{AB3E56E4-915F-4420-86BA-042981D5A66D}" destId="{E12CA1DA-8E14-4DE9-B641-9099947FEC21}" srcOrd="0" destOrd="1" presId="urn:microsoft.com/office/officeart/2017/3/layout/DropPinTimeline"/>
    <dgm:cxn modelId="{13B76337-3642-4917-AD41-F7C12A6B32FB}" srcId="{4D2A2E45-A5D4-4314-8EAA-91173D58EE7E}" destId="{D686EC01-609E-4D9E-A0CF-39956618CE44}" srcOrd="0" destOrd="0" parTransId="{3A120090-CE7B-48AE-91C1-4AB074EBE34F}" sibTransId="{4A2B9837-C5C8-4D28-AB5B-6D5C9128F8F7}"/>
    <dgm:cxn modelId="{28D83441-6F8D-436D-B3C3-01E1E59686D5}" type="presOf" srcId="{F682F77E-604E-44C5-BDBF-3EEF201E6C1D}" destId="{289DB0A1-A868-4B96-929F-38FE0F79AFF2}" srcOrd="0" destOrd="1" presId="urn:microsoft.com/office/officeart/2017/3/layout/DropPinTimeline"/>
    <dgm:cxn modelId="{09957D65-61A8-431A-A466-A952183ADF99}" srcId="{03F0D2B8-C8EA-41DD-9A31-C80AC615092A}" destId="{FA169A06-DBA8-4224-B7DD-F145083A40A2}" srcOrd="0" destOrd="0" parTransId="{AB38DB21-7BD8-47B4-9451-9127AEEB2634}" sibTransId="{3577A8D3-347E-4904-88C0-257C067D48B6}"/>
    <dgm:cxn modelId="{6016BC69-3A85-4A89-99A9-8A6945CA3FCC}" type="presOf" srcId="{26509ECC-470D-48D8-A961-8A18DDDF54DF}" destId="{43ECC9AC-0A80-4577-87CB-9F1E1B8160C0}" srcOrd="0" destOrd="2" presId="urn:microsoft.com/office/officeart/2017/3/layout/DropPinTimeline"/>
    <dgm:cxn modelId="{15FDB471-7139-4DFD-A187-DE22958CF7B6}" srcId="{6E93DE44-4E4A-4C9A-95E4-2181834F7975}" destId="{3C03CE33-C642-4533-B0FD-4FDEDBFD1915}" srcOrd="1" destOrd="0" parTransId="{CF59C3F3-5AD9-466F-8C31-3D81F1D791D4}" sibTransId="{FA0ADDB2-799B-49EC-AF8C-A0EADA2DD0B5}"/>
    <dgm:cxn modelId="{9185E454-A17C-45ED-BAF9-E1B007A04B57}" type="presOf" srcId="{9C2E0DE2-6F2B-4B83-839C-89164E1211BD}" destId="{E12CA1DA-8E14-4DE9-B641-9099947FEC21}" srcOrd="0" destOrd="2" presId="urn:microsoft.com/office/officeart/2017/3/layout/DropPinTimeline"/>
    <dgm:cxn modelId="{4DC75B56-4334-4063-83E9-91CFD9B714AA}" srcId="{03F0D2B8-C8EA-41DD-9A31-C80AC615092A}" destId="{935069C5-A44D-44B1-B846-51D568062D74}" srcOrd="1" destOrd="0" parTransId="{3914128C-D656-4311-8314-580B615B13D0}" sibTransId="{7651F642-C426-4B32-8ED8-053FFF2C77F1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59920C92-3D2B-466B-9A22-A7BFBB82C7F3}" type="presOf" srcId="{935069C5-A44D-44B1-B846-51D568062D74}" destId="{43ECC9AC-0A80-4577-87CB-9F1E1B8160C0}" srcOrd="0" destOrd="1" presId="urn:microsoft.com/office/officeart/2017/3/layout/DropPinTimeline"/>
    <dgm:cxn modelId="{C74B179A-F0B1-46B3-8540-E1297515AC01}" srcId="{4D2A2E45-A5D4-4314-8EAA-91173D58EE7E}" destId="{9C2E0DE2-6F2B-4B83-839C-89164E1211BD}" srcOrd="2" destOrd="0" parTransId="{5582A7D9-B3F5-4EBD-A743-7E61E03379A7}" sibTransId="{0DFB394E-E380-410A-AB58-EC90872BBB0F}"/>
    <dgm:cxn modelId="{7CCC629B-729A-43FD-9BB9-1E47A547A386}" srcId="{3C03CE33-C642-4533-B0FD-4FDEDBFD1915}" destId="{92435B70-1372-480A-817C-67BF812B3A1B}" srcOrd="2" destOrd="0" parTransId="{6DBD0E0E-4064-4383-B6D7-B302A13ECB50}" sibTransId="{1782BCF7-1B34-4FDC-9AF2-78C76A835DCB}"/>
    <dgm:cxn modelId="{C08C649D-C52D-4CEC-BBE4-48F31A10F70F}" srcId="{6E93DE44-4E4A-4C9A-95E4-2181834F7975}" destId="{4D2A2E45-A5D4-4314-8EAA-91173D58EE7E}" srcOrd="2" destOrd="0" parTransId="{AB1BB44B-D921-46E0-9390-4FD2B613BF3A}" sibTransId="{EF4BE632-FE93-405F-915E-8F7BA1B5E881}"/>
    <dgm:cxn modelId="{15E25DA4-B097-41B8-B731-8769C96DAC3A}" type="presOf" srcId="{92435B70-1372-480A-817C-67BF812B3A1B}" destId="{289DB0A1-A868-4B96-929F-38FE0F79AFF2}" srcOrd="0" destOrd="2" presId="urn:microsoft.com/office/officeart/2017/3/layout/DropPinTimeline"/>
    <dgm:cxn modelId="{DC2B24AB-B830-42F2-82B5-B6470C07E0AB}" type="presOf" srcId="{FA169A06-DBA8-4224-B7DD-F145083A40A2}" destId="{43ECC9AC-0A80-4577-87CB-9F1E1B8160C0}" srcOrd="0" destOrd="0" presId="urn:microsoft.com/office/officeart/2017/3/layout/DropPinTimeline"/>
    <dgm:cxn modelId="{1FCB2DAC-E844-46A5-8DAF-635805524395}" type="presOf" srcId="{D686EC01-609E-4D9E-A0CF-39956618CE44}" destId="{E12CA1DA-8E14-4DE9-B641-9099947FEC21}" srcOrd="0" destOrd="0" presId="urn:microsoft.com/office/officeart/2017/3/layout/DropPinTimeline"/>
    <dgm:cxn modelId="{DCEC8AC8-0BF0-41BB-A907-FDB187D601E3}" srcId="{4D2A2E45-A5D4-4314-8EAA-91173D58EE7E}" destId="{AB3E56E4-915F-4420-86BA-042981D5A66D}" srcOrd="1" destOrd="0" parTransId="{14F6512D-6FA8-4EF0-82B3-2F1C46D860CE}" sibTransId="{497EA473-2207-4F12-9074-A9A44F806CB3}"/>
    <dgm:cxn modelId="{D44028D4-BBA5-410D-9211-0521CDCCDA17}" srcId="{6E93DE44-4E4A-4C9A-95E4-2181834F7975}" destId="{03F0D2B8-C8EA-41DD-9A31-C80AC615092A}" srcOrd="0" destOrd="0" parTransId="{213AA41C-DC09-4CF3-8C6E-6F350594133C}" sibTransId="{B1092C29-9432-4ED2-AEAC-C1C22DEACD4E}"/>
    <dgm:cxn modelId="{E1ECBBD6-6AF8-435A-87EC-C0FAE335B7FC}" type="presOf" srcId="{0B779DA2-A1EA-4DF0-B769-816D9DC2730F}" destId="{289DB0A1-A868-4B96-929F-38FE0F79AFF2}" srcOrd="0" destOrd="0" presId="urn:microsoft.com/office/officeart/2017/3/layout/DropPinTimeline"/>
    <dgm:cxn modelId="{76E8A2DA-7A0D-4678-AADE-6E3B5374C82C}" type="presOf" srcId="{03F0D2B8-C8EA-41DD-9A31-C80AC615092A}" destId="{1FA71F10-5700-4047-9446-CBB6585ACA3E}" srcOrd="0" destOrd="0" presId="urn:microsoft.com/office/officeart/2017/3/layout/DropPinTimeline"/>
    <dgm:cxn modelId="{5F1C4DDC-B28A-40AC-B6FA-030B229EC923}" type="presOf" srcId="{3C03CE33-C642-4533-B0FD-4FDEDBFD1915}" destId="{87917524-05B7-49D8-B97B-E6CA534803F4}" srcOrd="0" destOrd="0" presId="urn:microsoft.com/office/officeart/2017/3/layout/DropPinTimeline"/>
    <dgm:cxn modelId="{16E554DE-2C24-4A42-9D34-DB0FA34729CC}" type="presOf" srcId="{4D2A2E45-A5D4-4314-8EAA-91173D58EE7E}" destId="{CCF9C42C-1D7E-4C8C-83D0-004E39A31ADF}" srcOrd="0" destOrd="0" presId="urn:microsoft.com/office/officeart/2017/3/layout/DropPinTimeline"/>
    <dgm:cxn modelId="{BB5352F7-76E5-4C78-BD1B-9335922BFAA0}" srcId="{3C03CE33-C642-4533-B0FD-4FDEDBFD1915}" destId="{0B779DA2-A1EA-4DF0-B769-816D9DC2730F}" srcOrd="0" destOrd="0" parTransId="{598FED09-C236-49F1-92F1-45C2608785AC}" sibTransId="{C729F6CF-880D-4AF3-9209-DCFE298F6DF6}"/>
    <dgm:cxn modelId="{418C8FC8-F43D-4142-87A2-6FBD453581D5}" type="presParOf" srcId="{3DA630F9-2B07-4D76-AB3F-EB26E00F6B3F}" destId="{28FC3E88-7C32-415F-9750-3D26A34F0107}" srcOrd="0" destOrd="0" presId="urn:microsoft.com/office/officeart/2017/3/layout/DropPinTimeline"/>
    <dgm:cxn modelId="{6683EA2F-2D82-4AF0-A768-AF8AAB576C21}" type="presParOf" srcId="{3DA630F9-2B07-4D76-AB3F-EB26E00F6B3F}" destId="{A76CF17B-42DA-4154-BC58-6F58196E6904}" srcOrd="1" destOrd="0" presId="urn:microsoft.com/office/officeart/2017/3/layout/DropPinTimeline"/>
    <dgm:cxn modelId="{CBC2F705-9025-48FD-B0AF-67108E012A4B}" type="presParOf" srcId="{A76CF17B-42DA-4154-BC58-6F58196E6904}" destId="{4F34774A-C501-479D-97D4-96F8A971C11B}" srcOrd="0" destOrd="0" presId="urn:microsoft.com/office/officeart/2017/3/layout/DropPinTimeline"/>
    <dgm:cxn modelId="{07C565BC-7522-4014-82D7-5A775CFB50EB}" type="presParOf" srcId="{4F34774A-C501-479D-97D4-96F8A971C11B}" destId="{36204E43-456D-4873-B8B2-5FDCD5140559}" srcOrd="0" destOrd="0" presId="urn:microsoft.com/office/officeart/2017/3/layout/DropPinTimeline"/>
    <dgm:cxn modelId="{0DDBC8F7-B151-40A4-9F37-3DDB3EE20FF9}" type="presParOf" srcId="{4F34774A-C501-479D-97D4-96F8A971C11B}" destId="{BB9851E9-C374-4D06-BCE3-91074768DCE4}" srcOrd="1" destOrd="0" presId="urn:microsoft.com/office/officeart/2017/3/layout/DropPinTimeline"/>
    <dgm:cxn modelId="{B2E8156C-527C-4B84-8842-D8AC8A41C6E6}" type="presParOf" srcId="{BB9851E9-C374-4D06-BCE3-91074768DCE4}" destId="{56833F5D-D16B-413D-8DF4-3F1AC2654C00}" srcOrd="0" destOrd="0" presId="urn:microsoft.com/office/officeart/2017/3/layout/DropPinTimeline"/>
    <dgm:cxn modelId="{29B71AB8-35DC-46F5-90AC-C097ECEC9C08}" type="presParOf" srcId="{BB9851E9-C374-4D06-BCE3-91074768DCE4}" destId="{21559CEB-0044-4C13-9837-732E2E95A197}" srcOrd="1" destOrd="0" presId="urn:microsoft.com/office/officeart/2017/3/layout/DropPinTimeline"/>
    <dgm:cxn modelId="{01748DA0-E27B-40B5-A2A3-110D047E8A40}" type="presParOf" srcId="{4F34774A-C501-479D-97D4-96F8A971C11B}" destId="{43ECC9AC-0A80-4577-87CB-9F1E1B8160C0}" srcOrd="2" destOrd="0" presId="urn:microsoft.com/office/officeart/2017/3/layout/DropPinTimeline"/>
    <dgm:cxn modelId="{6DE7FD62-A827-42EC-8C71-C51A4137CAE7}" type="presParOf" srcId="{4F34774A-C501-479D-97D4-96F8A971C11B}" destId="{1FA71F10-5700-4047-9446-CBB6585ACA3E}" srcOrd="3" destOrd="0" presId="urn:microsoft.com/office/officeart/2017/3/layout/DropPinTimeline"/>
    <dgm:cxn modelId="{78AA5A6A-614F-432B-A26A-1C4E0081488B}" type="presParOf" srcId="{4F34774A-C501-479D-97D4-96F8A971C11B}" destId="{3D767E36-31DB-40DE-8795-616FAE4051F4}" srcOrd="4" destOrd="0" presId="urn:microsoft.com/office/officeart/2017/3/layout/DropPinTimeline"/>
    <dgm:cxn modelId="{AD59677F-DB70-41CB-8AD2-1BF2227D15B2}" type="presParOf" srcId="{4F34774A-C501-479D-97D4-96F8A971C11B}" destId="{C7946762-BA86-4AF7-A567-33D74E426184}" srcOrd="5" destOrd="0" presId="urn:microsoft.com/office/officeart/2017/3/layout/DropPinTimeline"/>
    <dgm:cxn modelId="{FEBCFC79-ED1F-4A32-B0BA-8EBEF43B47EC}" type="presParOf" srcId="{A76CF17B-42DA-4154-BC58-6F58196E6904}" destId="{D4FC2919-C4FC-4C51-82E9-9F9F9E90EFD2}" srcOrd="1" destOrd="0" presId="urn:microsoft.com/office/officeart/2017/3/layout/DropPinTimeline"/>
    <dgm:cxn modelId="{7F14907C-A8DA-4AFC-8067-0ACAED33A19E}" type="presParOf" srcId="{A76CF17B-42DA-4154-BC58-6F58196E6904}" destId="{CC16B85F-BEBE-433B-9587-D4050ABD2A70}" srcOrd="2" destOrd="0" presId="urn:microsoft.com/office/officeart/2017/3/layout/DropPinTimeline"/>
    <dgm:cxn modelId="{93E72CCF-A83A-4CB7-9133-DE2F9DADB1D7}" type="presParOf" srcId="{CC16B85F-BEBE-433B-9587-D4050ABD2A70}" destId="{6038751B-AFF3-4D33-8130-F62D0B0508B1}" srcOrd="0" destOrd="0" presId="urn:microsoft.com/office/officeart/2017/3/layout/DropPinTimeline"/>
    <dgm:cxn modelId="{525AE297-7188-448D-A55D-0D6FC29DE202}" type="presParOf" srcId="{CC16B85F-BEBE-433B-9587-D4050ABD2A70}" destId="{E767F4EF-2DD6-499C-A5B5-8ACEA9BD996D}" srcOrd="1" destOrd="0" presId="urn:microsoft.com/office/officeart/2017/3/layout/DropPinTimeline"/>
    <dgm:cxn modelId="{B34AE8BD-0BE1-4A62-A8A3-4B5587BFEC76}" type="presParOf" srcId="{E767F4EF-2DD6-499C-A5B5-8ACEA9BD996D}" destId="{BB8837C9-EC83-480C-9F95-511DF074371B}" srcOrd="0" destOrd="0" presId="urn:microsoft.com/office/officeart/2017/3/layout/DropPinTimeline"/>
    <dgm:cxn modelId="{2E80A16D-18BC-462C-BDA3-208E5DD1A179}" type="presParOf" srcId="{E767F4EF-2DD6-499C-A5B5-8ACEA9BD996D}" destId="{B9F786D5-7A8C-4BC4-8AE6-38C65EAEA1F0}" srcOrd="1" destOrd="0" presId="urn:microsoft.com/office/officeart/2017/3/layout/DropPinTimeline"/>
    <dgm:cxn modelId="{A19438ED-4DD3-4885-B79C-A01FBC5DCB64}" type="presParOf" srcId="{CC16B85F-BEBE-433B-9587-D4050ABD2A70}" destId="{289DB0A1-A868-4B96-929F-38FE0F79AFF2}" srcOrd="2" destOrd="0" presId="urn:microsoft.com/office/officeart/2017/3/layout/DropPinTimeline"/>
    <dgm:cxn modelId="{32FA8B53-2FA1-4298-A1AA-5EC20D7896D1}" type="presParOf" srcId="{CC16B85F-BEBE-433B-9587-D4050ABD2A70}" destId="{87917524-05B7-49D8-B97B-E6CA534803F4}" srcOrd="3" destOrd="0" presId="urn:microsoft.com/office/officeart/2017/3/layout/DropPinTimeline"/>
    <dgm:cxn modelId="{B29AAA27-B9D0-457D-B8E5-B42CBDC75A00}" type="presParOf" srcId="{CC16B85F-BEBE-433B-9587-D4050ABD2A70}" destId="{93418ABE-E8DF-436F-9F59-70461B0713E6}" srcOrd="4" destOrd="0" presId="urn:microsoft.com/office/officeart/2017/3/layout/DropPinTimeline"/>
    <dgm:cxn modelId="{A7F1E163-2FA2-4014-9CCB-56715FA7CED1}" type="presParOf" srcId="{CC16B85F-BEBE-433B-9587-D4050ABD2A70}" destId="{91840B21-733F-46FC-92D3-56E4111B86F7}" srcOrd="5" destOrd="0" presId="urn:microsoft.com/office/officeart/2017/3/layout/DropPinTimeline"/>
    <dgm:cxn modelId="{D7C7EE72-CDF8-4968-A27B-B5E381B56223}" type="presParOf" srcId="{A76CF17B-42DA-4154-BC58-6F58196E6904}" destId="{3FE6991A-1730-4707-90AB-82A7BE2C6573}" srcOrd="3" destOrd="0" presId="urn:microsoft.com/office/officeart/2017/3/layout/DropPinTimeline"/>
    <dgm:cxn modelId="{019466E7-951C-4DC6-B4AE-1D58273AB214}" type="presParOf" srcId="{A76CF17B-42DA-4154-BC58-6F58196E6904}" destId="{CA46FAE5-2F94-4A5C-BFC1-D1C3D5FC9F55}" srcOrd="4" destOrd="0" presId="urn:microsoft.com/office/officeart/2017/3/layout/DropPinTimeline"/>
    <dgm:cxn modelId="{DD8C59C3-8D7D-4EF6-9C9C-C6861B580D0A}" type="presParOf" srcId="{CA46FAE5-2F94-4A5C-BFC1-D1C3D5FC9F55}" destId="{2BBC1A12-EBC4-42DB-A34E-1F15A77106E9}" srcOrd="0" destOrd="0" presId="urn:microsoft.com/office/officeart/2017/3/layout/DropPinTimeline"/>
    <dgm:cxn modelId="{6BF382E4-0334-4DA4-80BE-597D6CEE5CD0}" type="presParOf" srcId="{CA46FAE5-2F94-4A5C-BFC1-D1C3D5FC9F55}" destId="{910BF1E5-9536-451A-B455-B60838304AFD}" srcOrd="1" destOrd="0" presId="urn:microsoft.com/office/officeart/2017/3/layout/DropPinTimeline"/>
    <dgm:cxn modelId="{B5F34F41-2800-4C0B-A955-5D85F4E6E76C}" type="presParOf" srcId="{910BF1E5-9536-451A-B455-B60838304AFD}" destId="{A7096C30-E593-4D0E-8AF5-F56F70038D7D}" srcOrd="0" destOrd="0" presId="urn:microsoft.com/office/officeart/2017/3/layout/DropPinTimeline"/>
    <dgm:cxn modelId="{82CDC36F-C1B2-45B9-B58E-2549140E0254}" type="presParOf" srcId="{910BF1E5-9536-451A-B455-B60838304AFD}" destId="{222AF8EF-2CEE-462A-B882-4DC33326E2AF}" srcOrd="1" destOrd="0" presId="urn:microsoft.com/office/officeart/2017/3/layout/DropPinTimeline"/>
    <dgm:cxn modelId="{7BCFB39C-8D07-48CF-95B6-90D03763403D}" type="presParOf" srcId="{CA46FAE5-2F94-4A5C-BFC1-D1C3D5FC9F55}" destId="{E12CA1DA-8E14-4DE9-B641-9099947FEC21}" srcOrd="2" destOrd="0" presId="urn:microsoft.com/office/officeart/2017/3/layout/DropPinTimeline"/>
    <dgm:cxn modelId="{54CDEE46-3B9C-4A46-9FA9-104183E319BC}" type="presParOf" srcId="{CA46FAE5-2F94-4A5C-BFC1-D1C3D5FC9F55}" destId="{CCF9C42C-1D7E-4C8C-83D0-004E39A31ADF}" srcOrd="3" destOrd="0" presId="urn:microsoft.com/office/officeart/2017/3/layout/DropPinTimeline"/>
    <dgm:cxn modelId="{7C630B7E-CF34-469C-8F0D-9810DD6A7A54}" type="presParOf" srcId="{CA46FAE5-2F94-4A5C-BFC1-D1C3D5FC9F55}" destId="{91CA268A-506B-407A-89C4-361C7EB2ED2C}" srcOrd="4" destOrd="0" presId="urn:microsoft.com/office/officeart/2017/3/layout/DropPinTimeline"/>
    <dgm:cxn modelId="{6CC19654-3F0C-4861-AD21-F6BB6F1014ED}" type="presParOf" srcId="{CA46FAE5-2F94-4A5C-BFC1-D1C3D5FC9F55}" destId="{1AA1F22D-5753-424E-9FCE-B818FB1169D4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33F5D-D16B-413D-8DF4-3F1AC2654C00}">
      <dsp:nvSpPr>
        <dsp:cNvPr id="0" name=""/>
        <dsp:cNvSpPr/>
      </dsp:nvSpPr>
      <dsp:spPr>
        <a:xfrm rot="8100000">
          <a:off x="76281" y="501406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59CEB-0044-4C13-9837-732E2E95A197}">
      <dsp:nvSpPr>
        <dsp:cNvPr id="0" name=""/>
        <dsp:cNvSpPr/>
      </dsp:nvSpPr>
      <dsp:spPr>
        <a:xfrm>
          <a:off x="111830" y="536955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CC9AC-0A80-4577-87CB-9F1E1B8160C0}">
      <dsp:nvSpPr>
        <dsp:cNvPr id="0" name=""/>
        <dsp:cNvSpPr/>
      </dsp:nvSpPr>
      <dsp:spPr>
        <a:xfrm>
          <a:off x="462548" y="887672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</dsp:txBody>
      <dsp:txXfrm>
        <a:off x="462548" y="887672"/>
        <a:ext cx="4364117" cy="1287996"/>
      </dsp:txXfrm>
    </dsp:sp>
    <dsp:sp modelId="{1FA71F10-5700-4047-9446-CBB6585ACA3E}">
      <dsp:nvSpPr>
        <dsp:cNvPr id="0" name=""/>
        <dsp:cNvSpPr/>
      </dsp:nvSpPr>
      <dsp:spPr>
        <a:xfrm>
          <a:off x="462548" y="435133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May 2026</a:t>
          </a:r>
        </a:p>
      </dsp:txBody>
      <dsp:txXfrm>
        <a:off x="462548" y="435133"/>
        <a:ext cx="4364117" cy="452539"/>
      </dsp:txXfrm>
    </dsp:sp>
    <dsp:sp modelId="{3D767E36-31DB-40DE-8795-616FAE4051F4}">
      <dsp:nvSpPr>
        <dsp:cNvPr id="0" name=""/>
        <dsp:cNvSpPr/>
      </dsp:nvSpPr>
      <dsp:spPr>
        <a:xfrm>
          <a:off x="236278" y="887672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04E43-456D-4873-B8B2-5FDCD5140559}">
      <dsp:nvSpPr>
        <dsp:cNvPr id="0" name=""/>
        <dsp:cNvSpPr/>
      </dsp:nvSpPr>
      <dsp:spPr>
        <a:xfrm>
          <a:off x="194677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837C9-EC83-480C-9F95-511DF074371B}">
      <dsp:nvSpPr>
        <dsp:cNvPr id="0" name=""/>
        <dsp:cNvSpPr/>
      </dsp:nvSpPr>
      <dsp:spPr>
        <a:xfrm rot="18900000">
          <a:off x="2695086" y="3529937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786D5-7A8C-4BC4-8AE6-38C65EAEA1F0}">
      <dsp:nvSpPr>
        <dsp:cNvPr id="0" name=""/>
        <dsp:cNvSpPr/>
      </dsp:nvSpPr>
      <dsp:spPr>
        <a:xfrm>
          <a:off x="2730634" y="3565486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9DB0A1-A868-4B96-929F-38FE0F79AFF2}">
      <dsp:nvSpPr>
        <dsp:cNvPr id="0" name=""/>
        <dsp:cNvSpPr/>
      </dsp:nvSpPr>
      <dsp:spPr>
        <a:xfrm>
          <a:off x="3081352" y="2175669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</dsp:txBody>
      <dsp:txXfrm>
        <a:off x="3081352" y="2175669"/>
        <a:ext cx="4364117" cy="1287996"/>
      </dsp:txXfrm>
    </dsp:sp>
    <dsp:sp modelId="{87917524-05B7-49D8-B97B-E6CA534803F4}">
      <dsp:nvSpPr>
        <dsp:cNvPr id="0" name=""/>
        <dsp:cNvSpPr/>
      </dsp:nvSpPr>
      <dsp:spPr>
        <a:xfrm>
          <a:off x="3081352" y="3463665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June 2026</a:t>
          </a:r>
        </a:p>
      </dsp:txBody>
      <dsp:txXfrm>
        <a:off x="3081352" y="3463665"/>
        <a:ext cx="4364117" cy="452539"/>
      </dsp:txXfrm>
    </dsp:sp>
    <dsp:sp modelId="{93418ABE-E8DF-436F-9F59-70461B0713E6}">
      <dsp:nvSpPr>
        <dsp:cNvPr id="0" name=""/>
        <dsp:cNvSpPr/>
      </dsp:nvSpPr>
      <dsp:spPr>
        <a:xfrm>
          <a:off x="2855082" y="2175669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38751B-AFF3-4D33-8130-F62D0B0508B1}">
      <dsp:nvSpPr>
        <dsp:cNvPr id="0" name=""/>
        <dsp:cNvSpPr/>
      </dsp:nvSpPr>
      <dsp:spPr>
        <a:xfrm>
          <a:off x="2813481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96C30-E593-4D0E-8AF5-F56F70038D7D}">
      <dsp:nvSpPr>
        <dsp:cNvPr id="0" name=""/>
        <dsp:cNvSpPr/>
      </dsp:nvSpPr>
      <dsp:spPr>
        <a:xfrm rot="8100000">
          <a:off x="5313890" y="501406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AF8EF-2CEE-462A-B882-4DC33326E2AF}">
      <dsp:nvSpPr>
        <dsp:cNvPr id="0" name=""/>
        <dsp:cNvSpPr/>
      </dsp:nvSpPr>
      <dsp:spPr>
        <a:xfrm>
          <a:off x="5349438" y="536955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2CA1DA-8E14-4DE9-B641-9099947FEC21}">
      <dsp:nvSpPr>
        <dsp:cNvPr id="0" name=""/>
        <dsp:cNvSpPr/>
      </dsp:nvSpPr>
      <dsp:spPr>
        <a:xfrm>
          <a:off x="5700156" y="887672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</dsp:txBody>
      <dsp:txXfrm>
        <a:off x="5700156" y="887672"/>
        <a:ext cx="4364117" cy="1287996"/>
      </dsp:txXfrm>
    </dsp:sp>
    <dsp:sp modelId="{CCF9C42C-1D7E-4C8C-83D0-004E39A31ADF}">
      <dsp:nvSpPr>
        <dsp:cNvPr id="0" name=""/>
        <dsp:cNvSpPr/>
      </dsp:nvSpPr>
      <dsp:spPr>
        <a:xfrm>
          <a:off x="5700156" y="435133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July 2026</a:t>
          </a:r>
        </a:p>
      </dsp:txBody>
      <dsp:txXfrm>
        <a:off x="5700156" y="435133"/>
        <a:ext cx="4364117" cy="452539"/>
      </dsp:txXfrm>
    </dsp:sp>
    <dsp:sp modelId="{91CA268A-506B-407A-89C4-361C7EB2ED2C}">
      <dsp:nvSpPr>
        <dsp:cNvPr id="0" name=""/>
        <dsp:cNvSpPr/>
      </dsp:nvSpPr>
      <dsp:spPr>
        <a:xfrm>
          <a:off x="5473887" y="887672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BC1A12-EBC4-42DB-A34E-1F15A77106E9}">
      <dsp:nvSpPr>
        <dsp:cNvPr id="0" name=""/>
        <dsp:cNvSpPr/>
      </dsp:nvSpPr>
      <dsp:spPr>
        <a:xfrm>
          <a:off x="5432285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26/04/2026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microsoft.com/office/2007/relationships/hdphoto" Target="../media/hdphoto6.wdp"/><Relationship Id="rId4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svg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6" Type="http://schemas.microsoft.com/office/2007/relationships/hdphoto" Target="../media/hdphoto10.wdp"/><Relationship Id="rId5" Type="http://schemas.openxmlformats.org/officeDocument/2006/relationships/image" Target="../media/image20.png"/><Relationship Id="rId4" Type="http://schemas.openxmlformats.org/officeDocument/2006/relationships/image" Target="../media/image18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No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316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1637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58D4C-8C36-4E83-A6D0-5CCDE628C6A1}"/>
              </a:ext>
            </a:extLst>
          </p:cNvPr>
          <p:cNvSpPr txBox="1"/>
          <p:nvPr userDrawn="1"/>
        </p:nvSpPr>
        <p:spPr>
          <a:xfrm>
            <a:off x="2719659" y="1009127"/>
            <a:ext cx="7620000" cy="360560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84138-C5D8-434E-B158-149140D533BE}"/>
              </a:ext>
            </a:extLst>
          </p:cNvPr>
          <p:cNvSpPr txBox="1"/>
          <p:nvPr userDrawn="1"/>
        </p:nvSpPr>
        <p:spPr>
          <a:xfrm>
            <a:off x="0" y="4142676"/>
            <a:ext cx="12191999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Free. Cross-platform. </a:t>
            </a:r>
            <a:r>
              <a:rPr lang="en-US" sz="2400" i="1">
                <a:solidFill>
                  <a:schemeClr val="bg2"/>
                </a:solidFill>
              </a:rPr>
              <a:t>Open source. </a:t>
            </a:r>
            <a:r>
              <a:rPr lang="en-US" sz="2400" i="1">
                <a:solidFill>
                  <a:schemeClr val="bg1"/>
                </a:solidFill>
              </a:rPr>
              <a:t>A developer platform for building all your apps. </a:t>
            </a:r>
          </a:p>
        </p:txBody>
      </p:sp>
    </p:spTree>
    <p:extLst>
      <p:ext uri="{BB962C8B-B14F-4D97-AF65-F5344CB8AC3E}">
        <p14:creationId xmlns:p14="http://schemas.microsoft.com/office/powerpoint/2010/main" val="221710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0616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2030"/>
          </a:xfrm>
        </p:spPr>
        <p:txBody>
          <a:bodyPr>
            <a:spAutoFit/>
          </a:bodyPr>
          <a:lstStyle>
            <a:lvl1pPr>
              <a:defRPr sz="3921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CE733-2794-4CA7-9772-43525395D0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DE1B0-329B-4929-A6A2-530714C8B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4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346274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DAE35-6CC3-47FD-B4CB-30C9CA73F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127" y="448578"/>
            <a:ext cx="9172873" cy="6621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76"/>
          <a:stretch/>
        </p:blipFill>
        <p:spPr>
          <a:xfrm>
            <a:off x="0" y="798242"/>
            <a:ext cx="5872872" cy="5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3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5498" y="2881341"/>
            <a:ext cx="10010687" cy="101566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6000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6652" y="882710"/>
            <a:ext cx="7984402" cy="576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880949" y="1070515"/>
            <a:ext cx="10415239" cy="4638908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la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68047" y="2084172"/>
            <a:ext cx="11354714" cy="115879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058" spc="-9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02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ounc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624135" y="0"/>
            <a:ext cx="8943730" cy="6858000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9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A2077-7166-4453-A54C-EA7A08A57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4362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FCFF-7E08-4891-89FE-DF4B4567C4D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A820-7D6B-4241-885C-9A3B0089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45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F651DF7-765B-451A-9AAE-A378526A4B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5194" y="3766076"/>
            <a:ext cx="475120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3C3C53-612A-4E9F-BE1D-1FE16819E4C7}"/>
              </a:ext>
            </a:extLst>
          </p:cNvPr>
          <p:cNvGrpSpPr/>
          <p:nvPr userDrawn="1"/>
        </p:nvGrpSpPr>
        <p:grpSpPr>
          <a:xfrm>
            <a:off x="97785" y="0"/>
            <a:ext cx="7983763" cy="6864531"/>
            <a:chOff x="130392" y="0"/>
            <a:chExt cx="10646057" cy="9152708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A063138-E867-4B25-B660-55795154D27A}"/>
                </a:ext>
              </a:extLst>
            </p:cNvPr>
            <p:cNvSpPr/>
            <p:nvPr/>
          </p:nvSpPr>
          <p:spPr>
            <a:xfrm>
              <a:off x="8826405" y="231880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A67E447-38CA-4801-AEBB-59342C78C6B3}"/>
                </a:ext>
              </a:extLst>
            </p:cNvPr>
            <p:cNvSpPr/>
            <p:nvPr/>
          </p:nvSpPr>
          <p:spPr>
            <a:xfrm>
              <a:off x="8826405" y="236678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B3CBB4C-835C-48A9-BEFE-5F5D458B7AB9}"/>
                </a:ext>
              </a:extLst>
            </p:cNvPr>
            <p:cNvSpPr/>
            <p:nvPr/>
          </p:nvSpPr>
          <p:spPr>
            <a:xfrm>
              <a:off x="8826405" y="2270835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8C83AF9-E7A9-499C-9945-04E15A41E621}"/>
                </a:ext>
              </a:extLst>
            </p:cNvPr>
            <p:cNvSpPr/>
            <p:nvPr/>
          </p:nvSpPr>
          <p:spPr>
            <a:xfrm>
              <a:off x="8830202" y="359805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391291-82FD-4DF9-8285-DDA003FA9523}"/>
                </a:ext>
              </a:extLst>
            </p:cNvPr>
            <p:cNvSpPr/>
            <p:nvPr/>
          </p:nvSpPr>
          <p:spPr>
            <a:xfrm>
              <a:off x="5721336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9ACD419-D943-49B2-BD5F-32A8044CCA7E}"/>
                </a:ext>
              </a:extLst>
            </p:cNvPr>
            <p:cNvSpPr/>
            <p:nvPr/>
          </p:nvSpPr>
          <p:spPr>
            <a:xfrm>
              <a:off x="5769311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D250F8-83D4-4EAA-8148-E233CA73BE0A}"/>
                </a:ext>
              </a:extLst>
            </p:cNvPr>
            <p:cNvSpPr/>
            <p:nvPr/>
          </p:nvSpPr>
          <p:spPr>
            <a:xfrm>
              <a:off x="5673488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A3CB3-CF13-48BE-9CD4-78F948A5EA14}"/>
                </a:ext>
              </a:extLst>
            </p:cNvPr>
            <p:cNvSpPr/>
            <p:nvPr/>
          </p:nvSpPr>
          <p:spPr>
            <a:xfrm>
              <a:off x="5581969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A509B6-32AC-4FE6-92F1-51B2E0A5A241}"/>
                </a:ext>
              </a:extLst>
            </p:cNvPr>
            <p:cNvSpPr/>
            <p:nvPr/>
          </p:nvSpPr>
          <p:spPr>
            <a:xfrm>
              <a:off x="5533994" y="2351214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2075F43-47CE-4D43-A466-4726BC634164}"/>
                </a:ext>
              </a:extLst>
            </p:cNvPr>
            <p:cNvSpPr/>
            <p:nvPr/>
          </p:nvSpPr>
          <p:spPr>
            <a:xfrm>
              <a:off x="5860830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85AB87E-7CFB-48E1-BF82-60DDA92D9066}"/>
                </a:ext>
              </a:extLst>
            </p:cNvPr>
            <p:cNvGrpSpPr/>
            <p:nvPr/>
          </p:nvGrpSpPr>
          <p:grpSpPr>
            <a:xfrm>
              <a:off x="4283359" y="2253873"/>
              <a:ext cx="21772" cy="348608"/>
              <a:chOff x="4283359" y="2253873"/>
              <a:chExt cx="21772" cy="348608"/>
            </a:xfrm>
            <a:grpFill/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4B1A529B-531B-4ECF-94EE-BFE57EF8F1B9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118481"/>
              </a:xfrm>
              <a:custGeom>
                <a:avLst/>
                <a:gdLst>
                  <a:gd name="connsiteX0" fmla="*/ 0 w 21772"/>
                  <a:gd name="connsiteY0" fmla="*/ 0 h 118481"/>
                  <a:gd name="connsiteX1" fmla="*/ 21772 w 21772"/>
                  <a:gd name="connsiteY1" fmla="*/ 0 h 118481"/>
                  <a:gd name="connsiteX2" fmla="*/ 21772 w 21772"/>
                  <a:gd name="connsiteY2" fmla="*/ 118481 h 118481"/>
                  <a:gd name="connsiteX3" fmla="*/ 0 w 21772"/>
                  <a:gd name="connsiteY3" fmla="*/ 118481 h 118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118481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118481"/>
                    </a:lnTo>
                    <a:lnTo>
                      <a:pt x="0" y="118481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4C1423B-75E6-4415-8BD4-3BD12A2AF743}"/>
                  </a:ext>
                </a:extLst>
              </p:cNvPr>
              <p:cNvSpPr/>
              <p:nvPr/>
            </p:nvSpPr>
            <p:spPr>
              <a:xfrm>
                <a:off x="4283359" y="24891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8FE0DD58-1BFB-4464-9A81-5B13823DD2EB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5C5ED9E9-E37D-4E81-95B1-8FFD38D85590}"/>
                  </a:ext>
                </a:extLst>
              </p:cNvPr>
              <p:cNvSpPr/>
              <p:nvPr/>
            </p:nvSpPr>
            <p:spPr>
              <a:xfrm>
                <a:off x="4283359" y="230184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B1769864-477F-484F-8A29-04539DE67723}"/>
                  </a:ext>
                </a:extLst>
              </p:cNvPr>
              <p:cNvSpPr/>
              <p:nvPr/>
            </p:nvSpPr>
            <p:spPr>
              <a:xfrm>
                <a:off x="4283359" y="2253873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27557247-D70F-430A-9A05-885C901F32E0}"/>
                  </a:ext>
                </a:extLst>
              </p:cNvPr>
              <p:cNvSpPr/>
              <p:nvPr/>
            </p:nvSpPr>
            <p:spPr>
              <a:xfrm>
                <a:off x="4283359" y="258070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9FCDCA-0220-425D-9325-441F0980CB63}"/>
                </a:ext>
              </a:extLst>
            </p:cNvPr>
            <p:cNvSpPr/>
            <p:nvPr/>
          </p:nvSpPr>
          <p:spPr>
            <a:xfrm>
              <a:off x="5056145" y="336324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86D947-A7EF-48D3-B51C-FCB4DA1DE7B2}"/>
                </a:ext>
              </a:extLst>
            </p:cNvPr>
            <p:cNvSpPr/>
            <p:nvPr/>
          </p:nvSpPr>
          <p:spPr>
            <a:xfrm>
              <a:off x="5008170" y="3363242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CB1CD9B-A731-49A0-9746-BAB495FB9F36}"/>
                </a:ext>
              </a:extLst>
            </p:cNvPr>
            <p:cNvSpPr/>
            <p:nvPr/>
          </p:nvSpPr>
          <p:spPr>
            <a:xfrm>
              <a:off x="6903743" y="250058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7E38FA-1947-49CC-81B8-BB7C493FA754}"/>
                </a:ext>
              </a:extLst>
            </p:cNvPr>
            <p:cNvSpPr/>
            <p:nvPr/>
          </p:nvSpPr>
          <p:spPr>
            <a:xfrm>
              <a:off x="4615131" y="452286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063363D-748D-4C0A-ABD1-577CB0407517}"/>
                </a:ext>
              </a:extLst>
            </p:cNvPr>
            <p:cNvSpPr/>
            <p:nvPr/>
          </p:nvSpPr>
          <p:spPr>
            <a:xfrm>
              <a:off x="4615131" y="457083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CDBFC44-4ECE-4C22-B0C1-BD36FE4530A7}"/>
                </a:ext>
              </a:extLst>
            </p:cNvPr>
            <p:cNvSpPr/>
            <p:nvPr/>
          </p:nvSpPr>
          <p:spPr>
            <a:xfrm>
              <a:off x="4615131" y="447488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3D744E5-12EC-47C6-A81A-CDCE8873D3D8}"/>
                </a:ext>
              </a:extLst>
            </p:cNvPr>
            <p:cNvGrpSpPr/>
            <p:nvPr/>
          </p:nvGrpSpPr>
          <p:grpSpPr>
            <a:xfrm>
              <a:off x="4836904" y="5213119"/>
              <a:ext cx="21772" cy="348608"/>
              <a:chOff x="4836904" y="5213119"/>
              <a:chExt cx="21772" cy="348608"/>
            </a:xfrm>
            <a:grpFill/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FE6752F-47A9-426C-8DF1-982C86D2E934}"/>
                  </a:ext>
                </a:extLst>
              </p:cNvPr>
              <p:cNvSpPr/>
              <p:nvPr/>
            </p:nvSpPr>
            <p:spPr>
              <a:xfrm>
                <a:off x="4836904" y="540058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9B2CA948-2B09-4B11-8066-12A97C313F11}"/>
                  </a:ext>
                </a:extLst>
              </p:cNvPr>
              <p:cNvSpPr/>
              <p:nvPr/>
            </p:nvSpPr>
            <p:spPr>
              <a:xfrm>
                <a:off x="4836904" y="5448436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6732A76-8E94-46F0-8159-5C83277EE5D1}"/>
                  </a:ext>
                </a:extLst>
              </p:cNvPr>
              <p:cNvSpPr/>
              <p:nvPr/>
            </p:nvSpPr>
            <p:spPr>
              <a:xfrm>
                <a:off x="4836904" y="535261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262CF995-1C09-4622-AC09-02E3AE49F4FF}"/>
                  </a:ext>
                </a:extLst>
              </p:cNvPr>
              <p:cNvSpPr/>
              <p:nvPr/>
            </p:nvSpPr>
            <p:spPr>
              <a:xfrm>
                <a:off x="4836904" y="52610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E7E7077B-685F-42B6-8807-14FB24E63A3B}"/>
                  </a:ext>
                </a:extLst>
              </p:cNvPr>
              <p:cNvSpPr/>
              <p:nvPr/>
            </p:nvSpPr>
            <p:spPr>
              <a:xfrm>
                <a:off x="4836904" y="521311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41B5832A-7931-42D0-93F6-FA0FB4DEE841}"/>
                  </a:ext>
                </a:extLst>
              </p:cNvPr>
              <p:cNvSpPr/>
              <p:nvPr/>
            </p:nvSpPr>
            <p:spPr>
              <a:xfrm>
                <a:off x="4836904" y="5539955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18835FC-42D5-44AF-BF7E-C6114F82CB15}"/>
                </a:ext>
              </a:extLst>
            </p:cNvPr>
            <p:cNvGrpSpPr/>
            <p:nvPr/>
          </p:nvGrpSpPr>
          <p:grpSpPr>
            <a:xfrm>
              <a:off x="6604755" y="5645398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4635F603-588C-436D-973E-3654E36FBA8B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A671F277-382D-427A-B4CA-17A56419EB0A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D1C3EF6F-58D7-4B66-8BCD-90400E923A67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9F49712-30A6-4962-8CEB-BD1F1BD7C03A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B18A6D9-03D4-4594-B61A-95526599BBF8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587F07D-2399-48DC-9175-B1A84F1CE5C7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955D950-4D15-424E-9343-46BA7F2ABA85}"/>
                </a:ext>
              </a:extLst>
            </p:cNvPr>
            <p:cNvGrpSpPr/>
            <p:nvPr/>
          </p:nvGrpSpPr>
          <p:grpSpPr>
            <a:xfrm>
              <a:off x="5056271" y="6916793"/>
              <a:ext cx="348608" cy="21772"/>
              <a:chOff x="5056271" y="6916793"/>
              <a:chExt cx="348608" cy="21772"/>
            </a:xfrm>
            <a:grpFill/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062A310-93C8-4A80-B602-C8C0211C0EAE}"/>
                  </a:ext>
                </a:extLst>
              </p:cNvPr>
              <p:cNvSpPr/>
              <p:nvPr/>
            </p:nvSpPr>
            <p:spPr>
              <a:xfrm>
                <a:off x="5243740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E8014217-2C73-4553-BDAB-7DABB6853811}"/>
                  </a:ext>
                </a:extLst>
              </p:cNvPr>
              <p:cNvSpPr/>
              <p:nvPr/>
            </p:nvSpPr>
            <p:spPr>
              <a:xfrm>
                <a:off x="5291588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1038AD5-B04B-4631-9D9A-79D3AC640877}"/>
                  </a:ext>
                </a:extLst>
              </p:cNvPr>
              <p:cNvSpPr/>
              <p:nvPr/>
            </p:nvSpPr>
            <p:spPr>
              <a:xfrm>
                <a:off x="5195765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B9E195E2-A37B-4254-A911-43427955458D}"/>
                  </a:ext>
                </a:extLst>
              </p:cNvPr>
              <p:cNvSpPr/>
              <p:nvPr/>
            </p:nvSpPr>
            <p:spPr>
              <a:xfrm>
                <a:off x="5104246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E562718-DF6B-4618-B54B-5B52F77DA325}"/>
                  </a:ext>
                </a:extLst>
              </p:cNvPr>
              <p:cNvSpPr/>
              <p:nvPr/>
            </p:nvSpPr>
            <p:spPr>
              <a:xfrm>
                <a:off x="5056271" y="6916793"/>
                <a:ext cx="70633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B15647-9360-460E-8BB9-4B7EB3EBC597}"/>
                  </a:ext>
                </a:extLst>
              </p:cNvPr>
              <p:cNvSpPr/>
              <p:nvPr/>
            </p:nvSpPr>
            <p:spPr>
              <a:xfrm>
                <a:off x="5383107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7306F10-D3FE-48E0-B8CB-74D266201DFE}"/>
                </a:ext>
              </a:extLst>
            </p:cNvPr>
            <p:cNvSpPr/>
            <p:nvPr/>
          </p:nvSpPr>
          <p:spPr>
            <a:xfrm>
              <a:off x="7510098" y="7300964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DC72C0-BE91-461A-BAD1-7768E98FCE95}"/>
                </a:ext>
              </a:extLst>
            </p:cNvPr>
            <p:cNvSpPr/>
            <p:nvPr/>
          </p:nvSpPr>
          <p:spPr>
            <a:xfrm>
              <a:off x="8683367" y="456501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CC5A39-C048-4D33-BF68-3F696351098E}"/>
                </a:ext>
              </a:extLst>
            </p:cNvPr>
            <p:cNvSpPr/>
            <p:nvPr/>
          </p:nvSpPr>
          <p:spPr>
            <a:xfrm>
              <a:off x="8635519" y="4565016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AD752AE-36C0-47B2-B544-51585F1ACBF7}"/>
                </a:ext>
              </a:extLst>
            </p:cNvPr>
            <p:cNvSpPr/>
            <p:nvPr/>
          </p:nvSpPr>
          <p:spPr>
            <a:xfrm>
              <a:off x="5425892" y="498868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D7CCC6A-F72D-41E2-AA3B-143BD45E1C18}"/>
                </a:ext>
              </a:extLst>
            </p:cNvPr>
            <p:cNvSpPr/>
            <p:nvPr/>
          </p:nvSpPr>
          <p:spPr>
            <a:xfrm>
              <a:off x="5377918" y="4988688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0E63848-B2DE-49EB-8DC8-74F09BA28879}"/>
                </a:ext>
              </a:extLst>
            </p:cNvPr>
            <p:cNvSpPr/>
            <p:nvPr/>
          </p:nvSpPr>
          <p:spPr>
            <a:xfrm>
              <a:off x="7552780" y="526871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3160F31-E62E-4249-9C5F-04658FFDCBA4}"/>
                </a:ext>
              </a:extLst>
            </p:cNvPr>
            <p:cNvSpPr/>
            <p:nvPr/>
          </p:nvSpPr>
          <p:spPr>
            <a:xfrm>
              <a:off x="6426021" y="706616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D6999F6-5B13-47E2-858A-AADF133E103B}"/>
                </a:ext>
              </a:extLst>
            </p:cNvPr>
            <p:cNvSpPr/>
            <p:nvPr/>
          </p:nvSpPr>
          <p:spPr>
            <a:xfrm>
              <a:off x="8348809" y="688438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4F604C-F18A-48E9-A1CB-B6623688D509}"/>
                </a:ext>
              </a:extLst>
            </p:cNvPr>
            <p:cNvSpPr/>
            <p:nvPr/>
          </p:nvSpPr>
          <p:spPr>
            <a:xfrm>
              <a:off x="8348809" y="693236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6101F1D-D55F-41C4-9529-401AEC520AC7}"/>
                </a:ext>
              </a:extLst>
            </p:cNvPr>
            <p:cNvSpPr/>
            <p:nvPr/>
          </p:nvSpPr>
          <p:spPr>
            <a:xfrm>
              <a:off x="8346428" y="683177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E78ACC5-4261-48F5-B81B-26ACC0E95E07}"/>
                </a:ext>
              </a:extLst>
            </p:cNvPr>
            <p:cNvSpPr/>
            <p:nvPr/>
          </p:nvSpPr>
          <p:spPr>
            <a:xfrm>
              <a:off x="7767931" y="5484391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4FA103E-62F0-4AC5-8C6A-FDBE27D4B0DC}"/>
                </a:ext>
              </a:extLst>
            </p:cNvPr>
            <p:cNvSpPr/>
            <p:nvPr/>
          </p:nvSpPr>
          <p:spPr>
            <a:xfrm>
              <a:off x="8955020" y="7386281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A1973FA-DC68-4D8C-A62F-20BEAF7569F5}"/>
                </a:ext>
              </a:extLst>
            </p:cNvPr>
            <p:cNvSpPr/>
            <p:nvPr/>
          </p:nvSpPr>
          <p:spPr>
            <a:xfrm>
              <a:off x="4528301" y="7912418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FC3F6F2-939E-4CEF-A7B7-9FA883FA84A2}"/>
                </a:ext>
              </a:extLst>
            </p:cNvPr>
            <p:cNvSpPr/>
            <p:nvPr/>
          </p:nvSpPr>
          <p:spPr>
            <a:xfrm>
              <a:off x="8348057" y="815066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58136E1-1AD8-47F3-A290-2E8278AEA44F}"/>
                </a:ext>
              </a:extLst>
            </p:cNvPr>
            <p:cNvSpPr/>
            <p:nvPr/>
          </p:nvSpPr>
          <p:spPr>
            <a:xfrm>
              <a:off x="4143562" y="903422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5BF4EB9-BB63-40A2-9877-040F021F666E}"/>
                </a:ext>
              </a:extLst>
            </p:cNvPr>
            <p:cNvGrpSpPr/>
            <p:nvPr/>
          </p:nvGrpSpPr>
          <p:grpSpPr>
            <a:xfrm>
              <a:off x="6546401" y="3581217"/>
              <a:ext cx="21772" cy="348608"/>
              <a:chOff x="6546401" y="3581217"/>
              <a:chExt cx="21772" cy="348608"/>
            </a:xfrm>
            <a:grpFill/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F3F2F7F-DA61-4831-B557-2EBB0B086851}"/>
                  </a:ext>
                </a:extLst>
              </p:cNvPr>
              <p:cNvSpPr/>
              <p:nvPr/>
            </p:nvSpPr>
            <p:spPr>
              <a:xfrm>
                <a:off x="6546401" y="3768686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D81BC93-DD46-48BE-9C20-F1EC96089CF4}"/>
                  </a:ext>
                </a:extLst>
              </p:cNvPr>
              <p:cNvSpPr/>
              <p:nvPr/>
            </p:nvSpPr>
            <p:spPr>
              <a:xfrm>
                <a:off x="6546401" y="3720711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E8F99D49-242E-414C-83A9-9E4DE5D6EFA3}"/>
                  </a:ext>
                </a:extLst>
              </p:cNvPr>
              <p:cNvSpPr/>
              <p:nvPr/>
            </p:nvSpPr>
            <p:spPr>
              <a:xfrm>
                <a:off x="6546401" y="3581217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31C34640-8A8B-473B-82B1-2BBEB7971EA9}"/>
                  </a:ext>
                </a:extLst>
              </p:cNvPr>
              <p:cNvSpPr/>
              <p:nvPr/>
            </p:nvSpPr>
            <p:spPr>
              <a:xfrm>
                <a:off x="6546401" y="390805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8C4A8D-005D-455C-A8B7-5D93026124C4}"/>
                </a:ext>
              </a:extLst>
            </p:cNvPr>
            <p:cNvSpPr/>
            <p:nvPr/>
          </p:nvSpPr>
          <p:spPr>
            <a:xfrm>
              <a:off x="715877" y="353800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6EE4F25-1EBA-4BCB-BD99-049EF91FB110}"/>
                </a:ext>
              </a:extLst>
            </p:cNvPr>
            <p:cNvSpPr/>
            <p:nvPr/>
          </p:nvSpPr>
          <p:spPr>
            <a:xfrm>
              <a:off x="130392" y="219186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CB5D2B1-82AB-44E6-B2B9-D073D3A76EF6}"/>
                </a:ext>
              </a:extLst>
            </p:cNvPr>
            <p:cNvSpPr/>
            <p:nvPr/>
          </p:nvSpPr>
          <p:spPr>
            <a:xfrm>
              <a:off x="1555161" y="1780586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30C2FE2-9B80-41F1-B542-16020F6F1A70}"/>
                </a:ext>
              </a:extLst>
            </p:cNvPr>
            <p:cNvSpPr/>
            <p:nvPr/>
          </p:nvSpPr>
          <p:spPr>
            <a:xfrm>
              <a:off x="4678681" y="1807995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970F693-D352-4991-8F05-272543ED08A1}"/>
                </a:ext>
              </a:extLst>
            </p:cNvPr>
            <p:cNvSpPr/>
            <p:nvPr/>
          </p:nvSpPr>
          <p:spPr>
            <a:xfrm>
              <a:off x="2949893" y="288322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BF1F9E6-7B29-4EE4-986A-BB6FD70084B2}"/>
                </a:ext>
              </a:extLst>
            </p:cNvPr>
            <p:cNvSpPr/>
            <p:nvPr/>
          </p:nvSpPr>
          <p:spPr>
            <a:xfrm>
              <a:off x="2657180" y="145200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B92D718-49CB-446D-8C66-7C49B65A8CCB}"/>
                </a:ext>
              </a:extLst>
            </p:cNvPr>
            <p:cNvSpPr/>
            <p:nvPr/>
          </p:nvSpPr>
          <p:spPr>
            <a:xfrm>
              <a:off x="3655187" y="1384427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49B595D-2B3D-4B46-8BC9-8D22CF3C9964}"/>
                </a:ext>
              </a:extLst>
            </p:cNvPr>
            <p:cNvSpPr/>
            <p:nvPr/>
          </p:nvSpPr>
          <p:spPr>
            <a:xfrm>
              <a:off x="2020532" y="2602481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8708B29-711F-409A-8162-7A4117805D23}"/>
                </a:ext>
              </a:extLst>
            </p:cNvPr>
            <p:cNvSpPr/>
            <p:nvPr/>
          </p:nvSpPr>
          <p:spPr>
            <a:xfrm>
              <a:off x="1001357" y="1278506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4A3EA19-97B7-4A34-9D91-B22D3FE5E757}"/>
                </a:ext>
              </a:extLst>
            </p:cNvPr>
            <p:cNvGrpSpPr/>
            <p:nvPr/>
          </p:nvGrpSpPr>
          <p:grpSpPr>
            <a:xfrm>
              <a:off x="715877" y="2723924"/>
              <a:ext cx="356113" cy="24637"/>
              <a:chOff x="715877" y="2723924"/>
              <a:chExt cx="356113" cy="24637"/>
            </a:xfrm>
            <a:grpFill/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1EFD2376-37CC-4D4F-AEF3-EC691C3E6927}"/>
                  </a:ext>
                </a:extLst>
              </p:cNvPr>
              <p:cNvSpPr/>
              <p:nvPr/>
            </p:nvSpPr>
            <p:spPr>
              <a:xfrm>
                <a:off x="715877" y="2723924"/>
                <a:ext cx="70633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C66C5C08-5133-4012-92CC-5143128B2D96}"/>
                  </a:ext>
                </a:extLst>
              </p:cNvPr>
              <p:cNvSpPr/>
              <p:nvPr/>
            </p:nvSpPr>
            <p:spPr>
              <a:xfrm>
                <a:off x="1050218" y="27267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F9D8CD6-66DB-4710-8C68-9CF3F4C4DC66}"/>
                  </a:ext>
                </a:extLst>
              </p:cNvPr>
              <p:cNvSpPr/>
              <p:nvPr/>
            </p:nvSpPr>
            <p:spPr>
              <a:xfrm>
                <a:off x="864125" y="2723924"/>
                <a:ext cx="118800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1D0A078-7408-4AE1-9529-75C662B7ED3B}"/>
                </a:ext>
              </a:extLst>
            </p:cNvPr>
            <p:cNvSpPr/>
            <p:nvPr/>
          </p:nvSpPr>
          <p:spPr>
            <a:xfrm>
              <a:off x="1326228" y="409757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21DFA38-9785-4C4C-A484-6763BAD46670}"/>
                </a:ext>
              </a:extLst>
            </p:cNvPr>
            <p:cNvSpPr/>
            <p:nvPr/>
          </p:nvSpPr>
          <p:spPr>
            <a:xfrm>
              <a:off x="3283616" y="423092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1CEC637-60DF-48D4-BCA0-8A5F193E9B25}"/>
                </a:ext>
              </a:extLst>
            </p:cNvPr>
            <p:cNvSpPr/>
            <p:nvPr/>
          </p:nvSpPr>
          <p:spPr>
            <a:xfrm>
              <a:off x="716628" y="487148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D8CE641-C336-4872-B31D-CA2C8E81A328}"/>
                </a:ext>
              </a:extLst>
            </p:cNvPr>
            <p:cNvSpPr/>
            <p:nvPr/>
          </p:nvSpPr>
          <p:spPr>
            <a:xfrm>
              <a:off x="2701840" y="5110753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12EEF63-BF2A-4C74-BFDC-0858E19C2796}"/>
                </a:ext>
              </a:extLst>
            </p:cNvPr>
            <p:cNvSpPr/>
            <p:nvPr/>
          </p:nvSpPr>
          <p:spPr>
            <a:xfrm>
              <a:off x="1659603" y="544843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B7272CE-23D2-488F-9A14-95F0E8DF5DB9}"/>
                </a:ext>
              </a:extLst>
            </p:cNvPr>
            <p:cNvSpPr/>
            <p:nvPr/>
          </p:nvSpPr>
          <p:spPr>
            <a:xfrm>
              <a:off x="2176335" y="600803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3AB6BB-37B1-49FE-B763-FA8B3C804733}"/>
                </a:ext>
              </a:extLst>
            </p:cNvPr>
            <p:cNvSpPr/>
            <p:nvPr/>
          </p:nvSpPr>
          <p:spPr>
            <a:xfrm>
              <a:off x="2473991" y="7439161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9A4F04-426D-4B45-89AD-6FFDFF7C2C5D}"/>
                </a:ext>
              </a:extLst>
            </p:cNvPr>
            <p:cNvSpPr/>
            <p:nvPr/>
          </p:nvSpPr>
          <p:spPr>
            <a:xfrm>
              <a:off x="853239" y="865597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CC9E84-DF07-45F8-B5F4-1761C67DB9B2}"/>
                </a:ext>
              </a:extLst>
            </p:cNvPr>
            <p:cNvSpPr/>
            <p:nvPr/>
          </p:nvSpPr>
          <p:spPr>
            <a:xfrm>
              <a:off x="2809748" y="878933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9C11893-0A0B-4D70-808B-FFBB5EA37BF5}"/>
                </a:ext>
              </a:extLst>
            </p:cNvPr>
            <p:cNvGrpSpPr/>
            <p:nvPr/>
          </p:nvGrpSpPr>
          <p:grpSpPr>
            <a:xfrm>
              <a:off x="7083847" y="108111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E211BB3-D7F7-4F7D-8DF3-BF6903C68B1B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CA279705-0161-43E3-AD3D-006886E198AB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B260216-57A7-4DB2-895E-9D9115004763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6AD0594A-0F6E-4272-B903-A11A5A9C5070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FA1B7B1-4795-4C65-8DC4-7774A75AA9C5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0FDAB789-DAA5-4EFA-93FC-E6D511666F47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1DB7F3-AA5A-4469-BCB5-851872468219}"/>
                </a:ext>
              </a:extLst>
            </p:cNvPr>
            <p:cNvSpPr/>
            <p:nvPr/>
          </p:nvSpPr>
          <p:spPr>
            <a:xfrm>
              <a:off x="8031874" y="71063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1352EF6-223A-4CE3-B8C6-72275AA847CC}"/>
                </a:ext>
              </a:extLst>
            </p:cNvPr>
            <p:cNvGrpSpPr/>
            <p:nvPr/>
          </p:nvGrpSpPr>
          <p:grpSpPr>
            <a:xfrm>
              <a:off x="3729416" y="3469540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EE0E129-AA76-4689-A937-AA8B6543432D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6818C0A-1F04-4697-95C6-CC1720F4D1B9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7696C18-8B4F-4D4B-ACAB-39ED54FA490D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F5D2B163-5B2D-4302-92DC-4E16401B9BB5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F353A331-CB4D-4073-A6AF-B57B587B102D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C61DD3C3-D767-43DF-8B2F-CEE1C35581B5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6B57B2A-C1BA-43BC-9AC9-1C7E0AF0342F}"/>
                </a:ext>
              </a:extLst>
            </p:cNvPr>
            <p:cNvGrpSpPr/>
            <p:nvPr/>
          </p:nvGrpSpPr>
          <p:grpSpPr>
            <a:xfrm>
              <a:off x="2106932" y="4689546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B1F28255-C040-4E13-AA6F-E783844D8AE9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84996CF-1162-4CD1-A298-582D0E35D175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DF141BBE-9FF0-42EF-A3B4-B535F61E736C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DBC404F-0C63-4174-8A88-DC825C96B1DB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7C0D9381-B216-4C36-B02D-FC6B3F16AA7C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553055F-2176-4B89-B2B0-96D6A57C4CD5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F6B0B17-9C24-4DEA-9906-2E5B804B868F}"/>
                </a:ext>
              </a:extLst>
            </p:cNvPr>
            <p:cNvGrpSpPr/>
            <p:nvPr/>
          </p:nvGrpSpPr>
          <p:grpSpPr>
            <a:xfrm>
              <a:off x="3245425" y="802391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29DF4086-08CE-4806-A2EA-0E1CB8A971AF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025A13D4-4FFB-4F38-A3BD-1A243C987E23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56D9AC08-43D2-43F8-BC3B-A085612D0580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735CF7CA-9C03-4C74-B96F-3FC505210283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2AA9028-1725-45EA-B0B8-60E0BCF376B1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F597E1E7-11E6-4E59-BA3D-9659451098BD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30D0B0F-534E-425B-A91A-0B2C2F81797B}"/>
                </a:ext>
              </a:extLst>
            </p:cNvPr>
            <p:cNvGrpSpPr/>
            <p:nvPr/>
          </p:nvGrpSpPr>
          <p:grpSpPr>
            <a:xfrm>
              <a:off x="9727796" y="797430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64B5DE0-7878-4103-8E67-2540BB0A464F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A9691DA-2C9D-4FCB-8E86-E69B01F1BEAF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56791A36-CA36-4AB7-9EFD-A65EE95B4BC4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88D57DC-6ABB-4950-88AE-C2FFB330D8D9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33919E8B-8C1D-4870-9D9E-A18CB1893150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537052F9-BE7D-42AC-A0C7-55618984524F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777C676-BE18-4454-86B8-981CE4025BE4}"/>
                </a:ext>
              </a:extLst>
            </p:cNvPr>
            <p:cNvSpPr/>
            <p:nvPr/>
          </p:nvSpPr>
          <p:spPr>
            <a:xfrm>
              <a:off x="3184669" y="57310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BC895AE-3A6E-4B54-84F6-928E0571795D}"/>
                </a:ext>
              </a:extLst>
            </p:cNvPr>
            <p:cNvSpPr/>
            <p:nvPr/>
          </p:nvSpPr>
          <p:spPr>
            <a:xfrm>
              <a:off x="10754677" y="177343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6F229B3-7CF4-49A2-AF0C-6D6ED21F0E93}"/>
                </a:ext>
              </a:extLst>
            </p:cNvPr>
            <p:cNvSpPr/>
            <p:nvPr/>
          </p:nvSpPr>
          <p:spPr>
            <a:xfrm>
              <a:off x="4274965" y="223653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B5342FD-092D-4BBA-8BE4-8671852BB5C8}"/>
                </a:ext>
              </a:extLst>
            </p:cNvPr>
            <p:cNvGrpSpPr/>
            <p:nvPr/>
          </p:nvGrpSpPr>
          <p:grpSpPr>
            <a:xfrm>
              <a:off x="8826405" y="1450435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030C64D-0A2F-4E5E-857B-5404A07B3AC7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7A1F65A-AD25-499F-B155-92572CBC28BA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304FB12-F499-4E1A-B9A5-08B8573C36D8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D9FD2DC-A558-44D6-87B5-A7EF44955294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C4DBA89C-29FA-4511-BBE1-E405B09C23AD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72000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E8F9CE3-4636-4532-8B94-2E98E28B400A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100C691-15DE-4AA4-8F9D-46FC37F86500}"/>
                </a:ext>
              </a:extLst>
            </p:cNvPr>
            <p:cNvSpPr/>
            <p:nvPr/>
          </p:nvSpPr>
          <p:spPr>
            <a:xfrm>
              <a:off x="8244320" y="919350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BFAF4C9-DA00-4215-B851-51219F3D0D38}"/>
                </a:ext>
              </a:extLst>
            </p:cNvPr>
            <p:cNvSpPr/>
            <p:nvPr/>
          </p:nvSpPr>
          <p:spPr>
            <a:xfrm>
              <a:off x="9431847" y="282441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D329373-DFEE-4E93-AF93-D0448A3A5C46}"/>
                </a:ext>
              </a:extLst>
            </p:cNvPr>
            <p:cNvSpPr/>
            <p:nvPr/>
          </p:nvSpPr>
          <p:spPr>
            <a:xfrm>
              <a:off x="9658783" y="513868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D73DC70-0F73-4406-B6C3-06E10B255C03}"/>
                </a:ext>
              </a:extLst>
            </p:cNvPr>
            <p:cNvGrpSpPr/>
            <p:nvPr/>
          </p:nvGrpSpPr>
          <p:grpSpPr>
            <a:xfrm>
              <a:off x="5313360" y="646639"/>
              <a:ext cx="21772" cy="348608"/>
              <a:chOff x="4836904" y="5213119"/>
              <a:chExt cx="21772" cy="348608"/>
            </a:xfrm>
            <a:grpFill/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33D0541-B97F-4BA3-9743-CCA65C98E99A}"/>
                  </a:ext>
                </a:extLst>
              </p:cNvPr>
              <p:cNvSpPr/>
              <p:nvPr/>
            </p:nvSpPr>
            <p:spPr>
              <a:xfrm>
                <a:off x="4836904" y="540058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3BD205F-9059-40F5-8062-3E01F76FA1E0}"/>
                  </a:ext>
                </a:extLst>
              </p:cNvPr>
              <p:cNvSpPr/>
              <p:nvPr/>
            </p:nvSpPr>
            <p:spPr>
              <a:xfrm>
                <a:off x="4836904" y="5448436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15A62F3-74FE-4D7B-974B-86B717DF4B91}"/>
                  </a:ext>
                </a:extLst>
              </p:cNvPr>
              <p:cNvSpPr/>
              <p:nvPr/>
            </p:nvSpPr>
            <p:spPr>
              <a:xfrm>
                <a:off x="4836904" y="535261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140AA8DD-80D8-4E03-8761-E16D8AA291B6}"/>
                  </a:ext>
                </a:extLst>
              </p:cNvPr>
              <p:cNvSpPr/>
              <p:nvPr/>
            </p:nvSpPr>
            <p:spPr>
              <a:xfrm>
                <a:off x="4836904" y="52610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FC6FF67-7170-4B61-9D46-E54D106B376E}"/>
                  </a:ext>
                </a:extLst>
              </p:cNvPr>
              <p:cNvSpPr/>
              <p:nvPr/>
            </p:nvSpPr>
            <p:spPr>
              <a:xfrm>
                <a:off x="4836904" y="521311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1C610AE-8855-4CBE-8278-2533A4EB9416}"/>
                  </a:ext>
                </a:extLst>
              </p:cNvPr>
              <p:cNvSpPr/>
              <p:nvPr/>
            </p:nvSpPr>
            <p:spPr>
              <a:xfrm>
                <a:off x="4836904" y="5539955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0FD8048-9413-4B86-A5F6-B3FB48E763FE}"/>
                </a:ext>
              </a:extLst>
            </p:cNvPr>
            <p:cNvSpPr/>
            <p:nvPr/>
          </p:nvSpPr>
          <p:spPr>
            <a:xfrm>
              <a:off x="5847285" y="425259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F988781-3794-4FB1-834B-922EB5FB2CF9}"/>
                </a:ext>
              </a:extLst>
            </p:cNvPr>
            <p:cNvSpPr/>
            <p:nvPr/>
          </p:nvSpPr>
          <p:spPr>
            <a:xfrm>
              <a:off x="9103013" y="0"/>
              <a:ext cx="72000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EC69217-9588-41E5-816B-C8C49D2984B2}"/>
                </a:ext>
              </a:extLst>
            </p:cNvPr>
            <p:cNvSpPr/>
            <p:nvPr/>
          </p:nvSpPr>
          <p:spPr>
            <a:xfrm>
              <a:off x="10132665" y="1329690"/>
              <a:ext cx="72000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917D804-1449-44D1-8AF1-F5B110B63176}"/>
                </a:ext>
              </a:extLst>
            </p:cNvPr>
            <p:cNvSpPr/>
            <p:nvPr/>
          </p:nvSpPr>
          <p:spPr>
            <a:xfrm>
              <a:off x="3799037" y="478644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77BF0C-160F-4E4E-9547-87F12F9892EF}"/>
                </a:ext>
              </a:extLst>
            </p:cNvPr>
            <p:cNvSpPr/>
            <p:nvPr/>
          </p:nvSpPr>
          <p:spPr>
            <a:xfrm>
              <a:off x="523612" y="5832905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47885E5-2380-404A-956A-594468F1FB42}"/>
                </a:ext>
              </a:extLst>
            </p:cNvPr>
            <p:cNvGrpSpPr/>
            <p:nvPr/>
          </p:nvGrpSpPr>
          <p:grpSpPr>
            <a:xfrm>
              <a:off x="6070648" y="8122737"/>
              <a:ext cx="21772" cy="348608"/>
              <a:chOff x="6546401" y="3581217"/>
              <a:chExt cx="21772" cy="348608"/>
            </a:xfrm>
            <a:grpFill/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DFE1121-F269-4352-BAD6-D2AE872EDB3A}"/>
                  </a:ext>
                </a:extLst>
              </p:cNvPr>
              <p:cNvSpPr/>
              <p:nvPr/>
            </p:nvSpPr>
            <p:spPr>
              <a:xfrm>
                <a:off x="6546401" y="3768686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3AD8DAA-9F52-44A2-8663-3590BBCD8347}"/>
                  </a:ext>
                </a:extLst>
              </p:cNvPr>
              <p:cNvSpPr/>
              <p:nvPr/>
            </p:nvSpPr>
            <p:spPr>
              <a:xfrm>
                <a:off x="6546401" y="3720711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49CD5B7-0844-4375-8269-2D014CFE9837}"/>
                  </a:ext>
                </a:extLst>
              </p:cNvPr>
              <p:cNvSpPr/>
              <p:nvPr/>
            </p:nvSpPr>
            <p:spPr>
              <a:xfrm>
                <a:off x="6546401" y="3581217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4079EB1-B7A4-48AD-A6D8-F0DD792A41BA}"/>
                  </a:ext>
                </a:extLst>
              </p:cNvPr>
              <p:cNvSpPr/>
              <p:nvPr/>
            </p:nvSpPr>
            <p:spPr>
              <a:xfrm>
                <a:off x="6546401" y="390805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8AE6FB5-0FEF-42C5-B204-9E29D22AEAE6}"/>
                </a:ext>
              </a:extLst>
            </p:cNvPr>
            <p:cNvGrpSpPr/>
            <p:nvPr/>
          </p:nvGrpSpPr>
          <p:grpSpPr>
            <a:xfrm>
              <a:off x="3807605" y="6819247"/>
              <a:ext cx="21772" cy="348608"/>
              <a:chOff x="4283359" y="2253873"/>
              <a:chExt cx="21772" cy="348608"/>
            </a:xfrm>
            <a:grpFill/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B7B894D-C467-43EE-87E3-B293973C5B94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118481"/>
              </a:xfrm>
              <a:custGeom>
                <a:avLst/>
                <a:gdLst>
                  <a:gd name="connsiteX0" fmla="*/ 0 w 21772"/>
                  <a:gd name="connsiteY0" fmla="*/ 0 h 118481"/>
                  <a:gd name="connsiteX1" fmla="*/ 21772 w 21772"/>
                  <a:gd name="connsiteY1" fmla="*/ 0 h 118481"/>
                  <a:gd name="connsiteX2" fmla="*/ 21772 w 21772"/>
                  <a:gd name="connsiteY2" fmla="*/ 118481 h 118481"/>
                  <a:gd name="connsiteX3" fmla="*/ 0 w 21772"/>
                  <a:gd name="connsiteY3" fmla="*/ 118481 h 118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118481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118481"/>
                    </a:lnTo>
                    <a:lnTo>
                      <a:pt x="0" y="118481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C69C40E-679C-4086-8E0B-FECA03B5FE16}"/>
                  </a:ext>
                </a:extLst>
              </p:cNvPr>
              <p:cNvSpPr/>
              <p:nvPr/>
            </p:nvSpPr>
            <p:spPr>
              <a:xfrm>
                <a:off x="4283359" y="24891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CDDCB34-6AF0-48D0-A472-B6943A990DFD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AC41C99-33E9-48D0-A3AF-8D3D0935C1F2}"/>
                  </a:ext>
                </a:extLst>
              </p:cNvPr>
              <p:cNvSpPr/>
              <p:nvPr/>
            </p:nvSpPr>
            <p:spPr>
              <a:xfrm>
                <a:off x="4283359" y="230184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B9E69BD-FFE5-416B-931A-5A4A774C3097}"/>
                  </a:ext>
                </a:extLst>
              </p:cNvPr>
              <p:cNvSpPr/>
              <p:nvPr/>
            </p:nvSpPr>
            <p:spPr>
              <a:xfrm>
                <a:off x="4283359" y="2253873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9595546-11DA-430B-9A28-EF765313C97D}"/>
                  </a:ext>
                </a:extLst>
              </p:cNvPr>
              <p:cNvSpPr/>
              <p:nvPr/>
            </p:nvSpPr>
            <p:spPr>
              <a:xfrm>
                <a:off x="4283359" y="258070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E298987-256C-4C76-AEB0-A8846ACFD1CD}"/>
                </a:ext>
              </a:extLst>
            </p:cNvPr>
            <p:cNvSpPr/>
            <p:nvPr/>
          </p:nvSpPr>
          <p:spPr>
            <a:xfrm>
              <a:off x="246212" y="8101768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166" name="Graphic 165">
            <a:extLst>
              <a:ext uri="{FF2B5EF4-FFF2-40B4-BE49-F238E27FC236}">
                <a16:creationId xmlns:a16="http://schemas.microsoft.com/office/drawing/2014/main" id="{6FD73584-D367-4AC2-A0A8-827D5658A1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168" name="Google Shape;14;p3">
            <a:extLst>
              <a:ext uri="{FF2B5EF4-FFF2-40B4-BE49-F238E27FC236}">
                <a16:creationId xmlns:a16="http://schemas.microsoft.com/office/drawing/2014/main" id="{EB1919ED-9B5B-4EB6-B083-677CEFAB3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25050" y="1199615"/>
            <a:ext cx="4751351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 baseline="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327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18">
          <p15:clr>
            <a:srgbClr val="FBAE40"/>
          </p15:clr>
        </p15:guide>
        <p15:guide id="2" orient="horz" pos="2245">
          <p15:clr>
            <a:srgbClr val="FBAE40"/>
          </p15:clr>
        </p15:guide>
        <p15:guide id="3" orient="horz" pos="239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KT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D5B506-4CD5-46FA-AA73-F35289A41AA8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92250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Husqva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668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BCD1F3D-6119-4360-9840-5E6A22F77DE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60934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ASG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10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-5"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C1EAB5-805F-4D7A-85E0-8A05EED9995D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79449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9E2AA1-E681-496F-873C-81E102AC614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4042FCAC-E2C4-4954-9DFB-F80C47D54473}"/>
              </a:ext>
            </a:extLst>
          </p:cNvPr>
          <p:cNvSpPr txBox="1">
            <a:spLocks/>
          </p:cNvSpPr>
          <p:nvPr userDrawn="1"/>
        </p:nvSpPr>
        <p:spPr>
          <a:xfrm>
            <a:off x="6095406" y="6519231"/>
            <a:ext cx="5697775" cy="338769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r" defTabSz="121926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30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61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91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522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152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413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7044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700">
                <a:solidFill>
                  <a:schemeClr val="bg1"/>
                </a:solidFill>
              </a:rPr>
              <a:t>PIERER Mobility AG  |  </a:t>
            </a:r>
            <a:r>
              <a:rPr lang="de-AT" sz="700" err="1">
                <a:solidFill>
                  <a:schemeClr val="bg1"/>
                </a:solidFill>
              </a:rPr>
              <a:t>Edisonstraße</a:t>
            </a:r>
            <a:r>
              <a:rPr lang="de-AT" sz="700">
                <a:solidFill>
                  <a:schemeClr val="bg1"/>
                </a:solidFill>
              </a:rPr>
              <a:t> 1, 4600 Wels</a:t>
            </a:r>
          </a:p>
        </p:txBody>
      </p:sp>
    </p:spTree>
    <p:extLst>
      <p:ext uri="{BB962C8B-B14F-4D97-AF65-F5344CB8AC3E}">
        <p14:creationId xmlns:p14="http://schemas.microsoft.com/office/powerpoint/2010/main" val="425581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_FE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A9BAC4-FD65-4ABB-9AA9-AD2BBDEA97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5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8887"/>
            <a:ext cx="11013743" cy="68668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CF0AA6-1CF4-4A9E-BAD4-548EC91E69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50000"/>
                    </a14:imgEffect>
                    <a14:imgEffect>
                      <a14:brightnessContrast bright="-5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4746" y="0"/>
            <a:ext cx="3787254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9E2AA1-E681-496F-873C-81E102AC614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370960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 Ramy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489F20F-AA75-44D8-B9AF-20EF3489213E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rgbClr val="5F4D3A">
                  <a:alpha val="58000"/>
                </a:srgb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6052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1C0B-95D9-4251-BEEC-E226A118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C77A9A9-0716-43F9-B05C-26FCC6EB6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4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027BF11-83F5-422D-A519-A77D3A8CF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FA22DEF-E68A-498E-980C-5D82F20A4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5022-5E31-4333-BE26-2E3EED6B0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820" y="2223652"/>
            <a:ext cx="11394357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61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  <p15:guide id="4" orient="horz" pos="139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027BF11-83F5-422D-A519-A77D3A8CF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FA22DEF-E68A-498E-980C-5D82F20A4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5022-5E31-4333-BE26-2E3EED6B0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821" y="2223652"/>
            <a:ext cx="5552718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6AF3E-7F71-4991-930E-F6F1A79C3A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0461" y="2223652"/>
            <a:ext cx="5552718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428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  <p15:guide id="4" orient="horz" pos="1394">
          <p15:clr>
            <a:srgbClr val="FBAE40"/>
          </p15:clr>
        </p15:guide>
        <p15:guide id="5" pos="3931">
          <p15:clr>
            <a:srgbClr val="FBAE40"/>
          </p15:clr>
        </p15:guide>
        <p15:guide id="6" pos="374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sho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9234" y="0"/>
            <a:ext cx="5372766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91C0B-95D9-4251-BEEC-E226A118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1517595"/>
            <a:ext cx="5697179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799333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3156440"/>
            <a:ext cx="5696584" cy="3296749"/>
          </a:xfrm>
        </p:spPr>
        <p:txBody>
          <a:bodyPr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255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99">
          <p15:clr>
            <a:srgbClr val="FBAE40"/>
          </p15:clr>
        </p15:guide>
        <p15:guide id="2" orient="horz" pos="1990">
          <p15:clr>
            <a:srgbClr val="FBAE40"/>
          </p15:clr>
        </p15:guide>
        <p15:guide id="3" orient="horz" pos="1761">
          <p15:clr>
            <a:srgbClr val="FBAE40"/>
          </p15:clr>
        </p15:guide>
        <p15:guide id="4" orient="horz" pos="15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9234" y="0"/>
            <a:ext cx="5372766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2223653"/>
            <a:ext cx="5696584" cy="4229536"/>
          </a:xfrm>
        </p:spPr>
        <p:txBody>
          <a:bodyPr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Google Shape;69;p14">
            <a:extLst>
              <a:ext uri="{FF2B5EF4-FFF2-40B4-BE49-F238E27FC236}">
                <a16:creationId xmlns:a16="http://schemas.microsoft.com/office/drawing/2014/main" id="{AB29B8BC-72CB-411B-8A17-50313B19821C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D694A90-18D6-47A7-B327-1DB39A7BE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D674781-4498-48A7-8F3A-D16830BA02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69658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8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99">
          <p15:clr>
            <a:srgbClr val="FBAE40"/>
          </p15:clr>
        </p15:guide>
        <p15:guide id="2" orient="horz" pos="1990">
          <p15:clr>
            <a:srgbClr val="FBAE40"/>
          </p15:clr>
        </p15:guide>
        <p15:guide id="3" orient="horz" pos="176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43A3D9F4-2C06-41F3-BACD-0F4A3777A9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45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4">
            <a:extLst>
              <a:ext uri="{FF2B5EF4-FFF2-40B4-BE49-F238E27FC236}">
                <a16:creationId xmlns:a16="http://schemas.microsoft.com/office/drawing/2014/main" id="{3045B341-DEAE-47AF-8823-54A6D6CE81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41320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34">
            <a:extLst>
              <a:ext uri="{FF2B5EF4-FFF2-40B4-BE49-F238E27FC236}">
                <a16:creationId xmlns:a16="http://schemas.microsoft.com/office/drawing/2014/main" id="{0455161E-7E97-48CF-A3B4-EFE0A4336FB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00296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07FAB3AB-E5A8-44A1-AC94-52A5EC5388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821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E71DB43B-1A3F-49B0-B29E-18DE9DAA25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821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lang="en-US" sz="15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0">
              <a:buNone/>
              <a:defRPr sz="1500"/>
            </a:lvl4pPr>
          </a:lstStyle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/>
              <a:t>Copy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7EF9E7A9-1CD3-4CBD-82D3-328B839375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821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39B16A46-9F49-46B3-AA2D-529A28B4B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0768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6720ADCA-D806-439B-9C7B-C6D8F3439B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0768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34F85579-18AC-40AB-80D8-981DD5F18B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80768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E47CA945-1A66-45B4-AD0D-486448AC12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2715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3FB38FAE-A4E5-41DB-931D-6C29E55210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2715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5C6617ED-0EC9-4EFF-A963-2589D5BDDB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2715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47726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52">
          <p15:clr>
            <a:srgbClr val="FBAE40"/>
          </p15:clr>
        </p15:guide>
        <p15:guide id="2" pos="2415">
          <p15:clr>
            <a:srgbClr val="FBAE40"/>
          </p15:clr>
        </p15:guide>
        <p15:guide id="4" pos="4928">
          <p15:clr>
            <a:srgbClr val="FBAE40"/>
          </p15:clr>
        </p15:guide>
        <p15:guide id="5" pos="5267">
          <p15:clr>
            <a:srgbClr val="FBAE40"/>
          </p15:clr>
        </p15:guide>
        <p15:guide id="7" orient="horz" pos="2942">
          <p15:clr>
            <a:srgbClr val="FBAE40"/>
          </p15:clr>
        </p15:guide>
        <p15:guide id="8" orient="horz" pos="3215">
          <p15:clr>
            <a:srgbClr val="FBAE40"/>
          </p15:clr>
        </p15:guide>
        <p15:guide id="9" orient="horz" pos="267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F1601BB-23C7-491E-B448-1DA9C4D5F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"/>
          <a:stretch/>
        </p:blipFill>
        <p:spPr>
          <a:xfrm>
            <a:off x="-594" y="0"/>
            <a:ext cx="12192000" cy="3584332"/>
          </a:xfrm>
          <a:prstGeom prst="rect">
            <a:avLst/>
          </a:prstGeom>
        </p:spPr>
      </p:pic>
      <p:sp>
        <p:nvSpPr>
          <p:cNvPr id="7" name="Google Shape;95;p16">
            <a:extLst>
              <a:ext uri="{FF2B5EF4-FFF2-40B4-BE49-F238E27FC236}">
                <a16:creationId xmlns:a16="http://schemas.microsoft.com/office/drawing/2014/main" id="{55F61179-4953-4A38-A7A6-C70F556E1B25}"/>
              </a:ext>
            </a:extLst>
          </p:cNvPr>
          <p:cNvSpPr/>
          <p:nvPr userDrawn="1"/>
        </p:nvSpPr>
        <p:spPr>
          <a:xfrm>
            <a:off x="398822" y="1334701"/>
            <a:ext cx="3228485" cy="4343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C1D0A22-4562-41F0-920F-21F0988403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0768" y="4921643"/>
            <a:ext cx="3430465" cy="1531546"/>
          </a:xfrm>
        </p:spPr>
        <p:txBody>
          <a:bodyPr bIns="0">
            <a:noAutofit/>
          </a:bodyPr>
          <a:lstStyle>
            <a:lvl1pPr algn="l">
              <a:defRPr sz="1500" b="0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51C5A9B-2CC3-4D14-A9DC-FF54903DF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80768" y="3957853"/>
            <a:ext cx="3430465" cy="785575"/>
          </a:xfrm>
        </p:spPr>
        <p:txBody>
          <a:bodyPr bIns="0" anchor="b">
            <a:no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9ED92D9-14E6-4F26-902E-98BD5D3FFF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2715" y="4921643"/>
            <a:ext cx="3430465" cy="1531546"/>
          </a:xfrm>
        </p:spPr>
        <p:txBody>
          <a:bodyPr bIns="0">
            <a:noAutofit/>
          </a:bodyPr>
          <a:lstStyle>
            <a:lvl1pPr algn="l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A494DF-EC48-4DCE-90AD-6B2D8BEFCB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2715" y="3957853"/>
            <a:ext cx="3430465" cy="785576"/>
          </a:xfrm>
        </p:spPr>
        <p:txBody>
          <a:bodyPr bIns="0" anchor="b">
            <a:noAutofit/>
          </a:bodyPr>
          <a:lstStyle>
            <a:lvl1pPr algn="l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517174C-3895-4B33-8235-A51665BD8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58A01EBD-9000-4FE0-B78E-D9E8D3D212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29795" y="1334701"/>
            <a:ext cx="897512" cy="897600"/>
          </a:xfrm>
          <a:solidFill>
            <a:schemeClr val="tx1"/>
          </a:solidFill>
        </p:spPr>
        <p:txBody>
          <a:bodyPr bIns="0" anchor="ctr">
            <a:noAutofit/>
          </a:bodyPr>
          <a:lstStyle>
            <a:lvl1pPr algn="ctr">
              <a:spcAft>
                <a:spcPts val="0"/>
              </a:spcAft>
              <a:defRPr sz="2100" b="0">
                <a:solidFill>
                  <a:schemeClr val="bg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E2524DE8-4272-497C-9826-D17E560222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8822" y="4081463"/>
            <a:ext cx="3228485" cy="1596838"/>
          </a:xfrm>
        </p:spPr>
        <p:txBody>
          <a:bodyPr bIns="0" anchor="ctr">
            <a:noAutofit/>
          </a:bodyPr>
          <a:lstStyle>
            <a:lvl1pPr algn="ctr">
              <a:defRPr sz="3000" b="0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55459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29">
          <p15:clr>
            <a:srgbClr val="FBAE40"/>
          </p15:clr>
        </p15:guide>
        <p15:guide id="2" pos="5269">
          <p15:clr>
            <a:srgbClr val="FBAE40"/>
          </p15:clr>
        </p15:guide>
        <p15:guide id="3" pos="2752">
          <p15:clr>
            <a:srgbClr val="FBAE40"/>
          </p15:clr>
        </p15:guide>
        <p15:guide id="4" pos="2293">
          <p15:clr>
            <a:srgbClr val="FBAE40"/>
          </p15:clr>
        </p15:guide>
        <p15:guide id="5" orient="horz" pos="2945">
          <p15:clr>
            <a:srgbClr val="FBAE40"/>
          </p15:clr>
        </p15:guide>
        <p15:guide id="6" orient="horz" pos="309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130" descr="A picture containing bicycle&#10;&#10;Description automatically generated">
            <a:extLst>
              <a:ext uri="{FF2B5EF4-FFF2-40B4-BE49-F238E27FC236}">
                <a16:creationId xmlns:a16="http://schemas.microsoft.com/office/drawing/2014/main" id="{93D7F87D-FDF4-4C78-8578-069AEB7262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53431" y="1363144"/>
            <a:ext cx="3660906" cy="4673764"/>
          </a:xfrm>
          <a:prstGeom prst="rect">
            <a:avLst/>
          </a:prstGeom>
        </p:spPr>
      </p:pic>
      <p:sp>
        <p:nvSpPr>
          <p:cNvPr id="4" name="Google Shape;107;p17">
            <a:extLst>
              <a:ext uri="{FF2B5EF4-FFF2-40B4-BE49-F238E27FC236}">
                <a16:creationId xmlns:a16="http://schemas.microsoft.com/office/drawing/2014/main" id="{3B6716B1-BF39-4B4C-AE9D-3480D970A882}"/>
              </a:ext>
            </a:extLst>
          </p:cNvPr>
          <p:cNvSpPr/>
          <p:nvPr userDrawn="1"/>
        </p:nvSpPr>
        <p:spPr>
          <a:xfrm>
            <a:off x="596" y="0"/>
            <a:ext cx="6366578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59625C8-2C1D-4CDA-A63C-62645233AF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1290" y="983616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3E6BD8E9-0DCC-452B-90C8-68BECBDEF9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1290" y="1846293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944DA97-9B97-4BD5-90BB-1CE2678420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71290" y="1269376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8D03401A-019F-42DB-BA21-F313CEEA92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33389" y="983616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4557DCCA-6CE5-4503-8268-56E56C9575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33389" y="1846293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DFEFD8CA-0F2B-414D-A6DF-FB97E04667A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3389" y="1269760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03A58744-8693-46D7-816E-2749FE4C3D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7F34AFBC-7AB5-4A36-8A4E-1D2A15E05C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1290" y="2959930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CA3893B6-139A-4150-9CBA-156EA5F227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71290" y="3822606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5607DA70-E5CF-4A02-9C65-8E798CF179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71290" y="3245690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42B02C60-1C66-4D91-A712-BFD8AA0B4E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33389" y="2959930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9D1A4598-1CA0-4CEE-A850-CAD7089F8E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33389" y="3822606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85B073E2-F736-4C47-8D4D-5E9C84BA763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33389" y="3245689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2F9648E1-669A-4699-A13A-EE245C39B7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1290" y="4936243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8ACB4D02-B213-49EE-853D-EE3B5F87638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71290" y="5798920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8" name="Picture Placeholder 130">
            <a:extLst>
              <a:ext uri="{FF2B5EF4-FFF2-40B4-BE49-F238E27FC236}">
                <a16:creationId xmlns:a16="http://schemas.microsoft.com/office/drawing/2014/main" id="{A31579AD-1AE9-444C-8149-E42E1DF8B18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55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3431" y="1363144"/>
            <a:ext cx="3660906" cy="4673764"/>
          </a:xfrm>
          <a:prstGeom prst="rect">
            <a:avLst/>
          </a:prstGeom>
        </p:spPr>
      </p:pic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45BBC312-4B52-4DB7-9DC1-9DDCF40022F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71290" y="5222004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D9AE62F5-2DFB-4990-BF0F-5534B342F4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33389" y="4936243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3E445A29-85C6-4146-B892-D528C4DA7B8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33389" y="5798920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D4C72C69-71BD-4685-A096-2D7EF8703EB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633389" y="5222388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55C6C14E-7E29-4B5C-BE95-9CC51F652663}"/>
              </a:ext>
            </a:extLst>
          </p:cNvPr>
          <p:cNvSpPr/>
          <p:nvPr userDrawn="1"/>
        </p:nvSpPr>
        <p:spPr>
          <a:xfrm>
            <a:off x="1353432" y="1363720"/>
            <a:ext cx="3660905" cy="4673188"/>
          </a:xfrm>
          <a:prstGeom prst="rect">
            <a:avLst/>
          </a:prstGeom>
          <a:gradFill>
            <a:gsLst>
              <a:gs pos="0">
                <a:srgbClr val="FBFBFB"/>
              </a:gs>
              <a:gs pos="0">
                <a:schemeClr val="bg1">
                  <a:alpha val="40000"/>
                  <a:lumMod val="88000"/>
                </a:schemeClr>
              </a:gs>
              <a:gs pos="86000">
                <a:schemeClr val="bg1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t"/>
          <a:lstStyle/>
          <a:p>
            <a:pPr algn="r" defTabSz="685800">
              <a:spcAft>
                <a:spcPts val="450"/>
              </a:spcAft>
            </a:pPr>
            <a:endParaRPr lang="en-US" sz="1350" b="1" i="1" kern="0">
              <a:solidFill>
                <a:schemeClr val="bg1"/>
              </a:solidFill>
              <a:latin typeface="Arial"/>
              <a:cs typeface="Arial"/>
            </a:endParaRPr>
          </a:p>
        </p:txBody>
      </p:sp>
      <p:cxnSp>
        <p:nvCxnSpPr>
          <p:cNvPr id="7" name="Google Shape;110;p17">
            <a:extLst>
              <a:ext uri="{FF2B5EF4-FFF2-40B4-BE49-F238E27FC236}">
                <a16:creationId xmlns:a16="http://schemas.microsoft.com/office/drawing/2014/main" id="{2DCB4A7B-B3BA-41C9-B3C4-F89D2413833C}"/>
              </a:ext>
            </a:extLst>
          </p:cNvPr>
          <p:cNvCxnSpPr>
            <a:cxnSpLocks/>
          </p:cNvCxnSpPr>
          <p:nvPr userDrawn="1"/>
        </p:nvCxnSpPr>
        <p:spPr>
          <a:xfrm>
            <a:off x="398822" y="5546967"/>
            <a:ext cx="13266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463046-027B-4B37-9F80-5A6DB6F24E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9316" y="1157573"/>
            <a:ext cx="2586089" cy="1688399"/>
          </a:xfrm>
        </p:spPr>
        <p:txBody>
          <a:bodyPr bIns="0" anchor="ctr">
            <a:noAutofit/>
          </a:bodyPr>
          <a:lstStyle>
            <a:lvl1pPr algn="ctr">
              <a:defRPr sz="1500"/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13576-A324-49DC-8125-F9D003471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4023534"/>
            <a:ext cx="5696583" cy="1344767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1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881">
          <p15:clr>
            <a:srgbClr val="FBAE40"/>
          </p15:clr>
        </p15:guide>
        <p15:guide id="3" pos="4520">
          <p15:clr>
            <a:srgbClr val="FBAE40"/>
          </p15:clr>
        </p15:guide>
        <p15:guide id="4" pos="6063">
          <p15:clr>
            <a:srgbClr val="FBAE40"/>
          </p15:clr>
        </p15:guide>
        <p15:guide id="5" orient="horz" pos="1434">
          <p15:clr>
            <a:srgbClr val="FBAE40"/>
          </p15:clr>
        </p15:guide>
        <p15:guide id="6" orient="horz" pos="1865">
          <p15:clr>
            <a:srgbClr val="FBAE40"/>
          </p15:clr>
        </p15:guide>
        <p15:guide id="7" pos="3840">
          <p15:clr>
            <a:srgbClr val="FBAE40"/>
          </p15:clr>
        </p15:guide>
        <p15:guide id="8" orient="horz" pos="2682">
          <p15:clr>
            <a:srgbClr val="FBAE40"/>
          </p15:clr>
        </p15:guide>
        <p15:guide id="9" orient="horz" pos="618">
          <p15:clr>
            <a:srgbClr val="FBAE40"/>
          </p15:clr>
        </p15:guide>
        <p15:guide id="10" orient="horz" pos="3113">
          <p15:clr>
            <a:srgbClr val="FBAE40"/>
          </p15:clr>
        </p15:guide>
        <p15:guide id="11" orient="horz" pos="392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7;p19">
            <a:extLst>
              <a:ext uri="{FF2B5EF4-FFF2-40B4-BE49-F238E27FC236}">
                <a16:creationId xmlns:a16="http://schemas.microsoft.com/office/drawing/2014/main" id="{CD0992EC-6583-4A8C-883A-14435E0ABD45}"/>
              </a:ext>
            </a:extLst>
          </p:cNvPr>
          <p:cNvSpPr/>
          <p:nvPr userDrawn="1"/>
        </p:nvSpPr>
        <p:spPr>
          <a:xfrm>
            <a:off x="6032201" y="1373684"/>
            <a:ext cx="6159799" cy="54843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7662" y="14840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2223652"/>
            <a:ext cx="53722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E5BF203D-24AE-48E1-A2F3-1BE97FC2A3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662" y="30743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3220DA-0569-4F4B-BCD4-FA307967D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7662" y="46646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DF9B357-2B17-47C9-9FDD-1A866C19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01979" y="148393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C6299F2-6E99-4AF7-8335-3AFC8C214C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01979" y="307428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B036C17-35E6-48DC-B3BF-E99E4D694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01979" y="466463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2" y="3429000"/>
            <a:ext cx="5372765" cy="30241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2EBADD8-5210-4132-B453-D131D7BFE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692064"/>
            <a:ext cx="5372204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7167E20-0B9E-4214-AF02-F0BA6C483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37220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0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847">
          <p15:clr>
            <a:srgbClr val="FBAE40"/>
          </p15:clr>
        </p15:guide>
        <p15:guide id="2" orient="horz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63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06">
          <p15:clr>
            <a:srgbClr val="FBAE40"/>
          </p15:clr>
        </p15:guide>
        <p15:guide id="8" pos="5915">
          <p15:clr>
            <a:srgbClr val="FBAE40"/>
          </p15:clr>
        </p15:guide>
        <p15:guide id="9" pos="38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7;p19">
            <a:extLst>
              <a:ext uri="{FF2B5EF4-FFF2-40B4-BE49-F238E27FC236}">
                <a16:creationId xmlns:a16="http://schemas.microsoft.com/office/drawing/2014/main" id="{CD0992EC-6583-4A8C-883A-14435E0ABD45}"/>
              </a:ext>
            </a:extLst>
          </p:cNvPr>
          <p:cNvSpPr/>
          <p:nvPr userDrawn="1"/>
        </p:nvSpPr>
        <p:spPr>
          <a:xfrm>
            <a:off x="6031440" y="2223653"/>
            <a:ext cx="6159799" cy="463434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2223652"/>
            <a:ext cx="53722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E5BF203D-24AE-48E1-A2F3-1BE97FC2A3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662" y="2587966"/>
            <a:ext cx="3138095" cy="1738574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3220DA-0569-4F4B-BCD4-FA307967D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7662" y="4477929"/>
            <a:ext cx="3138095" cy="1738574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C6299F2-6E99-4AF7-8335-3AFC8C214C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01979" y="2587917"/>
            <a:ext cx="2391200" cy="1738574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B036C17-35E6-48DC-B3BF-E99E4D694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01979" y="4477929"/>
            <a:ext cx="2391200" cy="1738574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2" y="3429000"/>
            <a:ext cx="5372765" cy="30241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2EBADD8-5210-4132-B453-D131D7BFE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11394356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7167E20-0B9E-4214-AF02-F0BA6C483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8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9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84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63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06">
          <p15:clr>
            <a:srgbClr val="FBAE40"/>
          </p15:clr>
        </p15:guide>
        <p15:guide id="8" pos="591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Key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415" y="692064"/>
            <a:ext cx="5372204" cy="1005497"/>
          </a:xfrm>
        </p:spPr>
        <p:txBody>
          <a:bodyPr bIns="0" anchor="b">
            <a:no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DF9B357-2B17-47C9-9FDD-1A866C19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387" y="3164834"/>
            <a:ext cx="2985296" cy="1142100"/>
          </a:xfrm>
        </p:spPr>
        <p:txBody>
          <a:bodyPr bIns="0" anchor="t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172;p20">
            <a:extLst>
              <a:ext uri="{FF2B5EF4-FFF2-40B4-BE49-F238E27FC236}">
                <a16:creationId xmlns:a16="http://schemas.microsoft.com/office/drawing/2014/main" id="{C3F62F16-2581-4BF4-BA71-1A22E6AE2D86}"/>
              </a:ext>
            </a:extLst>
          </p:cNvPr>
          <p:cNvSpPr/>
          <p:nvPr userDrawn="1"/>
        </p:nvSpPr>
        <p:spPr>
          <a:xfrm>
            <a:off x="358379" y="2541150"/>
            <a:ext cx="702332" cy="702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93EE920-5533-4E73-A42D-1B263590C8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8387" y="2402682"/>
            <a:ext cx="2985296" cy="660552"/>
          </a:xfrm>
        </p:spPr>
        <p:txBody>
          <a:bodyPr bIns="0" anchor="b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BF7C1-B094-4E18-9F9D-618C61762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822" y="2581000"/>
            <a:ext cx="621446" cy="622697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 sz="210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F1C1958-151D-41AA-8491-52A9724581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8154" y="5069620"/>
            <a:ext cx="2985296" cy="1142635"/>
          </a:xfrm>
        </p:spPr>
        <p:txBody>
          <a:bodyPr bIns="0" anchor="t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172;p20">
            <a:extLst>
              <a:ext uri="{FF2B5EF4-FFF2-40B4-BE49-F238E27FC236}">
                <a16:creationId xmlns:a16="http://schemas.microsoft.com/office/drawing/2014/main" id="{0C3339EA-B7B6-4D39-959B-1829420213BA}"/>
              </a:ext>
            </a:extLst>
          </p:cNvPr>
          <p:cNvSpPr/>
          <p:nvPr userDrawn="1"/>
        </p:nvSpPr>
        <p:spPr>
          <a:xfrm>
            <a:off x="358146" y="4445937"/>
            <a:ext cx="702332" cy="702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9E8183E-6D6F-47AD-AA3E-9F94A892D3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8154" y="4307468"/>
            <a:ext cx="2985296" cy="660552"/>
          </a:xfrm>
        </p:spPr>
        <p:txBody>
          <a:bodyPr bIns="0" anchor="b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AB5C89A-2688-4EBF-A9EF-A4D9F4939C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589" y="4485787"/>
            <a:ext cx="621446" cy="622697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 sz="210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A50BDDE-B3B2-44C6-9DA1-70B1F3497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8D586E4-4BDC-4DEC-9D23-C5649CEA0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8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20" name="Google Shape;176;p20">
            <a:extLst>
              <a:ext uri="{FF2B5EF4-FFF2-40B4-BE49-F238E27FC236}">
                <a16:creationId xmlns:a16="http://schemas.microsoft.com/office/drawing/2014/main" id="{2C3AF840-72F7-4171-8449-CC4660CAA532}"/>
              </a:ext>
            </a:extLst>
          </p:cNvPr>
          <p:cNvSpPr/>
          <p:nvPr userDrawn="1"/>
        </p:nvSpPr>
        <p:spPr>
          <a:xfrm>
            <a:off x="4959577" y="2402681"/>
            <a:ext cx="7231694" cy="3813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Chart Placeholder 3">
            <a:extLst>
              <a:ext uri="{FF2B5EF4-FFF2-40B4-BE49-F238E27FC236}">
                <a16:creationId xmlns:a16="http://schemas.microsoft.com/office/drawing/2014/main" id="{E7569C97-19F1-4EF0-9167-2F16E97A118F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169373" y="2533650"/>
            <a:ext cx="6623246" cy="346270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4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6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126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77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76;p20">
            <a:extLst>
              <a:ext uri="{FF2B5EF4-FFF2-40B4-BE49-F238E27FC236}">
                <a16:creationId xmlns:a16="http://schemas.microsoft.com/office/drawing/2014/main" id="{4864A94B-6309-43E4-84A8-A41B4FB20F7B}"/>
              </a:ext>
            </a:extLst>
          </p:cNvPr>
          <p:cNvSpPr/>
          <p:nvPr userDrawn="1"/>
        </p:nvSpPr>
        <p:spPr>
          <a:xfrm>
            <a:off x="4959577" y="2402681"/>
            <a:ext cx="7231694" cy="3813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415" y="692064"/>
            <a:ext cx="5372204" cy="1005497"/>
          </a:xfrm>
        </p:spPr>
        <p:txBody>
          <a:bodyPr bIns="0" anchor="b">
            <a:no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169373" y="2533650"/>
            <a:ext cx="6623246" cy="346270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A50BDDE-B3B2-44C6-9DA1-70B1F3497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00CA8A-5BE0-434F-B201-8E01A0363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69658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1EF21-0841-472E-A720-0F7DA03B3D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589" y="2402682"/>
            <a:ext cx="4372131" cy="3813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218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6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126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77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7;p21">
            <a:extLst>
              <a:ext uri="{FF2B5EF4-FFF2-40B4-BE49-F238E27FC236}">
                <a16:creationId xmlns:a16="http://schemas.microsoft.com/office/drawing/2014/main" id="{1CF4CDB0-A6F8-4DF3-A0CF-95C892B063CD}"/>
              </a:ext>
            </a:extLst>
          </p:cNvPr>
          <p:cNvSpPr/>
          <p:nvPr/>
        </p:nvSpPr>
        <p:spPr>
          <a:xfrm rot="16200000">
            <a:off x="4652498" y="-1226552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90;p21">
            <a:extLst>
              <a:ext uri="{FF2B5EF4-FFF2-40B4-BE49-F238E27FC236}">
                <a16:creationId xmlns:a16="http://schemas.microsoft.com/office/drawing/2014/main" id="{503D3FCC-9B89-4D6A-AAED-1C01646D3555}"/>
              </a:ext>
            </a:extLst>
          </p:cNvPr>
          <p:cNvSpPr/>
          <p:nvPr/>
        </p:nvSpPr>
        <p:spPr>
          <a:xfrm rot="16200000">
            <a:off x="796075" y="19231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91;p21">
            <a:extLst>
              <a:ext uri="{FF2B5EF4-FFF2-40B4-BE49-F238E27FC236}">
                <a16:creationId xmlns:a16="http://schemas.microsoft.com/office/drawing/2014/main" id="{C5AABDF9-401C-4E42-AA53-9CB797CBF732}"/>
              </a:ext>
            </a:extLst>
          </p:cNvPr>
          <p:cNvSpPr/>
          <p:nvPr/>
        </p:nvSpPr>
        <p:spPr>
          <a:xfrm>
            <a:off x="459758" y="24491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7" name="Google Shape;194;p21">
            <a:extLst>
              <a:ext uri="{FF2B5EF4-FFF2-40B4-BE49-F238E27FC236}">
                <a16:creationId xmlns:a16="http://schemas.microsoft.com/office/drawing/2014/main" id="{F7E5292E-6060-48F9-ABDA-83601B481AC3}"/>
              </a:ext>
            </a:extLst>
          </p:cNvPr>
          <p:cNvCxnSpPr>
            <a:cxnSpLocks/>
          </p:cNvCxnSpPr>
          <p:nvPr/>
        </p:nvCxnSpPr>
        <p:spPr>
          <a:xfrm>
            <a:off x="5406356" y="25010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40918E10-6EC8-4987-B039-6B046E69663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99383" y="5501269"/>
            <a:ext cx="8720805" cy="951919"/>
          </a:xfrm>
        </p:spPr>
        <p:txBody>
          <a:bodyPr bIns="0" anchor="t">
            <a:noAutofit/>
          </a:bodyPr>
          <a:lstStyle>
            <a:lvl1pPr algn="l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Content Placeholder 17">
            <a:extLst>
              <a:ext uri="{FF2B5EF4-FFF2-40B4-BE49-F238E27FC236}">
                <a16:creationId xmlns:a16="http://schemas.microsoft.com/office/drawing/2014/main" id="{F8F5FC5D-2EB3-49C9-B3E4-B8579B6859C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0456" y="2459824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09C590-6093-4A5C-AE82-2DDACA1EFF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74088" y="24493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8E1B90CC-B9F3-4C88-9CB6-3FC040F561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6303" y="24493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7B46DBB6-7776-43D2-A1D4-1A056A8983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390" y="24491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57" name="Google Shape;187;p21">
            <a:extLst>
              <a:ext uri="{FF2B5EF4-FFF2-40B4-BE49-F238E27FC236}">
                <a16:creationId xmlns:a16="http://schemas.microsoft.com/office/drawing/2014/main" id="{679C781D-9C02-44C5-BB70-4D1DF73B4846}"/>
              </a:ext>
            </a:extLst>
          </p:cNvPr>
          <p:cNvSpPr/>
          <p:nvPr userDrawn="1"/>
        </p:nvSpPr>
        <p:spPr>
          <a:xfrm rot="16200000">
            <a:off x="4652498" y="-224653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190;p21">
            <a:extLst>
              <a:ext uri="{FF2B5EF4-FFF2-40B4-BE49-F238E27FC236}">
                <a16:creationId xmlns:a16="http://schemas.microsoft.com/office/drawing/2014/main" id="{6AFC20B2-CED7-4FAE-9902-FB5A15978FD4}"/>
              </a:ext>
            </a:extLst>
          </p:cNvPr>
          <p:cNvSpPr/>
          <p:nvPr userDrawn="1"/>
        </p:nvSpPr>
        <p:spPr>
          <a:xfrm rot="16200000">
            <a:off x="796076" y="29250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" name="Google Shape;191;p21">
            <a:extLst>
              <a:ext uri="{FF2B5EF4-FFF2-40B4-BE49-F238E27FC236}">
                <a16:creationId xmlns:a16="http://schemas.microsoft.com/office/drawing/2014/main" id="{62B2AC0D-F109-42AB-8A07-DBB5614EAFF4}"/>
              </a:ext>
            </a:extLst>
          </p:cNvPr>
          <p:cNvSpPr/>
          <p:nvPr userDrawn="1"/>
        </p:nvSpPr>
        <p:spPr>
          <a:xfrm>
            <a:off x="459759" y="34510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0" name="Google Shape;194;p21">
            <a:extLst>
              <a:ext uri="{FF2B5EF4-FFF2-40B4-BE49-F238E27FC236}">
                <a16:creationId xmlns:a16="http://schemas.microsoft.com/office/drawing/2014/main" id="{A29EBE72-4F26-4EC2-8534-DDF811F79704}"/>
              </a:ext>
            </a:extLst>
          </p:cNvPr>
          <p:cNvCxnSpPr>
            <a:cxnSpLocks/>
          </p:cNvCxnSpPr>
          <p:nvPr userDrawn="1"/>
        </p:nvCxnSpPr>
        <p:spPr>
          <a:xfrm>
            <a:off x="5406356" y="35029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1" name="Content Placeholder 17">
            <a:extLst>
              <a:ext uri="{FF2B5EF4-FFF2-40B4-BE49-F238E27FC236}">
                <a16:creationId xmlns:a16="http://schemas.microsoft.com/office/drawing/2014/main" id="{A1844088-E195-44D9-AFBC-CF15A11EBC9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70457" y="3461723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5D15BADE-9FD9-4F9E-90A3-206A047323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74089" y="34512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115BD86-90A2-4811-A19F-E955BC74D4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36304" y="34512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D26361FA-6EA3-4736-BDD9-D0F9AC1E8E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82391" y="34510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65" name="Google Shape;187;p21">
            <a:extLst>
              <a:ext uri="{FF2B5EF4-FFF2-40B4-BE49-F238E27FC236}">
                <a16:creationId xmlns:a16="http://schemas.microsoft.com/office/drawing/2014/main" id="{51A1D946-8933-48CD-85DC-1840B153EB3E}"/>
              </a:ext>
            </a:extLst>
          </p:cNvPr>
          <p:cNvSpPr/>
          <p:nvPr userDrawn="1"/>
        </p:nvSpPr>
        <p:spPr>
          <a:xfrm rot="16200000">
            <a:off x="4652498" y="759249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190;p21">
            <a:extLst>
              <a:ext uri="{FF2B5EF4-FFF2-40B4-BE49-F238E27FC236}">
                <a16:creationId xmlns:a16="http://schemas.microsoft.com/office/drawing/2014/main" id="{27AA8C7E-B3A5-42B9-BA64-C7B30A346958}"/>
              </a:ext>
            </a:extLst>
          </p:cNvPr>
          <p:cNvSpPr/>
          <p:nvPr userDrawn="1"/>
        </p:nvSpPr>
        <p:spPr>
          <a:xfrm rot="16200000">
            <a:off x="796076" y="39089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191;p21">
            <a:extLst>
              <a:ext uri="{FF2B5EF4-FFF2-40B4-BE49-F238E27FC236}">
                <a16:creationId xmlns:a16="http://schemas.microsoft.com/office/drawing/2014/main" id="{9F7E3FA4-D25C-492F-82F4-360D6C9D517F}"/>
              </a:ext>
            </a:extLst>
          </p:cNvPr>
          <p:cNvSpPr/>
          <p:nvPr userDrawn="1"/>
        </p:nvSpPr>
        <p:spPr>
          <a:xfrm>
            <a:off x="459759" y="44349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8" name="Google Shape;194;p21">
            <a:extLst>
              <a:ext uri="{FF2B5EF4-FFF2-40B4-BE49-F238E27FC236}">
                <a16:creationId xmlns:a16="http://schemas.microsoft.com/office/drawing/2014/main" id="{45607EDD-1201-441F-8137-9C85A78423F9}"/>
              </a:ext>
            </a:extLst>
          </p:cNvPr>
          <p:cNvCxnSpPr>
            <a:cxnSpLocks/>
          </p:cNvCxnSpPr>
          <p:nvPr userDrawn="1"/>
        </p:nvCxnSpPr>
        <p:spPr>
          <a:xfrm>
            <a:off x="5406356" y="44868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9" name="Content Placeholder 17">
            <a:extLst>
              <a:ext uri="{FF2B5EF4-FFF2-40B4-BE49-F238E27FC236}">
                <a16:creationId xmlns:a16="http://schemas.microsoft.com/office/drawing/2014/main" id="{3AA90194-FA55-4030-A2BB-63211F3C302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0457" y="4445624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70" name="Text Placeholder 3">
            <a:extLst>
              <a:ext uri="{FF2B5EF4-FFF2-40B4-BE49-F238E27FC236}">
                <a16:creationId xmlns:a16="http://schemas.microsoft.com/office/drawing/2014/main" id="{D174CE16-59B0-410D-B8C1-121614F799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74089" y="44351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098C2F67-BB90-4D9F-B543-0EEB6CDF0E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36304" y="44351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2D461656-9B74-4BD2-BA55-93C6ABD6B45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2391" y="44349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17925D8-F23F-4B4B-976F-CBAF54C58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11394357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5CDC55E-251B-4BC1-813A-AC11091FA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5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1561">
          <p15:clr>
            <a:srgbClr val="FBAE40"/>
          </p15:clr>
        </p15:guide>
        <p15:guide id="9" pos="367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785B502-D1F5-48D4-A86E-9B09DA1BC0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5179" y="1016437"/>
            <a:ext cx="3948414" cy="1041008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Google Shape;69;p14">
            <a:extLst>
              <a:ext uri="{FF2B5EF4-FFF2-40B4-BE49-F238E27FC236}">
                <a16:creationId xmlns:a16="http://schemas.microsoft.com/office/drawing/2014/main" id="{B2F3310A-ED5A-4A6C-B7B6-807A1E5BEE9C}"/>
              </a:ext>
            </a:extLst>
          </p:cNvPr>
          <p:cNvCxnSpPr>
            <a:cxnSpLocks/>
          </p:cNvCxnSpPr>
          <p:nvPr userDrawn="1"/>
        </p:nvCxnSpPr>
        <p:spPr>
          <a:xfrm>
            <a:off x="7845179" y="2298175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1338E5E-8F9D-4B00-9015-DC0A2E4C4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45178" y="2470676"/>
            <a:ext cx="3948002" cy="1310116"/>
          </a:xfrm>
        </p:spPr>
        <p:txBody>
          <a:bodyPr bIns="0">
            <a:noAutofit/>
          </a:bodyPr>
          <a:lstStyle/>
          <a:p>
            <a:pPr lvl="0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551D8EB7-B53B-40F6-9CC5-DA84A37864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1405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1023C563-A318-4D85-AD09-E32B51F7089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51405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D937CF7D-91A3-41C1-BBD6-ABE9D411B0A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51405" y="4307286"/>
            <a:ext cx="184086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7B613D08-BA2E-41FE-9B54-D854D3A9BF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52310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4E726541-FA16-403E-8DC3-B01DE1236AA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952310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A86A39D8-E4D8-4594-813A-80D8855C6F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52310" y="4307285"/>
            <a:ext cx="184086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41" name="Chart Placeholder 3">
            <a:extLst>
              <a:ext uri="{FF2B5EF4-FFF2-40B4-BE49-F238E27FC236}">
                <a16:creationId xmlns:a16="http://schemas.microsoft.com/office/drawing/2014/main" id="{FB8F30EB-4179-46FF-AD02-05BB678873F1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0" y="1740878"/>
            <a:ext cx="6591341" cy="4712310"/>
          </a:xfrm>
        </p:spPr>
        <p:txBody>
          <a:bodyPr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1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72">
          <p15:clr>
            <a:srgbClr val="FBAE40"/>
          </p15:clr>
        </p15:guide>
        <p15:guide id="3" orient="horz" pos="1241">
          <p15:clr>
            <a:srgbClr val="FBAE40"/>
          </p15:clr>
        </p15:guide>
        <p15:guide id="4" orient="horz" pos="1445">
          <p15:clr>
            <a:srgbClr val="FBAE40"/>
          </p15:clr>
        </p15:guide>
        <p15:guide id="5" pos="4946">
          <p15:clr>
            <a:srgbClr val="FBAE40"/>
          </p15:clr>
        </p15:guide>
        <p15:guide id="6" orient="horz" pos="1701">
          <p15:clr>
            <a:srgbClr val="FBAE40"/>
          </p15:clr>
        </p15:guide>
        <p15:guide id="7" orient="horz" pos="3011">
          <p15:clr>
            <a:srgbClr val="FBAE40"/>
          </p15:clr>
        </p15:guide>
        <p15:guide id="8" pos="4401">
          <p15:clr>
            <a:srgbClr val="FBAE40"/>
          </p15:clr>
        </p15:guide>
        <p15:guide id="9" pos="610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39;p23">
            <a:extLst>
              <a:ext uri="{FF2B5EF4-FFF2-40B4-BE49-F238E27FC236}">
                <a16:creationId xmlns:a16="http://schemas.microsoft.com/office/drawing/2014/main" id="{67AD3411-0345-4533-8DAC-4AE11CA62D6D}"/>
              </a:ext>
            </a:extLst>
          </p:cNvPr>
          <p:cNvSpPr/>
          <p:nvPr userDrawn="1"/>
        </p:nvSpPr>
        <p:spPr>
          <a:xfrm>
            <a:off x="5436998" y="3400402"/>
            <a:ext cx="2578148" cy="237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0A56B87-8CD3-44C7-85CA-B86EF92986A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435138" y="837099"/>
            <a:ext cx="4060405" cy="5183801"/>
          </a:xfrm>
          <a:custGeom>
            <a:avLst/>
            <a:gdLst>
              <a:gd name="connsiteX0" fmla="*/ 0 w 4060405"/>
              <a:gd name="connsiteY0" fmla="*/ 0 h 5183801"/>
              <a:gd name="connsiteX1" fmla="*/ 4060405 w 4060405"/>
              <a:gd name="connsiteY1" fmla="*/ 0 h 5183801"/>
              <a:gd name="connsiteX2" fmla="*/ 4060405 w 4060405"/>
              <a:gd name="connsiteY2" fmla="*/ 5183801 h 5183801"/>
              <a:gd name="connsiteX3" fmla="*/ 0 w 4060405"/>
              <a:gd name="connsiteY3" fmla="*/ 5183801 h 5183801"/>
              <a:gd name="connsiteX4" fmla="*/ 0 w 4060405"/>
              <a:gd name="connsiteY4" fmla="*/ 4941303 h 5183801"/>
              <a:gd name="connsiteX5" fmla="*/ 580008 w 4060405"/>
              <a:gd name="connsiteY5" fmla="*/ 4941303 h 5183801"/>
              <a:gd name="connsiteX6" fmla="*/ 580008 w 4060405"/>
              <a:gd name="connsiteY6" fmla="*/ 2563303 h 5183801"/>
              <a:gd name="connsiteX7" fmla="*/ 0 w 4060405"/>
              <a:gd name="connsiteY7" fmla="*/ 2563303 h 518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0405" h="5183801">
                <a:moveTo>
                  <a:pt x="0" y="0"/>
                </a:moveTo>
                <a:lnTo>
                  <a:pt x="4060405" y="0"/>
                </a:lnTo>
                <a:lnTo>
                  <a:pt x="4060405" y="5183801"/>
                </a:lnTo>
                <a:lnTo>
                  <a:pt x="0" y="5183801"/>
                </a:lnTo>
                <a:lnTo>
                  <a:pt x="0" y="4941303"/>
                </a:lnTo>
                <a:lnTo>
                  <a:pt x="580008" y="4941303"/>
                </a:lnTo>
                <a:lnTo>
                  <a:pt x="580008" y="2563303"/>
                </a:lnTo>
                <a:lnTo>
                  <a:pt x="0" y="256330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8822" y="3400402"/>
            <a:ext cx="4332476" cy="2377999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2223652"/>
            <a:ext cx="43199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D46D40F2-C0AA-46B9-8A79-25AF030F8C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05637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4CACE86-F51A-49EA-B336-080584E289C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05637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82AFF149-A047-4505-8B92-23BDA075538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05637" y="4307286"/>
            <a:ext cx="184086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4D42BAE-AABD-40CC-BB53-D4F94784D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692064"/>
            <a:ext cx="6765554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6CE65FE-C44F-4037-ADF1-B77EBD1EF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8820" y="1692127"/>
            <a:ext cx="6765555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410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48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2973">
          <p15:clr>
            <a:srgbClr val="FBAE40"/>
          </p15:clr>
        </p15:guide>
        <p15:guide id="6" orient="horz" pos="2143">
          <p15:clr>
            <a:srgbClr val="FBAE40"/>
          </p15:clr>
        </p15:guide>
        <p15:guide id="7" orient="horz" pos="36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orld 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199">
            <a:extLst>
              <a:ext uri="{FF2B5EF4-FFF2-40B4-BE49-F238E27FC236}">
                <a16:creationId xmlns:a16="http://schemas.microsoft.com/office/drawing/2014/main" id="{D894E818-8D0A-4338-BD44-85D5DBF4939C}"/>
              </a:ext>
            </a:extLst>
          </p:cNvPr>
          <p:cNvGrpSpPr/>
          <p:nvPr userDrawn="1"/>
        </p:nvGrpSpPr>
        <p:grpSpPr>
          <a:xfrm>
            <a:off x="345776" y="976929"/>
            <a:ext cx="11500447" cy="5465088"/>
            <a:chOff x="1413538" y="2409376"/>
            <a:chExt cx="5501301" cy="2743923"/>
          </a:xfrm>
          <a:solidFill>
            <a:schemeClr val="tx2">
              <a:lumMod val="75000"/>
            </a:schemeClr>
          </a:solidFill>
        </p:grpSpPr>
        <p:grpSp>
          <p:nvGrpSpPr>
            <p:cNvPr id="234" name="Group 188">
              <a:extLst>
                <a:ext uri="{FF2B5EF4-FFF2-40B4-BE49-F238E27FC236}">
                  <a16:creationId xmlns:a16="http://schemas.microsoft.com/office/drawing/2014/main" id="{3C3818D1-F404-4A59-BAA8-BBEBD0E670AE}"/>
                </a:ext>
              </a:extLst>
            </p:cNvPr>
            <p:cNvGrpSpPr/>
            <p:nvPr/>
          </p:nvGrpSpPr>
          <p:grpSpPr>
            <a:xfrm>
              <a:off x="3726823" y="3569992"/>
              <a:ext cx="1048946" cy="1175239"/>
              <a:chOff x="5357220" y="3485722"/>
              <a:chExt cx="1635229" cy="1832119"/>
            </a:xfrm>
            <a:grpFill/>
          </p:grpSpPr>
          <p:sp>
            <p:nvSpPr>
              <p:cNvPr id="422" name="Freeform 1207">
                <a:extLst>
                  <a:ext uri="{FF2B5EF4-FFF2-40B4-BE49-F238E27FC236}">
                    <a16:creationId xmlns:a16="http://schemas.microsoft.com/office/drawing/2014/main" id="{82C51552-D2DD-4D66-878C-419C10F6F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7630" y="4733387"/>
                <a:ext cx="174093" cy="337824"/>
              </a:xfrm>
              <a:custGeom>
                <a:avLst/>
                <a:gdLst/>
                <a:ahLst/>
                <a:cxnLst>
                  <a:cxn ang="0">
                    <a:pos x="68" y="0"/>
                  </a:cxn>
                  <a:cxn ang="0">
                    <a:pos x="74" y="4"/>
                  </a:cxn>
                  <a:cxn ang="0">
                    <a:pos x="78" y="12"/>
                  </a:cxn>
                  <a:cxn ang="0">
                    <a:pos x="81" y="21"/>
                  </a:cxn>
                  <a:cxn ang="0">
                    <a:pos x="83" y="31"/>
                  </a:cxn>
                  <a:cxn ang="0">
                    <a:pos x="84" y="39"/>
                  </a:cxn>
                  <a:cxn ang="0">
                    <a:pos x="84" y="46"/>
                  </a:cxn>
                  <a:cxn ang="0">
                    <a:pos x="83" y="44"/>
                  </a:cxn>
                  <a:cxn ang="0">
                    <a:pos x="81" y="44"/>
                  </a:cxn>
                  <a:cxn ang="0">
                    <a:pos x="79" y="43"/>
                  </a:cxn>
                  <a:cxn ang="0">
                    <a:pos x="78" y="43"/>
                  </a:cxn>
                  <a:cxn ang="0">
                    <a:pos x="77" y="65"/>
                  </a:cxn>
                  <a:cxn ang="0">
                    <a:pos x="72" y="82"/>
                  </a:cxn>
                  <a:cxn ang="0">
                    <a:pos x="66" y="100"/>
                  </a:cxn>
                  <a:cxn ang="0">
                    <a:pos x="59" y="116"/>
                  </a:cxn>
                  <a:cxn ang="0">
                    <a:pos x="48" y="146"/>
                  </a:cxn>
                  <a:cxn ang="0">
                    <a:pos x="42" y="155"/>
                  </a:cxn>
                  <a:cxn ang="0">
                    <a:pos x="34" y="160"/>
                  </a:cxn>
                  <a:cxn ang="0">
                    <a:pos x="24" y="163"/>
                  </a:cxn>
                  <a:cxn ang="0">
                    <a:pos x="17" y="160"/>
                  </a:cxn>
                  <a:cxn ang="0">
                    <a:pos x="10" y="155"/>
                  </a:cxn>
                  <a:cxn ang="0">
                    <a:pos x="5" y="148"/>
                  </a:cxn>
                  <a:cxn ang="0">
                    <a:pos x="4" y="140"/>
                  </a:cxn>
                  <a:cxn ang="0">
                    <a:pos x="4" y="136"/>
                  </a:cxn>
                  <a:cxn ang="0">
                    <a:pos x="5" y="134"/>
                  </a:cxn>
                  <a:cxn ang="0">
                    <a:pos x="5" y="130"/>
                  </a:cxn>
                  <a:cxn ang="0">
                    <a:pos x="3" y="127"/>
                  </a:cxn>
                  <a:cxn ang="0">
                    <a:pos x="2" y="125"/>
                  </a:cxn>
                  <a:cxn ang="0">
                    <a:pos x="0" y="121"/>
                  </a:cxn>
                  <a:cxn ang="0">
                    <a:pos x="0" y="112"/>
                  </a:cxn>
                  <a:cxn ang="0">
                    <a:pos x="8" y="105"/>
                  </a:cxn>
                  <a:cxn ang="0">
                    <a:pos x="9" y="105"/>
                  </a:cxn>
                  <a:cxn ang="0">
                    <a:pos x="9" y="104"/>
                  </a:cxn>
                  <a:cxn ang="0">
                    <a:pos x="10" y="102"/>
                  </a:cxn>
                  <a:cxn ang="0">
                    <a:pos x="12" y="100"/>
                  </a:cxn>
                  <a:cxn ang="0">
                    <a:pos x="14" y="92"/>
                  </a:cxn>
                  <a:cxn ang="0">
                    <a:pos x="15" y="90"/>
                  </a:cxn>
                  <a:cxn ang="0">
                    <a:pos x="17" y="88"/>
                  </a:cxn>
                  <a:cxn ang="0">
                    <a:pos x="17" y="87"/>
                  </a:cxn>
                  <a:cxn ang="0">
                    <a:pos x="15" y="81"/>
                  </a:cxn>
                  <a:cxn ang="0">
                    <a:pos x="12" y="73"/>
                  </a:cxn>
                  <a:cxn ang="0">
                    <a:pos x="10" y="66"/>
                  </a:cxn>
                  <a:cxn ang="0">
                    <a:pos x="12" y="56"/>
                  </a:cxn>
                  <a:cxn ang="0">
                    <a:pos x="17" y="49"/>
                  </a:cxn>
                  <a:cxn ang="0">
                    <a:pos x="23" y="46"/>
                  </a:cxn>
                  <a:cxn ang="0">
                    <a:pos x="29" y="43"/>
                  </a:cxn>
                  <a:cxn ang="0">
                    <a:pos x="37" y="39"/>
                  </a:cxn>
                  <a:cxn ang="0">
                    <a:pos x="44" y="34"/>
                  </a:cxn>
                  <a:cxn ang="0">
                    <a:pos x="53" y="27"/>
                  </a:cxn>
                  <a:cxn ang="0">
                    <a:pos x="59" y="19"/>
                  </a:cxn>
                  <a:cxn ang="0">
                    <a:pos x="66" y="13"/>
                  </a:cxn>
                  <a:cxn ang="0">
                    <a:pos x="67" y="10"/>
                  </a:cxn>
                  <a:cxn ang="0">
                    <a:pos x="67" y="5"/>
                  </a:cxn>
                  <a:cxn ang="0">
                    <a:pos x="68" y="3"/>
                  </a:cxn>
                  <a:cxn ang="0">
                    <a:pos x="68" y="0"/>
                  </a:cxn>
                </a:cxnLst>
                <a:rect l="0" t="0" r="r" b="b"/>
                <a:pathLst>
                  <a:path w="84" h="163">
                    <a:moveTo>
                      <a:pt x="68" y="0"/>
                    </a:moveTo>
                    <a:lnTo>
                      <a:pt x="74" y="4"/>
                    </a:lnTo>
                    <a:lnTo>
                      <a:pt x="78" y="12"/>
                    </a:lnTo>
                    <a:lnTo>
                      <a:pt x="81" y="21"/>
                    </a:lnTo>
                    <a:lnTo>
                      <a:pt x="83" y="31"/>
                    </a:lnTo>
                    <a:lnTo>
                      <a:pt x="84" y="39"/>
                    </a:lnTo>
                    <a:lnTo>
                      <a:pt x="84" y="46"/>
                    </a:lnTo>
                    <a:lnTo>
                      <a:pt x="83" y="44"/>
                    </a:lnTo>
                    <a:lnTo>
                      <a:pt x="81" y="44"/>
                    </a:lnTo>
                    <a:lnTo>
                      <a:pt x="79" y="43"/>
                    </a:lnTo>
                    <a:lnTo>
                      <a:pt x="78" y="43"/>
                    </a:lnTo>
                    <a:lnTo>
                      <a:pt x="77" y="65"/>
                    </a:lnTo>
                    <a:lnTo>
                      <a:pt x="72" y="82"/>
                    </a:lnTo>
                    <a:lnTo>
                      <a:pt x="66" y="100"/>
                    </a:lnTo>
                    <a:lnTo>
                      <a:pt x="59" y="116"/>
                    </a:lnTo>
                    <a:lnTo>
                      <a:pt x="48" y="146"/>
                    </a:lnTo>
                    <a:lnTo>
                      <a:pt x="42" y="155"/>
                    </a:lnTo>
                    <a:lnTo>
                      <a:pt x="34" y="160"/>
                    </a:lnTo>
                    <a:lnTo>
                      <a:pt x="24" y="163"/>
                    </a:lnTo>
                    <a:lnTo>
                      <a:pt x="17" y="160"/>
                    </a:lnTo>
                    <a:lnTo>
                      <a:pt x="10" y="155"/>
                    </a:lnTo>
                    <a:lnTo>
                      <a:pt x="5" y="148"/>
                    </a:lnTo>
                    <a:lnTo>
                      <a:pt x="4" y="140"/>
                    </a:lnTo>
                    <a:lnTo>
                      <a:pt x="4" y="136"/>
                    </a:lnTo>
                    <a:lnTo>
                      <a:pt x="5" y="134"/>
                    </a:lnTo>
                    <a:lnTo>
                      <a:pt x="5" y="130"/>
                    </a:lnTo>
                    <a:lnTo>
                      <a:pt x="3" y="127"/>
                    </a:lnTo>
                    <a:lnTo>
                      <a:pt x="2" y="125"/>
                    </a:lnTo>
                    <a:lnTo>
                      <a:pt x="0" y="121"/>
                    </a:lnTo>
                    <a:lnTo>
                      <a:pt x="0" y="112"/>
                    </a:lnTo>
                    <a:lnTo>
                      <a:pt x="8" y="105"/>
                    </a:lnTo>
                    <a:lnTo>
                      <a:pt x="9" y="105"/>
                    </a:lnTo>
                    <a:lnTo>
                      <a:pt x="9" y="104"/>
                    </a:lnTo>
                    <a:lnTo>
                      <a:pt x="10" y="102"/>
                    </a:lnTo>
                    <a:lnTo>
                      <a:pt x="12" y="100"/>
                    </a:lnTo>
                    <a:lnTo>
                      <a:pt x="14" y="92"/>
                    </a:lnTo>
                    <a:lnTo>
                      <a:pt x="15" y="90"/>
                    </a:lnTo>
                    <a:lnTo>
                      <a:pt x="17" y="88"/>
                    </a:lnTo>
                    <a:lnTo>
                      <a:pt x="17" y="87"/>
                    </a:lnTo>
                    <a:lnTo>
                      <a:pt x="15" y="81"/>
                    </a:lnTo>
                    <a:lnTo>
                      <a:pt x="12" y="73"/>
                    </a:lnTo>
                    <a:lnTo>
                      <a:pt x="10" y="66"/>
                    </a:lnTo>
                    <a:lnTo>
                      <a:pt x="12" y="56"/>
                    </a:lnTo>
                    <a:lnTo>
                      <a:pt x="17" y="49"/>
                    </a:lnTo>
                    <a:lnTo>
                      <a:pt x="23" y="46"/>
                    </a:lnTo>
                    <a:lnTo>
                      <a:pt x="29" y="43"/>
                    </a:lnTo>
                    <a:lnTo>
                      <a:pt x="37" y="39"/>
                    </a:lnTo>
                    <a:lnTo>
                      <a:pt x="44" y="34"/>
                    </a:lnTo>
                    <a:lnTo>
                      <a:pt x="53" y="27"/>
                    </a:lnTo>
                    <a:lnTo>
                      <a:pt x="59" y="19"/>
                    </a:lnTo>
                    <a:lnTo>
                      <a:pt x="66" y="13"/>
                    </a:lnTo>
                    <a:lnTo>
                      <a:pt x="67" y="10"/>
                    </a:lnTo>
                    <a:lnTo>
                      <a:pt x="67" y="5"/>
                    </a:lnTo>
                    <a:lnTo>
                      <a:pt x="68" y="3"/>
                    </a:lnTo>
                    <a:lnTo>
                      <a:pt x="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423" name="Freeform 1208">
                <a:extLst>
                  <a:ext uri="{FF2B5EF4-FFF2-40B4-BE49-F238E27FC236}">
                    <a16:creationId xmlns:a16="http://schemas.microsoft.com/office/drawing/2014/main" id="{99195D16-AA3F-42B9-B77B-757B8D899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7220" y="3485722"/>
                <a:ext cx="1635229" cy="1832119"/>
              </a:xfrm>
              <a:custGeom>
                <a:avLst/>
                <a:gdLst/>
                <a:ahLst/>
                <a:cxnLst>
                  <a:cxn ang="0">
                    <a:pos x="321" y="7"/>
                  </a:cxn>
                  <a:cxn ang="0">
                    <a:pos x="324" y="18"/>
                  </a:cxn>
                  <a:cxn ang="0">
                    <a:pos x="325" y="34"/>
                  </a:cxn>
                  <a:cxn ang="0">
                    <a:pos x="339" y="58"/>
                  </a:cxn>
                  <a:cxn ang="0">
                    <a:pos x="405" y="89"/>
                  </a:cxn>
                  <a:cxn ang="0">
                    <a:pos x="428" y="77"/>
                  </a:cxn>
                  <a:cxn ang="0">
                    <a:pos x="461" y="64"/>
                  </a:cxn>
                  <a:cxn ang="0">
                    <a:pos x="482" y="73"/>
                  </a:cxn>
                  <a:cxn ang="0">
                    <a:pos x="546" y="82"/>
                  </a:cxn>
                  <a:cxn ang="0">
                    <a:pos x="590" y="83"/>
                  </a:cxn>
                  <a:cxn ang="0">
                    <a:pos x="599" y="113"/>
                  </a:cxn>
                  <a:cxn ang="0">
                    <a:pos x="571" y="99"/>
                  </a:cxn>
                  <a:cxn ang="0">
                    <a:pos x="626" y="205"/>
                  </a:cxn>
                  <a:cxn ang="0">
                    <a:pos x="639" y="240"/>
                  </a:cxn>
                  <a:cxn ang="0">
                    <a:pos x="659" y="277"/>
                  </a:cxn>
                  <a:cxn ang="0">
                    <a:pos x="697" y="308"/>
                  </a:cxn>
                  <a:cxn ang="0">
                    <a:pos x="700" y="326"/>
                  </a:cxn>
                  <a:cxn ang="0">
                    <a:pos x="717" y="338"/>
                  </a:cxn>
                  <a:cxn ang="0">
                    <a:pos x="742" y="331"/>
                  </a:cxn>
                  <a:cxn ang="0">
                    <a:pos x="771" y="380"/>
                  </a:cxn>
                  <a:cxn ang="0">
                    <a:pos x="702" y="453"/>
                  </a:cxn>
                  <a:cxn ang="0">
                    <a:pos x="655" y="511"/>
                  </a:cxn>
                  <a:cxn ang="0">
                    <a:pos x="655" y="563"/>
                  </a:cxn>
                  <a:cxn ang="0">
                    <a:pos x="665" y="589"/>
                  </a:cxn>
                  <a:cxn ang="0">
                    <a:pos x="658" y="650"/>
                  </a:cxn>
                  <a:cxn ang="0">
                    <a:pos x="609" y="688"/>
                  </a:cxn>
                  <a:cxn ang="0">
                    <a:pos x="597" y="707"/>
                  </a:cxn>
                  <a:cxn ang="0">
                    <a:pos x="605" y="751"/>
                  </a:cxn>
                  <a:cxn ang="0">
                    <a:pos x="575" y="775"/>
                  </a:cxn>
                  <a:cxn ang="0">
                    <a:pos x="562" y="807"/>
                  </a:cxn>
                  <a:cxn ang="0">
                    <a:pos x="511" y="868"/>
                  </a:cxn>
                  <a:cxn ang="0">
                    <a:pos x="492" y="874"/>
                  </a:cxn>
                  <a:cxn ang="0">
                    <a:pos x="472" y="872"/>
                  </a:cxn>
                  <a:cxn ang="0">
                    <a:pos x="414" y="877"/>
                  </a:cxn>
                  <a:cxn ang="0">
                    <a:pos x="410" y="846"/>
                  </a:cxn>
                  <a:cxn ang="0">
                    <a:pos x="372" y="778"/>
                  </a:cxn>
                  <a:cxn ang="0">
                    <a:pos x="355" y="716"/>
                  </a:cxn>
                  <a:cxn ang="0">
                    <a:pos x="339" y="631"/>
                  </a:cxn>
                  <a:cxn ang="0">
                    <a:pos x="354" y="581"/>
                  </a:cxn>
                  <a:cxn ang="0">
                    <a:pos x="339" y="523"/>
                  </a:cxn>
                  <a:cxn ang="0">
                    <a:pos x="301" y="469"/>
                  </a:cxn>
                  <a:cxn ang="0">
                    <a:pos x="311" y="453"/>
                  </a:cxn>
                  <a:cxn ang="0">
                    <a:pos x="315" y="426"/>
                  </a:cxn>
                  <a:cxn ang="0">
                    <a:pos x="266" y="406"/>
                  </a:cxn>
                  <a:cxn ang="0">
                    <a:pos x="201" y="395"/>
                  </a:cxn>
                  <a:cxn ang="0">
                    <a:pos x="151" y="400"/>
                  </a:cxn>
                  <a:cxn ang="0">
                    <a:pos x="102" y="406"/>
                  </a:cxn>
                  <a:cxn ang="0">
                    <a:pos x="44" y="348"/>
                  </a:cxn>
                  <a:cxn ang="0">
                    <a:pos x="12" y="317"/>
                  </a:cxn>
                  <a:cxn ang="0">
                    <a:pos x="5" y="294"/>
                  </a:cxn>
                  <a:cxn ang="0">
                    <a:pos x="17" y="248"/>
                  </a:cxn>
                  <a:cxn ang="0">
                    <a:pos x="14" y="192"/>
                  </a:cxn>
                  <a:cxn ang="0">
                    <a:pos x="48" y="132"/>
                  </a:cxn>
                  <a:cxn ang="0">
                    <a:pos x="87" y="107"/>
                  </a:cxn>
                  <a:cxn ang="0">
                    <a:pos x="113" y="51"/>
                  </a:cxn>
                  <a:cxn ang="0">
                    <a:pos x="155" y="29"/>
                  </a:cxn>
                  <a:cxn ang="0">
                    <a:pos x="188" y="24"/>
                  </a:cxn>
                  <a:cxn ang="0">
                    <a:pos x="260" y="6"/>
                  </a:cxn>
                  <a:cxn ang="0">
                    <a:pos x="288" y="2"/>
                  </a:cxn>
                  <a:cxn ang="0">
                    <a:pos x="305" y="2"/>
                  </a:cxn>
                </a:cxnLst>
                <a:rect l="0" t="0" r="r" b="b"/>
                <a:pathLst>
                  <a:path w="789" h="884">
                    <a:moveTo>
                      <a:pt x="309" y="0"/>
                    </a:moveTo>
                    <a:lnTo>
                      <a:pt x="314" y="0"/>
                    </a:lnTo>
                    <a:lnTo>
                      <a:pt x="316" y="1"/>
                    </a:lnTo>
                    <a:lnTo>
                      <a:pt x="318" y="2"/>
                    </a:lnTo>
                    <a:lnTo>
                      <a:pt x="319" y="5"/>
                    </a:lnTo>
                    <a:lnTo>
                      <a:pt x="321" y="7"/>
                    </a:lnTo>
                    <a:lnTo>
                      <a:pt x="325" y="7"/>
                    </a:lnTo>
                    <a:lnTo>
                      <a:pt x="328" y="5"/>
                    </a:lnTo>
                    <a:lnTo>
                      <a:pt x="329" y="5"/>
                    </a:lnTo>
                    <a:lnTo>
                      <a:pt x="329" y="7"/>
                    </a:lnTo>
                    <a:lnTo>
                      <a:pt x="324" y="12"/>
                    </a:lnTo>
                    <a:lnTo>
                      <a:pt x="324" y="18"/>
                    </a:lnTo>
                    <a:lnTo>
                      <a:pt x="325" y="19"/>
                    </a:lnTo>
                    <a:lnTo>
                      <a:pt x="328" y="20"/>
                    </a:lnTo>
                    <a:lnTo>
                      <a:pt x="329" y="21"/>
                    </a:lnTo>
                    <a:lnTo>
                      <a:pt x="329" y="28"/>
                    </a:lnTo>
                    <a:lnTo>
                      <a:pt x="328" y="30"/>
                    </a:lnTo>
                    <a:lnTo>
                      <a:pt x="325" y="34"/>
                    </a:lnTo>
                    <a:lnTo>
                      <a:pt x="324" y="36"/>
                    </a:lnTo>
                    <a:lnTo>
                      <a:pt x="324" y="40"/>
                    </a:lnTo>
                    <a:lnTo>
                      <a:pt x="325" y="45"/>
                    </a:lnTo>
                    <a:lnTo>
                      <a:pt x="329" y="53"/>
                    </a:lnTo>
                    <a:lnTo>
                      <a:pt x="334" y="56"/>
                    </a:lnTo>
                    <a:lnTo>
                      <a:pt x="339" y="58"/>
                    </a:lnTo>
                    <a:lnTo>
                      <a:pt x="343" y="59"/>
                    </a:lnTo>
                    <a:lnTo>
                      <a:pt x="354" y="59"/>
                    </a:lnTo>
                    <a:lnTo>
                      <a:pt x="365" y="62"/>
                    </a:lnTo>
                    <a:lnTo>
                      <a:pt x="375" y="68"/>
                    </a:lnTo>
                    <a:lnTo>
                      <a:pt x="395" y="83"/>
                    </a:lnTo>
                    <a:lnTo>
                      <a:pt x="405" y="89"/>
                    </a:lnTo>
                    <a:lnTo>
                      <a:pt x="419" y="92"/>
                    </a:lnTo>
                    <a:lnTo>
                      <a:pt x="422" y="92"/>
                    </a:lnTo>
                    <a:lnTo>
                      <a:pt x="424" y="90"/>
                    </a:lnTo>
                    <a:lnTo>
                      <a:pt x="426" y="88"/>
                    </a:lnTo>
                    <a:lnTo>
                      <a:pt x="428" y="87"/>
                    </a:lnTo>
                    <a:lnTo>
                      <a:pt x="428" y="77"/>
                    </a:lnTo>
                    <a:lnTo>
                      <a:pt x="429" y="69"/>
                    </a:lnTo>
                    <a:lnTo>
                      <a:pt x="434" y="65"/>
                    </a:lnTo>
                    <a:lnTo>
                      <a:pt x="442" y="63"/>
                    </a:lnTo>
                    <a:lnTo>
                      <a:pt x="451" y="60"/>
                    </a:lnTo>
                    <a:lnTo>
                      <a:pt x="461" y="60"/>
                    </a:lnTo>
                    <a:lnTo>
                      <a:pt x="461" y="64"/>
                    </a:lnTo>
                    <a:lnTo>
                      <a:pt x="462" y="65"/>
                    </a:lnTo>
                    <a:lnTo>
                      <a:pt x="463" y="68"/>
                    </a:lnTo>
                    <a:lnTo>
                      <a:pt x="466" y="69"/>
                    </a:lnTo>
                    <a:lnTo>
                      <a:pt x="467" y="70"/>
                    </a:lnTo>
                    <a:lnTo>
                      <a:pt x="472" y="73"/>
                    </a:lnTo>
                    <a:lnTo>
                      <a:pt x="482" y="73"/>
                    </a:lnTo>
                    <a:lnTo>
                      <a:pt x="486" y="74"/>
                    </a:lnTo>
                    <a:lnTo>
                      <a:pt x="500" y="79"/>
                    </a:lnTo>
                    <a:lnTo>
                      <a:pt x="516" y="84"/>
                    </a:lnTo>
                    <a:lnTo>
                      <a:pt x="531" y="85"/>
                    </a:lnTo>
                    <a:lnTo>
                      <a:pt x="540" y="84"/>
                    </a:lnTo>
                    <a:lnTo>
                      <a:pt x="546" y="82"/>
                    </a:lnTo>
                    <a:lnTo>
                      <a:pt x="561" y="79"/>
                    </a:lnTo>
                    <a:lnTo>
                      <a:pt x="569" y="80"/>
                    </a:lnTo>
                    <a:lnTo>
                      <a:pt x="575" y="83"/>
                    </a:lnTo>
                    <a:lnTo>
                      <a:pt x="582" y="84"/>
                    </a:lnTo>
                    <a:lnTo>
                      <a:pt x="587" y="84"/>
                    </a:lnTo>
                    <a:lnTo>
                      <a:pt x="590" y="83"/>
                    </a:lnTo>
                    <a:lnTo>
                      <a:pt x="591" y="83"/>
                    </a:lnTo>
                    <a:lnTo>
                      <a:pt x="594" y="82"/>
                    </a:lnTo>
                    <a:lnTo>
                      <a:pt x="601" y="94"/>
                    </a:lnTo>
                    <a:lnTo>
                      <a:pt x="602" y="102"/>
                    </a:lnTo>
                    <a:lnTo>
                      <a:pt x="601" y="107"/>
                    </a:lnTo>
                    <a:lnTo>
                      <a:pt x="599" y="113"/>
                    </a:lnTo>
                    <a:lnTo>
                      <a:pt x="596" y="121"/>
                    </a:lnTo>
                    <a:lnTo>
                      <a:pt x="594" y="126"/>
                    </a:lnTo>
                    <a:lnTo>
                      <a:pt x="587" y="122"/>
                    </a:lnTo>
                    <a:lnTo>
                      <a:pt x="582" y="114"/>
                    </a:lnTo>
                    <a:lnTo>
                      <a:pt x="576" y="106"/>
                    </a:lnTo>
                    <a:lnTo>
                      <a:pt x="571" y="99"/>
                    </a:lnTo>
                    <a:lnTo>
                      <a:pt x="571" y="106"/>
                    </a:lnTo>
                    <a:lnTo>
                      <a:pt x="610" y="175"/>
                    </a:lnTo>
                    <a:lnTo>
                      <a:pt x="610" y="182"/>
                    </a:lnTo>
                    <a:lnTo>
                      <a:pt x="615" y="191"/>
                    </a:lnTo>
                    <a:lnTo>
                      <a:pt x="621" y="200"/>
                    </a:lnTo>
                    <a:lnTo>
                      <a:pt x="626" y="205"/>
                    </a:lnTo>
                    <a:lnTo>
                      <a:pt x="626" y="228"/>
                    </a:lnTo>
                    <a:lnTo>
                      <a:pt x="629" y="231"/>
                    </a:lnTo>
                    <a:lnTo>
                      <a:pt x="630" y="234"/>
                    </a:lnTo>
                    <a:lnTo>
                      <a:pt x="634" y="236"/>
                    </a:lnTo>
                    <a:lnTo>
                      <a:pt x="636" y="239"/>
                    </a:lnTo>
                    <a:lnTo>
                      <a:pt x="639" y="240"/>
                    </a:lnTo>
                    <a:lnTo>
                      <a:pt x="643" y="243"/>
                    </a:lnTo>
                    <a:lnTo>
                      <a:pt x="645" y="246"/>
                    </a:lnTo>
                    <a:lnTo>
                      <a:pt x="649" y="256"/>
                    </a:lnTo>
                    <a:lnTo>
                      <a:pt x="650" y="265"/>
                    </a:lnTo>
                    <a:lnTo>
                      <a:pt x="655" y="274"/>
                    </a:lnTo>
                    <a:lnTo>
                      <a:pt x="659" y="277"/>
                    </a:lnTo>
                    <a:lnTo>
                      <a:pt x="661" y="279"/>
                    </a:lnTo>
                    <a:lnTo>
                      <a:pt x="673" y="287"/>
                    </a:lnTo>
                    <a:lnTo>
                      <a:pt x="678" y="292"/>
                    </a:lnTo>
                    <a:lnTo>
                      <a:pt x="681" y="299"/>
                    </a:lnTo>
                    <a:lnTo>
                      <a:pt x="688" y="306"/>
                    </a:lnTo>
                    <a:lnTo>
                      <a:pt x="697" y="308"/>
                    </a:lnTo>
                    <a:lnTo>
                      <a:pt x="697" y="311"/>
                    </a:lnTo>
                    <a:lnTo>
                      <a:pt x="698" y="313"/>
                    </a:lnTo>
                    <a:lnTo>
                      <a:pt x="698" y="318"/>
                    </a:lnTo>
                    <a:lnTo>
                      <a:pt x="697" y="321"/>
                    </a:lnTo>
                    <a:lnTo>
                      <a:pt x="699" y="323"/>
                    </a:lnTo>
                    <a:lnTo>
                      <a:pt x="700" y="326"/>
                    </a:lnTo>
                    <a:lnTo>
                      <a:pt x="703" y="329"/>
                    </a:lnTo>
                    <a:lnTo>
                      <a:pt x="705" y="332"/>
                    </a:lnTo>
                    <a:lnTo>
                      <a:pt x="708" y="336"/>
                    </a:lnTo>
                    <a:lnTo>
                      <a:pt x="712" y="337"/>
                    </a:lnTo>
                    <a:lnTo>
                      <a:pt x="714" y="338"/>
                    </a:lnTo>
                    <a:lnTo>
                      <a:pt x="717" y="338"/>
                    </a:lnTo>
                    <a:lnTo>
                      <a:pt x="719" y="337"/>
                    </a:lnTo>
                    <a:lnTo>
                      <a:pt x="720" y="336"/>
                    </a:lnTo>
                    <a:lnTo>
                      <a:pt x="722" y="333"/>
                    </a:lnTo>
                    <a:lnTo>
                      <a:pt x="723" y="332"/>
                    </a:lnTo>
                    <a:lnTo>
                      <a:pt x="725" y="331"/>
                    </a:lnTo>
                    <a:lnTo>
                      <a:pt x="742" y="331"/>
                    </a:lnTo>
                    <a:lnTo>
                      <a:pt x="764" y="326"/>
                    </a:lnTo>
                    <a:lnTo>
                      <a:pt x="787" y="319"/>
                    </a:lnTo>
                    <a:lnTo>
                      <a:pt x="789" y="324"/>
                    </a:lnTo>
                    <a:lnTo>
                      <a:pt x="787" y="343"/>
                    </a:lnTo>
                    <a:lnTo>
                      <a:pt x="779" y="362"/>
                    </a:lnTo>
                    <a:lnTo>
                      <a:pt x="771" y="380"/>
                    </a:lnTo>
                    <a:lnTo>
                      <a:pt x="762" y="392"/>
                    </a:lnTo>
                    <a:lnTo>
                      <a:pt x="750" y="409"/>
                    </a:lnTo>
                    <a:lnTo>
                      <a:pt x="742" y="423"/>
                    </a:lnTo>
                    <a:lnTo>
                      <a:pt x="729" y="435"/>
                    </a:lnTo>
                    <a:lnTo>
                      <a:pt x="715" y="445"/>
                    </a:lnTo>
                    <a:lnTo>
                      <a:pt x="702" y="453"/>
                    </a:lnTo>
                    <a:lnTo>
                      <a:pt x="689" y="462"/>
                    </a:lnTo>
                    <a:lnTo>
                      <a:pt x="678" y="472"/>
                    </a:lnTo>
                    <a:lnTo>
                      <a:pt x="669" y="483"/>
                    </a:lnTo>
                    <a:lnTo>
                      <a:pt x="663" y="499"/>
                    </a:lnTo>
                    <a:lnTo>
                      <a:pt x="659" y="506"/>
                    </a:lnTo>
                    <a:lnTo>
                      <a:pt x="655" y="511"/>
                    </a:lnTo>
                    <a:lnTo>
                      <a:pt x="650" y="516"/>
                    </a:lnTo>
                    <a:lnTo>
                      <a:pt x="649" y="523"/>
                    </a:lnTo>
                    <a:lnTo>
                      <a:pt x="650" y="534"/>
                    </a:lnTo>
                    <a:lnTo>
                      <a:pt x="651" y="543"/>
                    </a:lnTo>
                    <a:lnTo>
                      <a:pt x="653" y="555"/>
                    </a:lnTo>
                    <a:lnTo>
                      <a:pt x="655" y="563"/>
                    </a:lnTo>
                    <a:lnTo>
                      <a:pt x="660" y="571"/>
                    </a:lnTo>
                    <a:lnTo>
                      <a:pt x="665" y="577"/>
                    </a:lnTo>
                    <a:lnTo>
                      <a:pt x="668" y="582"/>
                    </a:lnTo>
                    <a:lnTo>
                      <a:pt x="668" y="585"/>
                    </a:lnTo>
                    <a:lnTo>
                      <a:pt x="666" y="586"/>
                    </a:lnTo>
                    <a:lnTo>
                      <a:pt x="665" y="589"/>
                    </a:lnTo>
                    <a:lnTo>
                      <a:pt x="665" y="610"/>
                    </a:lnTo>
                    <a:lnTo>
                      <a:pt x="664" y="625"/>
                    </a:lnTo>
                    <a:lnTo>
                      <a:pt x="666" y="630"/>
                    </a:lnTo>
                    <a:lnTo>
                      <a:pt x="666" y="633"/>
                    </a:lnTo>
                    <a:lnTo>
                      <a:pt x="664" y="643"/>
                    </a:lnTo>
                    <a:lnTo>
                      <a:pt x="658" y="650"/>
                    </a:lnTo>
                    <a:lnTo>
                      <a:pt x="650" y="656"/>
                    </a:lnTo>
                    <a:lnTo>
                      <a:pt x="640" y="663"/>
                    </a:lnTo>
                    <a:lnTo>
                      <a:pt x="629" y="667"/>
                    </a:lnTo>
                    <a:lnTo>
                      <a:pt x="620" y="673"/>
                    </a:lnTo>
                    <a:lnTo>
                      <a:pt x="612" y="679"/>
                    </a:lnTo>
                    <a:lnTo>
                      <a:pt x="609" y="688"/>
                    </a:lnTo>
                    <a:lnTo>
                      <a:pt x="605" y="689"/>
                    </a:lnTo>
                    <a:lnTo>
                      <a:pt x="602" y="692"/>
                    </a:lnTo>
                    <a:lnTo>
                      <a:pt x="599" y="694"/>
                    </a:lnTo>
                    <a:lnTo>
                      <a:pt x="597" y="698"/>
                    </a:lnTo>
                    <a:lnTo>
                      <a:pt x="596" y="700"/>
                    </a:lnTo>
                    <a:lnTo>
                      <a:pt x="597" y="707"/>
                    </a:lnTo>
                    <a:lnTo>
                      <a:pt x="602" y="713"/>
                    </a:lnTo>
                    <a:lnTo>
                      <a:pt x="606" y="719"/>
                    </a:lnTo>
                    <a:lnTo>
                      <a:pt x="607" y="727"/>
                    </a:lnTo>
                    <a:lnTo>
                      <a:pt x="607" y="736"/>
                    </a:lnTo>
                    <a:lnTo>
                      <a:pt x="606" y="745"/>
                    </a:lnTo>
                    <a:lnTo>
                      <a:pt x="605" y="751"/>
                    </a:lnTo>
                    <a:lnTo>
                      <a:pt x="604" y="752"/>
                    </a:lnTo>
                    <a:lnTo>
                      <a:pt x="601" y="753"/>
                    </a:lnTo>
                    <a:lnTo>
                      <a:pt x="592" y="753"/>
                    </a:lnTo>
                    <a:lnTo>
                      <a:pt x="581" y="762"/>
                    </a:lnTo>
                    <a:lnTo>
                      <a:pt x="572" y="773"/>
                    </a:lnTo>
                    <a:lnTo>
                      <a:pt x="575" y="775"/>
                    </a:lnTo>
                    <a:lnTo>
                      <a:pt x="577" y="777"/>
                    </a:lnTo>
                    <a:lnTo>
                      <a:pt x="579" y="780"/>
                    </a:lnTo>
                    <a:lnTo>
                      <a:pt x="579" y="782"/>
                    </a:lnTo>
                    <a:lnTo>
                      <a:pt x="576" y="792"/>
                    </a:lnTo>
                    <a:lnTo>
                      <a:pt x="569" y="801"/>
                    </a:lnTo>
                    <a:lnTo>
                      <a:pt x="562" y="807"/>
                    </a:lnTo>
                    <a:lnTo>
                      <a:pt x="556" y="816"/>
                    </a:lnTo>
                    <a:lnTo>
                      <a:pt x="546" y="834"/>
                    </a:lnTo>
                    <a:lnTo>
                      <a:pt x="537" y="846"/>
                    </a:lnTo>
                    <a:lnTo>
                      <a:pt x="527" y="856"/>
                    </a:lnTo>
                    <a:lnTo>
                      <a:pt x="515" y="867"/>
                    </a:lnTo>
                    <a:lnTo>
                      <a:pt x="511" y="868"/>
                    </a:lnTo>
                    <a:lnTo>
                      <a:pt x="505" y="868"/>
                    </a:lnTo>
                    <a:lnTo>
                      <a:pt x="501" y="869"/>
                    </a:lnTo>
                    <a:lnTo>
                      <a:pt x="498" y="869"/>
                    </a:lnTo>
                    <a:lnTo>
                      <a:pt x="497" y="870"/>
                    </a:lnTo>
                    <a:lnTo>
                      <a:pt x="496" y="873"/>
                    </a:lnTo>
                    <a:lnTo>
                      <a:pt x="492" y="874"/>
                    </a:lnTo>
                    <a:lnTo>
                      <a:pt x="487" y="877"/>
                    </a:lnTo>
                    <a:lnTo>
                      <a:pt x="482" y="877"/>
                    </a:lnTo>
                    <a:lnTo>
                      <a:pt x="479" y="875"/>
                    </a:lnTo>
                    <a:lnTo>
                      <a:pt x="477" y="873"/>
                    </a:lnTo>
                    <a:lnTo>
                      <a:pt x="474" y="872"/>
                    </a:lnTo>
                    <a:lnTo>
                      <a:pt x="472" y="872"/>
                    </a:lnTo>
                    <a:lnTo>
                      <a:pt x="461" y="874"/>
                    </a:lnTo>
                    <a:lnTo>
                      <a:pt x="441" y="882"/>
                    </a:lnTo>
                    <a:lnTo>
                      <a:pt x="429" y="884"/>
                    </a:lnTo>
                    <a:lnTo>
                      <a:pt x="422" y="882"/>
                    </a:lnTo>
                    <a:lnTo>
                      <a:pt x="417" y="877"/>
                    </a:lnTo>
                    <a:lnTo>
                      <a:pt x="414" y="877"/>
                    </a:lnTo>
                    <a:lnTo>
                      <a:pt x="413" y="878"/>
                    </a:lnTo>
                    <a:lnTo>
                      <a:pt x="410" y="867"/>
                    </a:lnTo>
                    <a:lnTo>
                      <a:pt x="405" y="858"/>
                    </a:lnTo>
                    <a:lnTo>
                      <a:pt x="408" y="855"/>
                    </a:lnTo>
                    <a:lnTo>
                      <a:pt x="410" y="850"/>
                    </a:lnTo>
                    <a:lnTo>
                      <a:pt x="410" y="846"/>
                    </a:lnTo>
                    <a:lnTo>
                      <a:pt x="409" y="841"/>
                    </a:lnTo>
                    <a:lnTo>
                      <a:pt x="404" y="834"/>
                    </a:lnTo>
                    <a:lnTo>
                      <a:pt x="400" y="829"/>
                    </a:lnTo>
                    <a:lnTo>
                      <a:pt x="397" y="825"/>
                    </a:lnTo>
                    <a:lnTo>
                      <a:pt x="379" y="795"/>
                    </a:lnTo>
                    <a:lnTo>
                      <a:pt x="372" y="778"/>
                    </a:lnTo>
                    <a:lnTo>
                      <a:pt x="367" y="760"/>
                    </a:lnTo>
                    <a:lnTo>
                      <a:pt x="364" y="739"/>
                    </a:lnTo>
                    <a:lnTo>
                      <a:pt x="364" y="726"/>
                    </a:lnTo>
                    <a:lnTo>
                      <a:pt x="362" y="723"/>
                    </a:lnTo>
                    <a:lnTo>
                      <a:pt x="360" y="721"/>
                    </a:lnTo>
                    <a:lnTo>
                      <a:pt x="355" y="716"/>
                    </a:lnTo>
                    <a:lnTo>
                      <a:pt x="346" y="702"/>
                    </a:lnTo>
                    <a:lnTo>
                      <a:pt x="340" y="687"/>
                    </a:lnTo>
                    <a:lnTo>
                      <a:pt x="335" y="672"/>
                    </a:lnTo>
                    <a:lnTo>
                      <a:pt x="333" y="654"/>
                    </a:lnTo>
                    <a:lnTo>
                      <a:pt x="334" y="641"/>
                    </a:lnTo>
                    <a:lnTo>
                      <a:pt x="339" y="631"/>
                    </a:lnTo>
                    <a:lnTo>
                      <a:pt x="345" y="623"/>
                    </a:lnTo>
                    <a:lnTo>
                      <a:pt x="352" y="615"/>
                    </a:lnTo>
                    <a:lnTo>
                      <a:pt x="357" y="607"/>
                    </a:lnTo>
                    <a:lnTo>
                      <a:pt x="358" y="597"/>
                    </a:lnTo>
                    <a:lnTo>
                      <a:pt x="357" y="589"/>
                    </a:lnTo>
                    <a:lnTo>
                      <a:pt x="354" y="581"/>
                    </a:lnTo>
                    <a:lnTo>
                      <a:pt x="353" y="573"/>
                    </a:lnTo>
                    <a:lnTo>
                      <a:pt x="350" y="560"/>
                    </a:lnTo>
                    <a:lnTo>
                      <a:pt x="346" y="548"/>
                    </a:lnTo>
                    <a:lnTo>
                      <a:pt x="343" y="539"/>
                    </a:lnTo>
                    <a:lnTo>
                      <a:pt x="340" y="532"/>
                    </a:lnTo>
                    <a:lnTo>
                      <a:pt x="339" y="523"/>
                    </a:lnTo>
                    <a:lnTo>
                      <a:pt x="335" y="516"/>
                    </a:lnTo>
                    <a:lnTo>
                      <a:pt x="328" y="507"/>
                    </a:lnTo>
                    <a:lnTo>
                      <a:pt x="319" y="499"/>
                    </a:lnTo>
                    <a:lnTo>
                      <a:pt x="310" y="489"/>
                    </a:lnTo>
                    <a:lnTo>
                      <a:pt x="304" y="480"/>
                    </a:lnTo>
                    <a:lnTo>
                      <a:pt x="301" y="469"/>
                    </a:lnTo>
                    <a:lnTo>
                      <a:pt x="301" y="467"/>
                    </a:lnTo>
                    <a:lnTo>
                      <a:pt x="303" y="463"/>
                    </a:lnTo>
                    <a:lnTo>
                      <a:pt x="305" y="459"/>
                    </a:lnTo>
                    <a:lnTo>
                      <a:pt x="308" y="456"/>
                    </a:lnTo>
                    <a:lnTo>
                      <a:pt x="309" y="454"/>
                    </a:lnTo>
                    <a:lnTo>
                      <a:pt x="311" y="453"/>
                    </a:lnTo>
                    <a:lnTo>
                      <a:pt x="310" y="450"/>
                    </a:lnTo>
                    <a:lnTo>
                      <a:pt x="310" y="448"/>
                    </a:lnTo>
                    <a:lnTo>
                      <a:pt x="311" y="448"/>
                    </a:lnTo>
                    <a:lnTo>
                      <a:pt x="311" y="440"/>
                    </a:lnTo>
                    <a:lnTo>
                      <a:pt x="313" y="431"/>
                    </a:lnTo>
                    <a:lnTo>
                      <a:pt x="315" y="426"/>
                    </a:lnTo>
                    <a:lnTo>
                      <a:pt x="311" y="419"/>
                    </a:lnTo>
                    <a:lnTo>
                      <a:pt x="306" y="414"/>
                    </a:lnTo>
                    <a:lnTo>
                      <a:pt x="299" y="410"/>
                    </a:lnTo>
                    <a:lnTo>
                      <a:pt x="290" y="409"/>
                    </a:lnTo>
                    <a:lnTo>
                      <a:pt x="272" y="409"/>
                    </a:lnTo>
                    <a:lnTo>
                      <a:pt x="266" y="406"/>
                    </a:lnTo>
                    <a:lnTo>
                      <a:pt x="256" y="394"/>
                    </a:lnTo>
                    <a:lnTo>
                      <a:pt x="250" y="387"/>
                    </a:lnTo>
                    <a:lnTo>
                      <a:pt x="241" y="385"/>
                    </a:lnTo>
                    <a:lnTo>
                      <a:pt x="226" y="386"/>
                    </a:lnTo>
                    <a:lnTo>
                      <a:pt x="214" y="390"/>
                    </a:lnTo>
                    <a:lnTo>
                      <a:pt x="201" y="395"/>
                    </a:lnTo>
                    <a:lnTo>
                      <a:pt x="186" y="400"/>
                    </a:lnTo>
                    <a:lnTo>
                      <a:pt x="180" y="406"/>
                    </a:lnTo>
                    <a:lnTo>
                      <a:pt x="176" y="406"/>
                    </a:lnTo>
                    <a:lnTo>
                      <a:pt x="168" y="405"/>
                    </a:lnTo>
                    <a:lnTo>
                      <a:pt x="160" y="401"/>
                    </a:lnTo>
                    <a:lnTo>
                      <a:pt x="151" y="400"/>
                    </a:lnTo>
                    <a:lnTo>
                      <a:pt x="141" y="401"/>
                    </a:lnTo>
                    <a:lnTo>
                      <a:pt x="132" y="405"/>
                    </a:lnTo>
                    <a:lnTo>
                      <a:pt x="123" y="407"/>
                    </a:lnTo>
                    <a:lnTo>
                      <a:pt x="113" y="409"/>
                    </a:lnTo>
                    <a:lnTo>
                      <a:pt x="109" y="409"/>
                    </a:lnTo>
                    <a:lnTo>
                      <a:pt x="102" y="406"/>
                    </a:lnTo>
                    <a:lnTo>
                      <a:pt x="101" y="405"/>
                    </a:lnTo>
                    <a:lnTo>
                      <a:pt x="91" y="397"/>
                    </a:lnTo>
                    <a:lnTo>
                      <a:pt x="65" y="380"/>
                    </a:lnTo>
                    <a:lnTo>
                      <a:pt x="57" y="370"/>
                    </a:lnTo>
                    <a:lnTo>
                      <a:pt x="50" y="358"/>
                    </a:lnTo>
                    <a:lnTo>
                      <a:pt x="44" y="348"/>
                    </a:lnTo>
                    <a:lnTo>
                      <a:pt x="37" y="339"/>
                    </a:lnTo>
                    <a:lnTo>
                      <a:pt x="33" y="337"/>
                    </a:lnTo>
                    <a:lnTo>
                      <a:pt x="27" y="332"/>
                    </a:lnTo>
                    <a:lnTo>
                      <a:pt x="19" y="326"/>
                    </a:lnTo>
                    <a:lnTo>
                      <a:pt x="14" y="321"/>
                    </a:lnTo>
                    <a:lnTo>
                      <a:pt x="12" y="317"/>
                    </a:lnTo>
                    <a:lnTo>
                      <a:pt x="6" y="312"/>
                    </a:lnTo>
                    <a:lnTo>
                      <a:pt x="8" y="312"/>
                    </a:lnTo>
                    <a:lnTo>
                      <a:pt x="8" y="308"/>
                    </a:lnTo>
                    <a:lnTo>
                      <a:pt x="6" y="304"/>
                    </a:lnTo>
                    <a:lnTo>
                      <a:pt x="6" y="298"/>
                    </a:lnTo>
                    <a:lnTo>
                      <a:pt x="5" y="294"/>
                    </a:lnTo>
                    <a:lnTo>
                      <a:pt x="3" y="289"/>
                    </a:lnTo>
                    <a:lnTo>
                      <a:pt x="0" y="285"/>
                    </a:lnTo>
                    <a:lnTo>
                      <a:pt x="6" y="279"/>
                    </a:lnTo>
                    <a:lnTo>
                      <a:pt x="12" y="269"/>
                    </a:lnTo>
                    <a:lnTo>
                      <a:pt x="15" y="258"/>
                    </a:lnTo>
                    <a:lnTo>
                      <a:pt x="17" y="248"/>
                    </a:lnTo>
                    <a:lnTo>
                      <a:pt x="14" y="231"/>
                    </a:lnTo>
                    <a:lnTo>
                      <a:pt x="12" y="217"/>
                    </a:lnTo>
                    <a:lnTo>
                      <a:pt x="9" y="202"/>
                    </a:lnTo>
                    <a:lnTo>
                      <a:pt x="10" y="199"/>
                    </a:lnTo>
                    <a:lnTo>
                      <a:pt x="12" y="196"/>
                    </a:lnTo>
                    <a:lnTo>
                      <a:pt x="14" y="192"/>
                    </a:lnTo>
                    <a:lnTo>
                      <a:pt x="17" y="190"/>
                    </a:lnTo>
                    <a:lnTo>
                      <a:pt x="19" y="186"/>
                    </a:lnTo>
                    <a:lnTo>
                      <a:pt x="20" y="184"/>
                    </a:lnTo>
                    <a:lnTo>
                      <a:pt x="28" y="166"/>
                    </a:lnTo>
                    <a:lnTo>
                      <a:pt x="38" y="148"/>
                    </a:lnTo>
                    <a:lnTo>
                      <a:pt x="48" y="132"/>
                    </a:lnTo>
                    <a:lnTo>
                      <a:pt x="53" y="128"/>
                    </a:lnTo>
                    <a:lnTo>
                      <a:pt x="65" y="123"/>
                    </a:lnTo>
                    <a:lnTo>
                      <a:pt x="70" y="121"/>
                    </a:lnTo>
                    <a:lnTo>
                      <a:pt x="74" y="118"/>
                    </a:lnTo>
                    <a:lnTo>
                      <a:pt x="79" y="114"/>
                    </a:lnTo>
                    <a:lnTo>
                      <a:pt x="87" y="107"/>
                    </a:lnTo>
                    <a:lnTo>
                      <a:pt x="89" y="103"/>
                    </a:lnTo>
                    <a:lnTo>
                      <a:pt x="92" y="93"/>
                    </a:lnTo>
                    <a:lnTo>
                      <a:pt x="92" y="85"/>
                    </a:lnTo>
                    <a:lnTo>
                      <a:pt x="93" y="78"/>
                    </a:lnTo>
                    <a:lnTo>
                      <a:pt x="97" y="70"/>
                    </a:lnTo>
                    <a:lnTo>
                      <a:pt x="113" y="51"/>
                    </a:lnTo>
                    <a:lnTo>
                      <a:pt x="131" y="33"/>
                    </a:lnTo>
                    <a:lnTo>
                      <a:pt x="129" y="33"/>
                    </a:lnTo>
                    <a:lnTo>
                      <a:pt x="132" y="29"/>
                    </a:lnTo>
                    <a:lnTo>
                      <a:pt x="133" y="26"/>
                    </a:lnTo>
                    <a:lnTo>
                      <a:pt x="138" y="21"/>
                    </a:lnTo>
                    <a:lnTo>
                      <a:pt x="155" y="29"/>
                    </a:lnTo>
                    <a:lnTo>
                      <a:pt x="173" y="31"/>
                    </a:lnTo>
                    <a:lnTo>
                      <a:pt x="177" y="31"/>
                    </a:lnTo>
                    <a:lnTo>
                      <a:pt x="181" y="29"/>
                    </a:lnTo>
                    <a:lnTo>
                      <a:pt x="183" y="28"/>
                    </a:lnTo>
                    <a:lnTo>
                      <a:pt x="186" y="25"/>
                    </a:lnTo>
                    <a:lnTo>
                      <a:pt x="188" y="24"/>
                    </a:lnTo>
                    <a:lnTo>
                      <a:pt x="202" y="18"/>
                    </a:lnTo>
                    <a:lnTo>
                      <a:pt x="219" y="11"/>
                    </a:lnTo>
                    <a:lnTo>
                      <a:pt x="236" y="6"/>
                    </a:lnTo>
                    <a:lnTo>
                      <a:pt x="252" y="5"/>
                    </a:lnTo>
                    <a:lnTo>
                      <a:pt x="256" y="5"/>
                    </a:lnTo>
                    <a:lnTo>
                      <a:pt x="260" y="6"/>
                    </a:lnTo>
                    <a:lnTo>
                      <a:pt x="264" y="9"/>
                    </a:lnTo>
                    <a:lnTo>
                      <a:pt x="266" y="9"/>
                    </a:lnTo>
                    <a:lnTo>
                      <a:pt x="270" y="7"/>
                    </a:lnTo>
                    <a:lnTo>
                      <a:pt x="272" y="6"/>
                    </a:lnTo>
                    <a:lnTo>
                      <a:pt x="284" y="2"/>
                    </a:lnTo>
                    <a:lnTo>
                      <a:pt x="288" y="2"/>
                    </a:lnTo>
                    <a:lnTo>
                      <a:pt x="290" y="4"/>
                    </a:lnTo>
                    <a:lnTo>
                      <a:pt x="293" y="6"/>
                    </a:lnTo>
                    <a:lnTo>
                      <a:pt x="299" y="6"/>
                    </a:lnTo>
                    <a:lnTo>
                      <a:pt x="301" y="5"/>
                    </a:lnTo>
                    <a:lnTo>
                      <a:pt x="303" y="4"/>
                    </a:lnTo>
                    <a:lnTo>
                      <a:pt x="305" y="2"/>
                    </a:lnTo>
                    <a:lnTo>
                      <a:pt x="306" y="1"/>
                    </a:lnTo>
                    <a:lnTo>
                      <a:pt x="30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5" name="Group 1110">
              <a:extLst>
                <a:ext uri="{FF2B5EF4-FFF2-40B4-BE49-F238E27FC236}">
                  <a16:creationId xmlns:a16="http://schemas.microsoft.com/office/drawing/2014/main" id="{2CE4D789-6AAE-4B3C-A099-E9B7F84040D6}"/>
                </a:ext>
              </a:extLst>
            </p:cNvPr>
            <p:cNvGrpSpPr/>
            <p:nvPr/>
          </p:nvGrpSpPr>
          <p:grpSpPr>
            <a:xfrm>
              <a:off x="2742896" y="3992707"/>
              <a:ext cx="719203" cy="1160592"/>
              <a:chOff x="3823545" y="4144788"/>
              <a:chExt cx="1121241" cy="1809322"/>
            </a:xfrm>
            <a:grpFill/>
          </p:grpSpPr>
          <p:sp>
            <p:nvSpPr>
              <p:cNvPr id="419" name="Freeform 1228">
                <a:extLst>
                  <a:ext uri="{FF2B5EF4-FFF2-40B4-BE49-F238E27FC236}">
                    <a16:creationId xmlns:a16="http://schemas.microsoft.com/office/drawing/2014/main" id="{A7A787C0-8D3E-476E-85D8-1226E38B2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083" y="4184164"/>
                <a:ext cx="16580" cy="18653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8" y="0"/>
                  </a:cxn>
                  <a:cxn ang="0">
                    <a:pos x="8" y="5"/>
                  </a:cxn>
                  <a:cxn ang="0">
                    <a:pos x="7" y="6"/>
                  </a:cxn>
                  <a:cxn ang="0">
                    <a:pos x="5" y="9"/>
                  </a:cxn>
                  <a:cxn ang="0">
                    <a:pos x="0" y="9"/>
                  </a:cxn>
                  <a:cxn ang="0">
                    <a:pos x="0" y="5"/>
                  </a:cxn>
                  <a:cxn ang="0">
                    <a:pos x="2" y="2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rect l="0" t="0" r="r" b="b"/>
                <a:pathLst>
                  <a:path w="8" h="9">
                    <a:moveTo>
                      <a:pt x="5" y="0"/>
                    </a:moveTo>
                    <a:lnTo>
                      <a:pt x="8" y="0"/>
                    </a:lnTo>
                    <a:lnTo>
                      <a:pt x="8" y="5"/>
                    </a:lnTo>
                    <a:lnTo>
                      <a:pt x="7" y="6"/>
                    </a:lnTo>
                    <a:lnTo>
                      <a:pt x="5" y="9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20" name="Freeform 1230">
                <a:extLst>
                  <a:ext uri="{FF2B5EF4-FFF2-40B4-BE49-F238E27FC236}">
                    <a16:creationId xmlns:a16="http://schemas.microsoft.com/office/drawing/2014/main" id="{2F6A3538-5143-4B35-AD18-7A6A0F7941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638" y="5527166"/>
                <a:ext cx="18653" cy="49741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1"/>
                  </a:cxn>
                  <a:cxn ang="0">
                    <a:pos x="9" y="4"/>
                  </a:cxn>
                  <a:cxn ang="0">
                    <a:pos x="9" y="9"/>
                  </a:cxn>
                  <a:cxn ang="0">
                    <a:pos x="8" y="10"/>
                  </a:cxn>
                  <a:cxn ang="0">
                    <a:pos x="8" y="24"/>
                  </a:cxn>
                  <a:cxn ang="0">
                    <a:pos x="4" y="24"/>
                  </a:cxn>
                  <a:cxn ang="0">
                    <a:pos x="1" y="21"/>
                  </a:cxn>
                  <a:cxn ang="0">
                    <a:pos x="0" y="19"/>
                  </a:cxn>
                  <a:cxn ang="0">
                    <a:pos x="0" y="10"/>
                  </a:cxn>
                  <a:cxn ang="0">
                    <a:pos x="1" y="7"/>
                  </a:cxn>
                  <a:cxn ang="0">
                    <a:pos x="1" y="5"/>
                  </a:cxn>
                  <a:cxn ang="0">
                    <a:pos x="3" y="2"/>
                  </a:cxn>
                  <a:cxn ang="0">
                    <a:pos x="4" y="1"/>
                  </a:cxn>
                  <a:cxn ang="0">
                    <a:pos x="4" y="0"/>
                  </a:cxn>
                </a:cxnLst>
                <a:rect l="0" t="0" r="r" b="b"/>
                <a:pathLst>
                  <a:path w="9" h="24">
                    <a:moveTo>
                      <a:pt x="4" y="0"/>
                    </a:moveTo>
                    <a:lnTo>
                      <a:pt x="6" y="1"/>
                    </a:lnTo>
                    <a:lnTo>
                      <a:pt x="9" y="4"/>
                    </a:lnTo>
                    <a:lnTo>
                      <a:pt x="9" y="9"/>
                    </a:lnTo>
                    <a:lnTo>
                      <a:pt x="8" y="10"/>
                    </a:lnTo>
                    <a:lnTo>
                      <a:pt x="8" y="24"/>
                    </a:lnTo>
                    <a:lnTo>
                      <a:pt x="4" y="24"/>
                    </a:lnTo>
                    <a:lnTo>
                      <a:pt x="1" y="21"/>
                    </a:lnTo>
                    <a:lnTo>
                      <a:pt x="0" y="19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21" name="Freeform 1231">
                <a:extLst>
                  <a:ext uri="{FF2B5EF4-FFF2-40B4-BE49-F238E27FC236}">
                    <a16:creationId xmlns:a16="http://schemas.microsoft.com/office/drawing/2014/main" id="{1E054AAB-51A9-486F-B4FC-5751EE22D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545" y="4144788"/>
                <a:ext cx="1121241" cy="1809322"/>
              </a:xfrm>
              <a:custGeom>
                <a:avLst/>
                <a:gdLst/>
                <a:ahLst/>
                <a:cxnLst>
                  <a:cxn ang="0">
                    <a:pos x="110" y="23"/>
                  </a:cxn>
                  <a:cxn ang="0">
                    <a:pos x="120" y="28"/>
                  </a:cxn>
                  <a:cxn ang="0">
                    <a:pos x="134" y="9"/>
                  </a:cxn>
                  <a:cxn ang="0">
                    <a:pos x="146" y="13"/>
                  </a:cxn>
                  <a:cxn ang="0">
                    <a:pos x="182" y="24"/>
                  </a:cxn>
                  <a:cxn ang="0">
                    <a:pos x="218" y="19"/>
                  </a:cxn>
                  <a:cxn ang="0">
                    <a:pos x="233" y="33"/>
                  </a:cxn>
                  <a:cxn ang="0">
                    <a:pos x="261" y="54"/>
                  </a:cxn>
                  <a:cxn ang="0">
                    <a:pos x="324" y="81"/>
                  </a:cxn>
                  <a:cxn ang="0">
                    <a:pos x="356" y="112"/>
                  </a:cxn>
                  <a:cxn ang="0">
                    <a:pos x="348" y="152"/>
                  </a:cxn>
                  <a:cxn ang="0">
                    <a:pos x="376" y="166"/>
                  </a:cxn>
                  <a:cxn ang="0">
                    <a:pos x="427" y="165"/>
                  </a:cxn>
                  <a:cxn ang="0">
                    <a:pos x="452" y="176"/>
                  </a:cxn>
                  <a:cxn ang="0">
                    <a:pos x="516" y="203"/>
                  </a:cxn>
                  <a:cxn ang="0">
                    <a:pos x="513" y="278"/>
                  </a:cxn>
                  <a:cxn ang="0">
                    <a:pos x="494" y="326"/>
                  </a:cxn>
                  <a:cxn ang="0">
                    <a:pos x="484" y="366"/>
                  </a:cxn>
                  <a:cxn ang="0">
                    <a:pos x="465" y="403"/>
                  </a:cxn>
                  <a:cxn ang="0">
                    <a:pos x="424" y="421"/>
                  </a:cxn>
                  <a:cxn ang="0">
                    <a:pos x="370" y="492"/>
                  </a:cxn>
                  <a:cxn ang="0">
                    <a:pos x="322" y="564"/>
                  </a:cxn>
                  <a:cxn ang="0">
                    <a:pos x="275" y="564"/>
                  </a:cxn>
                  <a:cxn ang="0">
                    <a:pos x="281" y="588"/>
                  </a:cxn>
                  <a:cxn ang="0">
                    <a:pos x="267" y="620"/>
                  </a:cxn>
                  <a:cxn ang="0">
                    <a:pos x="222" y="643"/>
                  </a:cxn>
                  <a:cxn ang="0">
                    <a:pos x="197" y="652"/>
                  </a:cxn>
                  <a:cxn ang="0">
                    <a:pos x="198" y="673"/>
                  </a:cxn>
                  <a:cxn ang="0">
                    <a:pos x="201" y="679"/>
                  </a:cxn>
                  <a:cxn ang="0">
                    <a:pos x="189" y="698"/>
                  </a:cxn>
                  <a:cxn ang="0">
                    <a:pos x="164" y="727"/>
                  </a:cxn>
                  <a:cxn ang="0">
                    <a:pos x="173" y="764"/>
                  </a:cxn>
                  <a:cxn ang="0">
                    <a:pos x="149" y="789"/>
                  </a:cxn>
                  <a:cxn ang="0">
                    <a:pos x="161" y="844"/>
                  </a:cxn>
                  <a:cxn ang="0">
                    <a:pos x="158" y="873"/>
                  </a:cxn>
                  <a:cxn ang="0">
                    <a:pos x="122" y="857"/>
                  </a:cxn>
                  <a:cxn ang="0">
                    <a:pos x="82" y="830"/>
                  </a:cxn>
                  <a:cxn ang="0">
                    <a:pos x="89" y="814"/>
                  </a:cxn>
                  <a:cxn ang="0">
                    <a:pos x="73" y="770"/>
                  </a:cxn>
                  <a:cxn ang="0">
                    <a:pos x="77" y="733"/>
                  </a:cxn>
                  <a:cxn ang="0">
                    <a:pos x="85" y="727"/>
                  </a:cxn>
                  <a:cxn ang="0">
                    <a:pos x="94" y="668"/>
                  </a:cxn>
                  <a:cxn ang="0">
                    <a:pos x="93" y="635"/>
                  </a:cxn>
                  <a:cxn ang="0">
                    <a:pos x="92" y="619"/>
                  </a:cxn>
                  <a:cxn ang="0">
                    <a:pos x="109" y="575"/>
                  </a:cxn>
                  <a:cxn ang="0">
                    <a:pos x="124" y="469"/>
                  </a:cxn>
                  <a:cxn ang="0">
                    <a:pos x="132" y="400"/>
                  </a:cxn>
                  <a:cxn ang="0">
                    <a:pos x="103" y="345"/>
                  </a:cxn>
                  <a:cxn ang="0">
                    <a:pos x="58" y="305"/>
                  </a:cxn>
                  <a:cxn ang="0">
                    <a:pos x="25" y="239"/>
                  </a:cxn>
                  <a:cxn ang="0">
                    <a:pos x="4" y="214"/>
                  </a:cxn>
                  <a:cxn ang="0">
                    <a:pos x="16" y="175"/>
                  </a:cxn>
                  <a:cxn ang="0">
                    <a:pos x="13" y="145"/>
                  </a:cxn>
                  <a:cxn ang="0">
                    <a:pos x="33" y="115"/>
                  </a:cxn>
                  <a:cxn ang="0">
                    <a:pos x="45" y="94"/>
                  </a:cxn>
                  <a:cxn ang="0">
                    <a:pos x="43" y="66"/>
                  </a:cxn>
                  <a:cxn ang="0">
                    <a:pos x="50" y="48"/>
                  </a:cxn>
                  <a:cxn ang="0">
                    <a:pos x="63" y="34"/>
                  </a:cxn>
                  <a:cxn ang="0">
                    <a:pos x="105" y="6"/>
                  </a:cxn>
                </a:cxnLst>
                <a:rect l="0" t="0" r="r" b="b"/>
                <a:pathLst>
                  <a:path w="541" h="873">
                    <a:moveTo>
                      <a:pt x="112" y="0"/>
                    </a:moveTo>
                    <a:lnTo>
                      <a:pt x="115" y="0"/>
                    </a:lnTo>
                    <a:lnTo>
                      <a:pt x="117" y="3"/>
                    </a:lnTo>
                    <a:lnTo>
                      <a:pt x="118" y="4"/>
                    </a:lnTo>
                    <a:lnTo>
                      <a:pt x="118" y="6"/>
                    </a:lnTo>
                    <a:lnTo>
                      <a:pt x="115" y="9"/>
                    </a:lnTo>
                    <a:lnTo>
                      <a:pt x="114" y="9"/>
                    </a:lnTo>
                    <a:lnTo>
                      <a:pt x="112" y="19"/>
                    </a:lnTo>
                    <a:lnTo>
                      <a:pt x="110" y="23"/>
                    </a:lnTo>
                    <a:lnTo>
                      <a:pt x="110" y="29"/>
                    </a:lnTo>
                    <a:lnTo>
                      <a:pt x="112" y="32"/>
                    </a:lnTo>
                    <a:lnTo>
                      <a:pt x="113" y="35"/>
                    </a:lnTo>
                    <a:lnTo>
                      <a:pt x="114" y="37"/>
                    </a:lnTo>
                    <a:lnTo>
                      <a:pt x="117" y="38"/>
                    </a:lnTo>
                    <a:lnTo>
                      <a:pt x="118" y="38"/>
                    </a:lnTo>
                    <a:lnTo>
                      <a:pt x="119" y="35"/>
                    </a:lnTo>
                    <a:lnTo>
                      <a:pt x="120" y="34"/>
                    </a:lnTo>
                    <a:lnTo>
                      <a:pt x="120" y="28"/>
                    </a:lnTo>
                    <a:lnTo>
                      <a:pt x="118" y="25"/>
                    </a:lnTo>
                    <a:lnTo>
                      <a:pt x="117" y="23"/>
                    </a:lnTo>
                    <a:lnTo>
                      <a:pt x="117" y="16"/>
                    </a:lnTo>
                    <a:lnTo>
                      <a:pt x="118" y="15"/>
                    </a:lnTo>
                    <a:lnTo>
                      <a:pt x="123" y="13"/>
                    </a:lnTo>
                    <a:lnTo>
                      <a:pt x="124" y="13"/>
                    </a:lnTo>
                    <a:lnTo>
                      <a:pt x="127" y="11"/>
                    </a:lnTo>
                    <a:lnTo>
                      <a:pt x="135" y="11"/>
                    </a:lnTo>
                    <a:lnTo>
                      <a:pt x="134" y="9"/>
                    </a:lnTo>
                    <a:lnTo>
                      <a:pt x="133" y="9"/>
                    </a:lnTo>
                    <a:lnTo>
                      <a:pt x="132" y="8"/>
                    </a:lnTo>
                    <a:lnTo>
                      <a:pt x="129" y="6"/>
                    </a:lnTo>
                    <a:lnTo>
                      <a:pt x="128" y="6"/>
                    </a:lnTo>
                    <a:lnTo>
                      <a:pt x="128" y="4"/>
                    </a:lnTo>
                    <a:lnTo>
                      <a:pt x="135" y="4"/>
                    </a:lnTo>
                    <a:lnTo>
                      <a:pt x="137" y="6"/>
                    </a:lnTo>
                    <a:lnTo>
                      <a:pt x="142" y="11"/>
                    </a:lnTo>
                    <a:lnTo>
                      <a:pt x="146" y="13"/>
                    </a:lnTo>
                    <a:lnTo>
                      <a:pt x="148" y="13"/>
                    </a:lnTo>
                    <a:lnTo>
                      <a:pt x="152" y="14"/>
                    </a:lnTo>
                    <a:lnTo>
                      <a:pt x="152" y="16"/>
                    </a:lnTo>
                    <a:lnTo>
                      <a:pt x="153" y="19"/>
                    </a:lnTo>
                    <a:lnTo>
                      <a:pt x="156" y="20"/>
                    </a:lnTo>
                    <a:lnTo>
                      <a:pt x="157" y="21"/>
                    </a:lnTo>
                    <a:lnTo>
                      <a:pt x="179" y="21"/>
                    </a:lnTo>
                    <a:lnTo>
                      <a:pt x="179" y="23"/>
                    </a:lnTo>
                    <a:lnTo>
                      <a:pt x="182" y="24"/>
                    </a:lnTo>
                    <a:lnTo>
                      <a:pt x="183" y="25"/>
                    </a:lnTo>
                    <a:lnTo>
                      <a:pt x="194" y="25"/>
                    </a:lnTo>
                    <a:lnTo>
                      <a:pt x="199" y="20"/>
                    </a:lnTo>
                    <a:lnTo>
                      <a:pt x="201" y="20"/>
                    </a:lnTo>
                    <a:lnTo>
                      <a:pt x="203" y="19"/>
                    </a:lnTo>
                    <a:lnTo>
                      <a:pt x="206" y="19"/>
                    </a:lnTo>
                    <a:lnTo>
                      <a:pt x="208" y="18"/>
                    </a:lnTo>
                    <a:lnTo>
                      <a:pt x="216" y="18"/>
                    </a:lnTo>
                    <a:lnTo>
                      <a:pt x="218" y="19"/>
                    </a:lnTo>
                    <a:lnTo>
                      <a:pt x="221" y="19"/>
                    </a:lnTo>
                    <a:lnTo>
                      <a:pt x="220" y="20"/>
                    </a:lnTo>
                    <a:lnTo>
                      <a:pt x="216" y="20"/>
                    </a:lnTo>
                    <a:lnTo>
                      <a:pt x="216" y="23"/>
                    </a:lnTo>
                    <a:lnTo>
                      <a:pt x="217" y="25"/>
                    </a:lnTo>
                    <a:lnTo>
                      <a:pt x="220" y="28"/>
                    </a:lnTo>
                    <a:lnTo>
                      <a:pt x="227" y="30"/>
                    </a:lnTo>
                    <a:lnTo>
                      <a:pt x="230" y="32"/>
                    </a:lnTo>
                    <a:lnTo>
                      <a:pt x="233" y="33"/>
                    </a:lnTo>
                    <a:lnTo>
                      <a:pt x="236" y="34"/>
                    </a:lnTo>
                    <a:lnTo>
                      <a:pt x="237" y="35"/>
                    </a:lnTo>
                    <a:lnTo>
                      <a:pt x="237" y="40"/>
                    </a:lnTo>
                    <a:lnTo>
                      <a:pt x="238" y="43"/>
                    </a:lnTo>
                    <a:lnTo>
                      <a:pt x="238" y="45"/>
                    </a:lnTo>
                    <a:lnTo>
                      <a:pt x="250" y="45"/>
                    </a:lnTo>
                    <a:lnTo>
                      <a:pt x="253" y="48"/>
                    </a:lnTo>
                    <a:lnTo>
                      <a:pt x="258" y="53"/>
                    </a:lnTo>
                    <a:lnTo>
                      <a:pt x="261" y="54"/>
                    </a:lnTo>
                    <a:lnTo>
                      <a:pt x="266" y="62"/>
                    </a:lnTo>
                    <a:lnTo>
                      <a:pt x="268" y="63"/>
                    </a:lnTo>
                    <a:lnTo>
                      <a:pt x="272" y="64"/>
                    </a:lnTo>
                    <a:lnTo>
                      <a:pt x="276" y="69"/>
                    </a:lnTo>
                    <a:lnTo>
                      <a:pt x="281" y="73"/>
                    </a:lnTo>
                    <a:lnTo>
                      <a:pt x="304" y="77"/>
                    </a:lnTo>
                    <a:lnTo>
                      <a:pt x="314" y="77"/>
                    </a:lnTo>
                    <a:lnTo>
                      <a:pt x="316" y="78"/>
                    </a:lnTo>
                    <a:lnTo>
                      <a:pt x="324" y="81"/>
                    </a:lnTo>
                    <a:lnTo>
                      <a:pt x="327" y="81"/>
                    </a:lnTo>
                    <a:lnTo>
                      <a:pt x="327" y="82"/>
                    </a:lnTo>
                    <a:lnTo>
                      <a:pt x="330" y="82"/>
                    </a:lnTo>
                    <a:lnTo>
                      <a:pt x="335" y="84"/>
                    </a:lnTo>
                    <a:lnTo>
                      <a:pt x="340" y="89"/>
                    </a:lnTo>
                    <a:lnTo>
                      <a:pt x="346" y="94"/>
                    </a:lnTo>
                    <a:lnTo>
                      <a:pt x="351" y="97"/>
                    </a:lnTo>
                    <a:lnTo>
                      <a:pt x="353" y="105"/>
                    </a:lnTo>
                    <a:lnTo>
                      <a:pt x="356" y="112"/>
                    </a:lnTo>
                    <a:lnTo>
                      <a:pt x="359" y="120"/>
                    </a:lnTo>
                    <a:lnTo>
                      <a:pt x="363" y="123"/>
                    </a:lnTo>
                    <a:lnTo>
                      <a:pt x="364" y="123"/>
                    </a:lnTo>
                    <a:lnTo>
                      <a:pt x="366" y="126"/>
                    </a:lnTo>
                    <a:lnTo>
                      <a:pt x="366" y="127"/>
                    </a:lnTo>
                    <a:lnTo>
                      <a:pt x="361" y="133"/>
                    </a:lnTo>
                    <a:lnTo>
                      <a:pt x="355" y="138"/>
                    </a:lnTo>
                    <a:lnTo>
                      <a:pt x="350" y="145"/>
                    </a:lnTo>
                    <a:lnTo>
                      <a:pt x="348" y="152"/>
                    </a:lnTo>
                    <a:lnTo>
                      <a:pt x="348" y="154"/>
                    </a:lnTo>
                    <a:lnTo>
                      <a:pt x="350" y="156"/>
                    </a:lnTo>
                    <a:lnTo>
                      <a:pt x="354" y="156"/>
                    </a:lnTo>
                    <a:lnTo>
                      <a:pt x="358" y="159"/>
                    </a:lnTo>
                    <a:lnTo>
                      <a:pt x="360" y="166"/>
                    </a:lnTo>
                    <a:lnTo>
                      <a:pt x="370" y="166"/>
                    </a:lnTo>
                    <a:lnTo>
                      <a:pt x="370" y="167"/>
                    </a:lnTo>
                    <a:lnTo>
                      <a:pt x="373" y="170"/>
                    </a:lnTo>
                    <a:lnTo>
                      <a:pt x="376" y="166"/>
                    </a:lnTo>
                    <a:lnTo>
                      <a:pt x="381" y="159"/>
                    </a:lnTo>
                    <a:lnTo>
                      <a:pt x="389" y="151"/>
                    </a:lnTo>
                    <a:lnTo>
                      <a:pt x="393" y="151"/>
                    </a:lnTo>
                    <a:lnTo>
                      <a:pt x="399" y="152"/>
                    </a:lnTo>
                    <a:lnTo>
                      <a:pt x="406" y="155"/>
                    </a:lnTo>
                    <a:lnTo>
                      <a:pt x="422" y="162"/>
                    </a:lnTo>
                    <a:lnTo>
                      <a:pt x="423" y="162"/>
                    </a:lnTo>
                    <a:lnTo>
                      <a:pt x="425" y="164"/>
                    </a:lnTo>
                    <a:lnTo>
                      <a:pt x="427" y="165"/>
                    </a:lnTo>
                    <a:lnTo>
                      <a:pt x="427" y="166"/>
                    </a:lnTo>
                    <a:lnTo>
                      <a:pt x="428" y="170"/>
                    </a:lnTo>
                    <a:lnTo>
                      <a:pt x="428" y="176"/>
                    </a:lnTo>
                    <a:lnTo>
                      <a:pt x="430" y="176"/>
                    </a:lnTo>
                    <a:lnTo>
                      <a:pt x="435" y="174"/>
                    </a:lnTo>
                    <a:lnTo>
                      <a:pt x="438" y="171"/>
                    </a:lnTo>
                    <a:lnTo>
                      <a:pt x="444" y="171"/>
                    </a:lnTo>
                    <a:lnTo>
                      <a:pt x="447" y="174"/>
                    </a:lnTo>
                    <a:lnTo>
                      <a:pt x="452" y="176"/>
                    </a:lnTo>
                    <a:lnTo>
                      <a:pt x="454" y="179"/>
                    </a:lnTo>
                    <a:lnTo>
                      <a:pt x="458" y="179"/>
                    </a:lnTo>
                    <a:lnTo>
                      <a:pt x="473" y="176"/>
                    </a:lnTo>
                    <a:lnTo>
                      <a:pt x="484" y="180"/>
                    </a:lnTo>
                    <a:lnTo>
                      <a:pt x="493" y="182"/>
                    </a:lnTo>
                    <a:lnTo>
                      <a:pt x="497" y="188"/>
                    </a:lnTo>
                    <a:lnTo>
                      <a:pt x="503" y="194"/>
                    </a:lnTo>
                    <a:lnTo>
                      <a:pt x="509" y="199"/>
                    </a:lnTo>
                    <a:lnTo>
                      <a:pt x="516" y="203"/>
                    </a:lnTo>
                    <a:lnTo>
                      <a:pt x="531" y="203"/>
                    </a:lnTo>
                    <a:lnTo>
                      <a:pt x="537" y="206"/>
                    </a:lnTo>
                    <a:lnTo>
                      <a:pt x="539" y="214"/>
                    </a:lnTo>
                    <a:lnTo>
                      <a:pt x="541" y="223"/>
                    </a:lnTo>
                    <a:lnTo>
                      <a:pt x="539" y="238"/>
                    </a:lnTo>
                    <a:lnTo>
                      <a:pt x="534" y="250"/>
                    </a:lnTo>
                    <a:lnTo>
                      <a:pt x="528" y="259"/>
                    </a:lnTo>
                    <a:lnTo>
                      <a:pt x="521" y="268"/>
                    </a:lnTo>
                    <a:lnTo>
                      <a:pt x="513" y="278"/>
                    </a:lnTo>
                    <a:lnTo>
                      <a:pt x="508" y="283"/>
                    </a:lnTo>
                    <a:lnTo>
                      <a:pt x="507" y="286"/>
                    </a:lnTo>
                    <a:lnTo>
                      <a:pt x="501" y="292"/>
                    </a:lnTo>
                    <a:lnTo>
                      <a:pt x="497" y="294"/>
                    </a:lnTo>
                    <a:lnTo>
                      <a:pt x="494" y="297"/>
                    </a:lnTo>
                    <a:lnTo>
                      <a:pt x="492" y="303"/>
                    </a:lnTo>
                    <a:lnTo>
                      <a:pt x="492" y="310"/>
                    </a:lnTo>
                    <a:lnTo>
                      <a:pt x="493" y="318"/>
                    </a:lnTo>
                    <a:lnTo>
                      <a:pt x="494" y="326"/>
                    </a:lnTo>
                    <a:lnTo>
                      <a:pt x="494" y="331"/>
                    </a:lnTo>
                    <a:lnTo>
                      <a:pt x="492" y="336"/>
                    </a:lnTo>
                    <a:lnTo>
                      <a:pt x="491" y="341"/>
                    </a:lnTo>
                    <a:lnTo>
                      <a:pt x="491" y="347"/>
                    </a:lnTo>
                    <a:lnTo>
                      <a:pt x="489" y="349"/>
                    </a:lnTo>
                    <a:lnTo>
                      <a:pt x="489" y="350"/>
                    </a:lnTo>
                    <a:lnTo>
                      <a:pt x="487" y="352"/>
                    </a:lnTo>
                    <a:lnTo>
                      <a:pt x="484" y="360"/>
                    </a:lnTo>
                    <a:lnTo>
                      <a:pt x="484" y="366"/>
                    </a:lnTo>
                    <a:lnTo>
                      <a:pt x="483" y="370"/>
                    </a:lnTo>
                    <a:lnTo>
                      <a:pt x="483" y="372"/>
                    </a:lnTo>
                    <a:lnTo>
                      <a:pt x="482" y="374"/>
                    </a:lnTo>
                    <a:lnTo>
                      <a:pt x="477" y="381"/>
                    </a:lnTo>
                    <a:lnTo>
                      <a:pt x="473" y="388"/>
                    </a:lnTo>
                    <a:lnTo>
                      <a:pt x="468" y="395"/>
                    </a:lnTo>
                    <a:lnTo>
                      <a:pt x="467" y="398"/>
                    </a:lnTo>
                    <a:lnTo>
                      <a:pt x="467" y="400"/>
                    </a:lnTo>
                    <a:lnTo>
                      <a:pt x="465" y="403"/>
                    </a:lnTo>
                    <a:lnTo>
                      <a:pt x="465" y="404"/>
                    </a:lnTo>
                    <a:lnTo>
                      <a:pt x="463" y="406"/>
                    </a:lnTo>
                    <a:lnTo>
                      <a:pt x="460" y="410"/>
                    </a:lnTo>
                    <a:lnTo>
                      <a:pt x="457" y="413"/>
                    </a:lnTo>
                    <a:lnTo>
                      <a:pt x="452" y="414"/>
                    </a:lnTo>
                    <a:lnTo>
                      <a:pt x="448" y="415"/>
                    </a:lnTo>
                    <a:lnTo>
                      <a:pt x="438" y="415"/>
                    </a:lnTo>
                    <a:lnTo>
                      <a:pt x="428" y="418"/>
                    </a:lnTo>
                    <a:lnTo>
                      <a:pt x="424" y="421"/>
                    </a:lnTo>
                    <a:lnTo>
                      <a:pt x="417" y="427"/>
                    </a:lnTo>
                    <a:lnTo>
                      <a:pt x="409" y="429"/>
                    </a:lnTo>
                    <a:lnTo>
                      <a:pt x="403" y="430"/>
                    </a:lnTo>
                    <a:lnTo>
                      <a:pt x="391" y="442"/>
                    </a:lnTo>
                    <a:lnTo>
                      <a:pt x="384" y="445"/>
                    </a:lnTo>
                    <a:lnTo>
                      <a:pt x="381" y="449"/>
                    </a:lnTo>
                    <a:lnTo>
                      <a:pt x="380" y="452"/>
                    </a:lnTo>
                    <a:lnTo>
                      <a:pt x="380" y="483"/>
                    </a:lnTo>
                    <a:lnTo>
                      <a:pt x="370" y="492"/>
                    </a:lnTo>
                    <a:lnTo>
                      <a:pt x="364" y="503"/>
                    </a:lnTo>
                    <a:lnTo>
                      <a:pt x="363" y="507"/>
                    </a:lnTo>
                    <a:lnTo>
                      <a:pt x="360" y="512"/>
                    </a:lnTo>
                    <a:lnTo>
                      <a:pt x="358" y="516"/>
                    </a:lnTo>
                    <a:lnTo>
                      <a:pt x="350" y="525"/>
                    </a:lnTo>
                    <a:lnTo>
                      <a:pt x="336" y="538"/>
                    </a:lnTo>
                    <a:lnTo>
                      <a:pt x="331" y="547"/>
                    </a:lnTo>
                    <a:lnTo>
                      <a:pt x="327" y="555"/>
                    </a:lnTo>
                    <a:lnTo>
                      <a:pt x="322" y="564"/>
                    </a:lnTo>
                    <a:lnTo>
                      <a:pt x="316" y="569"/>
                    </a:lnTo>
                    <a:lnTo>
                      <a:pt x="306" y="571"/>
                    </a:lnTo>
                    <a:lnTo>
                      <a:pt x="301" y="571"/>
                    </a:lnTo>
                    <a:lnTo>
                      <a:pt x="297" y="570"/>
                    </a:lnTo>
                    <a:lnTo>
                      <a:pt x="292" y="569"/>
                    </a:lnTo>
                    <a:lnTo>
                      <a:pt x="290" y="567"/>
                    </a:lnTo>
                    <a:lnTo>
                      <a:pt x="287" y="567"/>
                    </a:lnTo>
                    <a:lnTo>
                      <a:pt x="282" y="566"/>
                    </a:lnTo>
                    <a:lnTo>
                      <a:pt x="275" y="564"/>
                    </a:lnTo>
                    <a:lnTo>
                      <a:pt x="270" y="562"/>
                    </a:lnTo>
                    <a:lnTo>
                      <a:pt x="267" y="565"/>
                    </a:lnTo>
                    <a:lnTo>
                      <a:pt x="271" y="569"/>
                    </a:lnTo>
                    <a:lnTo>
                      <a:pt x="273" y="570"/>
                    </a:lnTo>
                    <a:lnTo>
                      <a:pt x="275" y="571"/>
                    </a:lnTo>
                    <a:lnTo>
                      <a:pt x="277" y="579"/>
                    </a:lnTo>
                    <a:lnTo>
                      <a:pt x="279" y="584"/>
                    </a:lnTo>
                    <a:lnTo>
                      <a:pt x="280" y="586"/>
                    </a:lnTo>
                    <a:lnTo>
                      <a:pt x="281" y="588"/>
                    </a:lnTo>
                    <a:lnTo>
                      <a:pt x="284" y="589"/>
                    </a:lnTo>
                    <a:lnTo>
                      <a:pt x="285" y="590"/>
                    </a:lnTo>
                    <a:lnTo>
                      <a:pt x="287" y="591"/>
                    </a:lnTo>
                    <a:lnTo>
                      <a:pt x="287" y="599"/>
                    </a:lnTo>
                    <a:lnTo>
                      <a:pt x="285" y="604"/>
                    </a:lnTo>
                    <a:lnTo>
                      <a:pt x="282" y="608"/>
                    </a:lnTo>
                    <a:lnTo>
                      <a:pt x="277" y="613"/>
                    </a:lnTo>
                    <a:lnTo>
                      <a:pt x="275" y="616"/>
                    </a:lnTo>
                    <a:lnTo>
                      <a:pt x="267" y="620"/>
                    </a:lnTo>
                    <a:lnTo>
                      <a:pt x="258" y="623"/>
                    </a:lnTo>
                    <a:lnTo>
                      <a:pt x="248" y="624"/>
                    </a:lnTo>
                    <a:lnTo>
                      <a:pt x="242" y="625"/>
                    </a:lnTo>
                    <a:lnTo>
                      <a:pt x="236" y="624"/>
                    </a:lnTo>
                    <a:lnTo>
                      <a:pt x="230" y="624"/>
                    </a:lnTo>
                    <a:lnTo>
                      <a:pt x="226" y="625"/>
                    </a:lnTo>
                    <a:lnTo>
                      <a:pt x="223" y="630"/>
                    </a:lnTo>
                    <a:lnTo>
                      <a:pt x="222" y="637"/>
                    </a:lnTo>
                    <a:lnTo>
                      <a:pt x="222" y="643"/>
                    </a:lnTo>
                    <a:lnTo>
                      <a:pt x="221" y="649"/>
                    </a:lnTo>
                    <a:lnTo>
                      <a:pt x="221" y="653"/>
                    </a:lnTo>
                    <a:lnTo>
                      <a:pt x="217" y="657"/>
                    </a:lnTo>
                    <a:lnTo>
                      <a:pt x="215" y="658"/>
                    </a:lnTo>
                    <a:lnTo>
                      <a:pt x="208" y="658"/>
                    </a:lnTo>
                    <a:lnTo>
                      <a:pt x="206" y="657"/>
                    </a:lnTo>
                    <a:lnTo>
                      <a:pt x="202" y="655"/>
                    </a:lnTo>
                    <a:lnTo>
                      <a:pt x="199" y="653"/>
                    </a:lnTo>
                    <a:lnTo>
                      <a:pt x="197" y="652"/>
                    </a:lnTo>
                    <a:lnTo>
                      <a:pt x="192" y="652"/>
                    </a:lnTo>
                    <a:lnTo>
                      <a:pt x="191" y="654"/>
                    </a:lnTo>
                    <a:lnTo>
                      <a:pt x="189" y="655"/>
                    </a:lnTo>
                    <a:lnTo>
                      <a:pt x="189" y="660"/>
                    </a:lnTo>
                    <a:lnTo>
                      <a:pt x="191" y="664"/>
                    </a:lnTo>
                    <a:lnTo>
                      <a:pt x="192" y="667"/>
                    </a:lnTo>
                    <a:lnTo>
                      <a:pt x="194" y="671"/>
                    </a:lnTo>
                    <a:lnTo>
                      <a:pt x="196" y="672"/>
                    </a:lnTo>
                    <a:lnTo>
                      <a:pt x="198" y="673"/>
                    </a:lnTo>
                    <a:lnTo>
                      <a:pt x="199" y="673"/>
                    </a:lnTo>
                    <a:lnTo>
                      <a:pt x="202" y="672"/>
                    </a:lnTo>
                    <a:lnTo>
                      <a:pt x="203" y="671"/>
                    </a:lnTo>
                    <a:lnTo>
                      <a:pt x="204" y="671"/>
                    </a:lnTo>
                    <a:lnTo>
                      <a:pt x="207" y="673"/>
                    </a:lnTo>
                    <a:lnTo>
                      <a:pt x="207" y="676"/>
                    </a:lnTo>
                    <a:lnTo>
                      <a:pt x="206" y="678"/>
                    </a:lnTo>
                    <a:lnTo>
                      <a:pt x="204" y="679"/>
                    </a:lnTo>
                    <a:lnTo>
                      <a:pt x="201" y="679"/>
                    </a:lnTo>
                    <a:lnTo>
                      <a:pt x="198" y="678"/>
                    </a:lnTo>
                    <a:lnTo>
                      <a:pt x="196" y="676"/>
                    </a:lnTo>
                    <a:lnTo>
                      <a:pt x="193" y="676"/>
                    </a:lnTo>
                    <a:lnTo>
                      <a:pt x="193" y="678"/>
                    </a:lnTo>
                    <a:lnTo>
                      <a:pt x="194" y="681"/>
                    </a:lnTo>
                    <a:lnTo>
                      <a:pt x="196" y="682"/>
                    </a:lnTo>
                    <a:lnTo>
                      <a:pt x="197" y="682"/>
                    </a:lnTo>
                    <a:lnTo>
                      <a:pt x="192" y="689"/>
                    </a:lnTo>
                    <a:lnTo>
                      <a:pt x="189" y="698"/>
                    </a:lnTo>
                    <a:lnTo>
                      <a:pt x="188" y="707"/>
                    </a:lnTo>
                    <a:lnTo>
                      <a:pt x="187" y="710"/>
                    </a:lnTo>
                    <a:lnTo>
                      <a:pt x="186" y="711"/>
                    </a:lnTo>
                    <a:lnTo>
                      <a:pt x="183" y="712"/>
                    </a:lnTo>
                    <a:lnTo>
                      <a:pt x="177" y="712"/>
                    </a:lnTo>
                    <a:lnTo>
                      <a:pt x="173" y="713"/>
                    </a:lnTo>
                    <a:lnTo>
                      <a:pt x="169" y="716"/>
                    </a:lnTo>
                    <a:lnTo>
                      <a:pt x="167" y="720"/>
                    </a:lnTo>
                    <a:lnTo>
                      <a:pt x="164" y="727"/>
                    </a:lnTo>
                    <a:lnTo>
                      <a:pt x="167" y="735"/>
                    </a:lnTo>
                    <a:lnTo>
                      <a:pt x="171" y="738"/>
                    </a:lnTo>
                    <a:lnTo>
                      <a:pt x="177" y="741"/>
                    </a:lnTo>
                    <a:lnTo>
                      <a:pt x="181" y="743"/>
                    </a:lnTo>
                    <a:lnTo>
                      <a:pt x="183" y="750"/>
                    </a:lnTo>
                    <a:lnTo>
                      <a:pt x="183" y="754"/>
                    </a:lnTo>
                    <a:lnTo>
                      <a:pt x="181" y="757"/>
                    </a:lnTo>
                    <a:lnTo>
                      <a:pt x="176" y="762"/>
                    </a:lnTo>
                    <a:lnTo>
                      <a:pt x="173" y="764"/>
                    </a:lnTo>
                    <a:lnTo>
                      <a:pt x="169" y="765"/>
                    </a:lnTo>
                    <a:lnTo>
                      <a:pt x="164" y="770"/>
                    </a:lnTo>
                    <a:lnTo>
                      <a:pt x="164" y="774"/>
                    </a:lnTo>
                    <a:lnTo>
                      <a:pt x="162" y="781"/>
                    </a:lnTo>
                    <a:lnTo>
                      <a:pt x="161" y="784"/>
                    </a:lnTo>
                    <a:lnTo>
                      <a:pt x="156" y="786"/>
                    </a:lnTo>
                    <a:lnTo>
                      <a:pt x="153" y="786"/>
                    </a:lnTo>
                    <a:lnTo>
                      <a:pt x="152" y="788"/>
                    </a:lnTo>
                    <a:lnTo>
                      <a:pt x="149" y="789"/>
                    </a:lnTo>
                    <a:lnTo>
                      <a:pt x="144" y="796"/>
                    </a:lnTo>
                    <a:lnTo>
                      <a:pt x="143" y="801"/>
                    </a:lnTo>
                    <a:lnTo>
                      <a:pt x="143" y="810"/>
                    </a:lnTo>
                    <a:lnTo>
                      <a:pt x="144" y="814"/>
                    </a:lnTo>
                    <a:lnTo>
                      <a:pt x="147" y="815"/>
                    </a:lnTo>
                    <a:lnTo>
                      <a:pt x="153" y="821"/>
                    </a:lnTo>
                    <a:lnTo>
                      <a:pt x="156" y="830"/>
                    </a:lnTo>
                    <a:lnTo>
                      <a:pt x="158" y="838"/>
                    </a:lnTo>
                    <a:lnTo>
                      <a:pt x="161" y="844"/>
                    </a:lnTo>
                    <a:lnTo>
                      <a:pt x="171" y="852"/>
                    </a:lnTo>
                    <a:lnTo>
                      <a:pt x="181" y="857"/>
                    </a:lnTo>
                    <a:lnTo>
                      <a:pt x="192" y="863"/>
                    </a:lnTo>
                    <a:lnTo>
                      <a:pt x="189" y="864"/>
                    </a:lnTo>
                    <a:lnTo>
                      <a:pt x="186" y="864"/>
                    </a:lnTo>
                    <a:lnTo>
                      <a:pt x="171" y="869"/>
                    </a:lnTo>
                    <a:lnTo>
                      <a:pt x="166" y="872"/>
                    </a:lnTo>
                    <a:lnTo>
                      <a:pt x="161" y="872"/>
                    </a:lnTo>
                    <a:lnTo>
                      <a:pt x="158" y="873"/>
                    </a:lnTo>
                    <a:lnTo>
                      <a:pt x="142" y="873"/>
                    </a:lnTo>
                    <a:lnTo>
                      <a:pt x="140" y="872"/>
                    </a:lnTo>
                    <a:lnTo>
                      <a:pt x="138" y="867"/>
                    </a:lnTo>
                    <a:lnTo>
                      <a:pt x="137" y="865"/>
                    </a:lnTo>
                    <a:lnTo>
                      <a:pt x="137" y="863"/>
                    </a:lnTo>
                    <a:lnTo>
                      <a:pt x="135" y="862"/>
                    </a:lnTo>
                    <a:lnTo>
                      <a:pt x="130" y="859"/>
                    </a:lnTo>
                    <a:lnTo>
                      <a:pt x="127" y="859"/>
                    </a:lnTo>
                    <a:lnTo>
                      <a:pt x="122" y="857"/>
                    </a:lnTo>
                    <a:lnTo>
                      <a:pt x="118" y="853"/>
                    </a:lnTo>
                    <a:lnTo>
                      <a:pt x="118" y="850"/>
                    </a:lnTo>
                    <a:lnTo>
                      <a:pt x="108" y="850"/>
                    </a:lnTo>
                    <a:lnTo>
                      <a:pt x="107" y="849"/>
                    </a:lnTo>
                    <a:lnTo>
                      <a:pt x="105" y="847"/>
                    </a:lnTo>
                    <a:lnTo>
                      <a:pt x="105" y="845"/>
                    </a:lnTo>
                    <a:lnTo>
                      <a:pt x="97" y="844"/>
                    </a:lnTo>
                    <a:lnTo>
                      <a:pt x="90" y="839"/>
                    </a:lnTo>
                    <a:lnTo>
                      <a:pt x="82" y="830"/>
                    </a:lnTo>
                    <a:lnTo>
                      <a:pt x="82" y="829"/>
                    </a:lnTo>
                    <a:lnTo>
                      <a:pt x="84" y="828"/>
                    </a:lnTo>
                    <a:lnTo>
                      <a:pt x="87" y="825"/>
                    </a:lnTo>
                    <a:lnTo>
                      <a:pt x="89" y="824"/>
                    </a:lnTo>
                    <a:lnTo>
                      <a:pt x="89" y="823"/>
                    </a:lnTo>
                    <a:lnTo>
                      <a:pt x="88" y="823"/>
                    </a:lnTo>
                    <a:lnTo>
                      <a:pt x="88" y="821"/>
                    </a:lnTo>
                    <a:lnTo>
                      <a:pt x="87" y="821"/>
                    </a:lnTo>
                    <a:lnTo>
                      <a:pt x="89" y="814"/>
                    </a:lnTo>
                    <a:lnTo>
                      <a:pt x="89" y="811"/>
                    </a:lnTo>
                    <a:lnTo>
                      <a:pt x="88" y="809"/>
                    </a:lnTo>
                    <a:lnTo>
                      <a:pt x="83" y="806"/>
                    </a:lnTo>
                    <a:lnTo>
                      <a:pt x="82" y="804"/>
                    </a:lnTo>
                    <a:lnTo>
                      <a:pt x="79" y="803"/>
                    </a:lnTo>
                    <a:lnTo>
                      <a:pt x="78" y="800"/>
                    </a:lnTo>
                    <a:lnTo>
                      <a:pt x="78" y="791"/>
                    </a:lnTo>
                    <a:lnTo>
                      <a:pt x="77" y="781"/>
                    </a:lnTo>
                    <a:lnTo>
                      <a:pt x="73" y="770"/>
                    </a:lnTo>
                    <a:lnTo>
                      <a:pt x="71" y="761"/>
                    </a:lnTo>
                    <a:lnTo>
                      <a:pt x="74" y="756"/>
                    </a:lnTo>
                    <a:lnTo>
                      <a:pt x="77" y="754"/>
                    </a:lnTo>
                    <a:lnTo>
                      <a:pt x="79" y="750"/>
                    </a:lnTo>
                    <a:lnTo>
                      <a:pt x="82" y="745"/>
                    </a:lnTo>
                    <a:lnTo>
                      <a:pt x="82" y="742"/>
                    </a:lnTo>
                    <a:lnTo>
                      <a:pt x="80" y="740"/>
                    </a:lnTo>
                    <a:lnTo>
                      <a:pt x="78" y="737"/>
                    </a:lnTo>
                    <a:lnTo>
                      <a:pt x="77" y="733"/>
                    </a:lnTo>
                    <a:lnTo>
                      <a:pt x="75" y="731"/>
                    </a:lnTo>
                    <a:lnTo>
                      <a:pt x="75" y="727"/>
                    </a:lnTo>
                    <a:lnTo>
                      <a:pt x="77" y="727"/>
                    </a:lnTo>
                    <a:lnTo>
                      <a:pt x="77" y="726"/>
                    </a:lnTo>
                    <a:lnTo>
                      <a:pt x="78" y="723"/>
                    </a:lnTo>
                    <a:lnTo>
                      <a:pt x="79" y="722"/>
                    </a:lnTo>
                    <a:lnTo>
                      <a:pt x="83" y="722"/>
                    </a:lnTo>
                    <a:lnTo>
                      <a:pt x="85" y="725"/>
                    </a:lnTo>
                    <a:lnTo>
                      <a:pt x="85" y="727"/>
                    </a:lnTo>
                    <a:lnTo>
                      <a:pt x="88" y="730"/>
                    </a:lnTo>
                    <a:lnTo>
                      <a:pt x="90" y="730"/>
                    </a:lnTo>
                    <a:lnTo>
                      <a:pt x="104" y="669"/>
                    </a:lnTo>
                    <a:lnTo>
                      <a:pt x="104" y="663"/>
                    </a:lnTo>
                    <a:lnTo>
                      <a:pt x="100" y="663"/>
                    </a:lnTo>
                    <a:lnTo>
                      <a:pt x="99" y="664"/>
                    </a:lnTo>
                    <a:lnTo>
                      <a:pt x="97" y="665"/>
                    </a:lnTo>
                    <a:lnTo>
                      <a:pt x="95" y="668"/>
                    </a:lnTo>
                    <a:lnTo>
                      <a:pt x="94" y="668"/>
                    </a:lnTo>
                    <a:lnTo>
                      <a:pt x="93" y="667"/>
                    </a:lnTo>
                    <a:lnTo>
                      <a:pt x="90" y="665"/>
                    </a:lnTo>
                    <a:lnTo>
                      <a:pt x="89" y="663"/>
                    </a:lnTo>
                    <a:lnTo>
                      <a:pt x="89" y="659"/>
                    </a:lnTo>
                    <a:lnTo>
                      <a:pt x="88" y="657"/>
                    </a:lnTo>
                    <a:lnTo>
                      <a:pt x="88" y="649"/>
                    </a:lnTo>
                    <a:lnTo>
                      <a:pt x="89" y="645"/>
                    </a:lnTo>
                    <a:lnTo>
                      <a:pt x="90" y="643"/>
                    </a:lnTo>
                    <a:lnTo>
                      <a:pt x="93" y="635"/>
                    </a:lnTo>
                    <a:lnTo>
                      <a:pt x="95" y="635"/>
                    </a:lnTo>
                    <a:lnTo>
                      <a:pt x="97" y="634"/>
                    </a:lnTo>
                    <a:lnTo>
                      <a:pt x="97" y="632"/>
                    </a:lnTo>
                    <a:lnTo>
                      <a:pt x="95" y="629"/>
                    </a:lnTo>
                    <a:lnTo>
                      <a:pt x="94" y="628"/>
                    </a:lnTo>
                    <a:lnTo>
                      <a:pt x="94" y="627"/>
                    </a:lnTo>
                    <a:lnTo>
                      <a:pt x="93" y="625"/>
                    </a:lnTo>
                    <a:lnTo>
                      <a:pt x="93" y="621"/>
                    </a:lnTo>
                    <a:lnTo>
                      <a:pt x="92" y="619"/>
                    </a:lnTo>
                    <a:lnTo>
                      <a:pt x="92" y="614"/>
                    </a:lnTo>
                    <a:lnTo>
                      <a:pt x="93" y="605"/>
                    </a:lnTo>
                    <a:lnTo>
                      <a:pt x="98" y="596"/>
                    </a:lnTo>
                    <a:lnTo>
                      <a:pt x="102" y="590"/>
                    </a:lnTo>
                    <a:lnTo>
                      <a:pt x="105" y="579"/>
                    </a:lnTo>
                    <a:lnTo>
                      <a:pt x="107" y="577"/>
                    </a:lnTo>
                    <a:lnTo>
                      <a:pt x="108" y="577"/>
                    </a:lnTo>
                    <a:lnTo>
                      <a:pt x="109" y="576"/>
                    </a:lnTo>
                    <a:lnTo>
                      <a:pt x="109" y="575"/>
                    </a:lnTo>
                    <a:lnTo>
                      <a:pt x="113" y="562"/>
                    </a:lnTo>
                    <a:lnTo>
                      <a:pt x="115" y="550"/>
                    </a:lnTo>
                    <a:lnTo>
                      <a:pt x="114" y="518"/>
                    </a:lnTo>
                    <a:lnTo>
                      <a:pt x="113" y="515"/>
                    </a:lnTo>
                    <a:lnTo>
                      <a:pt x="117" y="503"/>
                    </a:lnTo>
                    <a:lnTo>
                      <a:pt x="117" y="499"/>
                    </a:lnTo>
                    <a:lnTo>
                      <a:pt x="118" y="488"/>
                    </a:lnTo>
                    <a:lnTo>
                      <a:pt x="120" y="478"/>
                    </a:lnTo>
                    <a:lnTo>
                      <a:pt x="124" y="469"/>
                    </a:lnTo>
                    <a:lnTo>
                      <a:pt x="125" y="459"/>
                    </a:lnTo>
                    <a:lnTo>
                      <a:pt x="125" y="453"/>
                    </a:lnTo>
                    <a:lnTo>
                      <a:pt x="128" y="448"/>
                    </a:lnTo>
                    <a:lnTo>
                      <a:pt x="128" y="444"/>
                    </a:lnTo>
                    <a:lnTo>
                      <a:pt x="129" y="442"/>
                    </a:lnTo>
                    <a:lnTo>
                      <a:pt x="129" y="424"/>
                    </a:lnTo>
                    <a:lnTo>
                      <a:pt x="130" y="416"/>
                    </a:lnTo>
                    <a:lnTo>
                      <a:pt x="130" y="408"/>
                    </a:lnTo>
                    <a:lnTo>
                      <a:pt x="132" y="400"/>
                    </a:lnTo>
                    <a:lnTo>
                      <a:pt x="132" y="394"/>
                    </a:lnTo>
                    <a:lnTo>
                      <a:pt x="130" y="384"/>
                    </a:lnTo>
                    <a:lnTo>
                      <a:pt x="130" y="374"/>
                    </a:lnTo>
                    <a:lnTo>
                      <a:pt x="129" y="367"/>
                    </a:lnTo>
                    <a:lnTo>
                      <a:pt x="125" y="361"/>
                    </a:lnTo>
                    <a:lnTo>
                      <a:pt x="122" y="356"/>
                    </a:lnTo>
                    <a:lnTo>
                      <a:pt x="112" y="349"/>
                    </a:lnTo>
                    <a:lnTo>
                      <a:pt x="108" y="347"/>
                    </a:lnTo>
                    <a:lnTo>
                      <a:pt x="103" y="345"/>
                    </a:lnTo>
                    <a:lnTo>
                      <a:pt x="99" y="343"/>
                    </a:lnTo>
                    <a:lnTo>
                      <a:pt x="97" y="342"/>
                    </a:lnTo>
                    <a:lnTo>
                      <a:pt x="90" y="336"/>
                    </a:lnTo>
                    <a:lnTo>
                      <a:pt x="88" y="335"/>
                    </a:lnTo>
                    <a:lnTo>
                      <a:pt x="84" y="333"/>
                    </a:lnTo>
                    <a:lnTo>
                      <a:pt x="74" y="330"/>
                    </a:lnTo>
                    <a:lnTo>
                      <a:pt x="59" y="317"/>
                    </a:lnTo>
                    <a:lnTo>
                      <a:pt x="58" y="315"/>
                    </a:lnTo>
                    <a:lnTo>
                      <a:pt x="58" y="305"/>
                    </a:lnTo>
                    <a:lnTo>
                      <a:pt x="56" y="301"/>
                    </a:lnTo>
                    <a:lnTo>
                      <a:pt x="55" y="298"/>
                    </a:lnTo>
                    <a:lnTo>
                      <a:pt x="54" y="294"/>
                    </a:lnTo>
                    <a:lnTo>
                      <a:pt x="51" y="292"/>
                    </a:lnTo>
                    <a:lnTo>
                      <a:pt x="50" y="288"/>
                    </a:lnTo>
                    <a:lnTo>
                      <a:pt x="35" y="263"/>
                    </a:lnTo>
                    <a:lnTo>
                      <a:pt x="31" y="250"/>
                    </a:lnTo>
                    <a:lnTo>
                      <a:pt x="26" y="240"/>
                    </a:lnTo>
                    <a:lnTo>
                      <a:pt x="25" y="239"/>
                    </a:lnTo>
                    <a:lnTo>
                      <a:pt x="24" y="239"/>
                    </a:lnTo>
                    <a:lnTo>
                      <a:pt x="23" y="238"/>
                    </a:lnTo>
                    <a:lnTo>
                      <a:pt x="21" y="238"/>
                    </a:lnTo>
                    <a:lnTo>
                      <a:pt x="19" y="234"/>
                    </a:lnTo>
                    <a:lnTo>
                      <a:pt x="16" y="227"/>
                    </a:lnTo>
                    <a:lnTo>
                      <a:pt x="14" y="224"/>
                    </a:lnTo>
                    <a:lnTo>
                      <a:pt x="11" y="224"/>
                    </a:lnTo>
                    <a:lnTo>
                      <a:pt x="10" y="223"/>
                    </a:lnTo>
                    <a:lnTo>
                      <a:pt x="4" y="214"/>
                    </a:lnTo>
                    <a:lnTo>
                      <a:pt x="0" y="203"/>
                    </a:lnTo>
                    <a:lnTo>
                      <a:pt x="1" y="198"/>
                    </a:lnTo>
                    <a:lnTo>
                      <a:pt x="2" y="194"/>
                    </a:lnTo>
                    <a:lnTo>
                      <a:pt x="7" y="186"/>
                    </a:lnTo>
                    <a:lnTo>
                      <a:pt x="10" y="184"/>
                    </a:lnTo>
                    <a:lnTo>
                      <a:pt x="13" y="182"/>
                    </a:lnTo>
                    <a:lnTo>
                      <a:pt x="15" y="180"/>
                    </a:lnTo>
                    <a:lnTo>
                      <a:pt x="18" y="176"/>
                    </a:lnTo>
                    <a:lnTo>
                      <a:pt x="16" y="175"/>
                    </a:lnTo>
                    <a:lnTo>
                      <a:pt x="14" y="175"/>
                    </a:lnTo>
                    <a:lnTo>
                      <a:pt x="13" y="176"/>
                    </a:lnTo>
                    <a:lnTo>
                      <a:pt x="9" y="176"/>
                    </a:lnTo>
                    <a:lnTo>
                      <a:pt x="7" y="175"/>
                    </a:lnTo>
                    <a:lnTo>
                      <a:pt x="5" y="170"/>
                    </a:lnTo>
                    <a:lnTo>
                      <a:pt x="5" y="162"/>
                    </a:lnTo>
                    <a:lnTo>
                      <a:pt x="6" y="157"/>
                    </a:lnTo>
                    <a:lnTo>
                      <a:pt x="11" y="150"/>
                    </a:lnTo>
                    <a:lnTo>
                      <a:pt x="13" y="145"/>
                    </a:lnTo>
                    <a:lnTo>
                      <a:pt x="13" y="136"/>
                    </a:lnTo>
                    <a:lnTo>
                      <a:pt x="18" y="135"/>
                    </a:lnTo>
                    <a:lnTo>
                      <a:pt x="20" y="133"/>
                    </a:lnTo>
                    <a:lnTo>
                      <a:pt x="24" y="131"/>
                    </a:lnTo>
                    <a:lnTo>
                      <a:pt x="25" y="128"/>
                    </a:lnTo>
                    <a:lnTo>
                      <a:pt x="28" y="125"/>
                    </a:lnTo>
                    <a:lnTo>
                      <a:pt x="29" y="121"/>
                    </a:lnTo>
                    <a:lnTo>
                      <a:pt x="30" y="118"/>
                    </a:lnTo>
                    <a:lnTo>
                      <a:pt x="33" y="115"/>
                    </a:lnTo>
                    <a:lnTo>
                      <a:pt x="35" y="113"/>
                    </a:lnTo>
                    <a:lnTo>
                      <a:pt x="39" y="111"/>
                    </a:lnTo>
                    <a:lnTo>
                      <a:pt x="44" y="108"/>
                    </a:lnTo>
                    <a:lnTo>
                      <a:pt x="46" y="106"/>
                    </a:lnTo>
                    <a:lnTo>
                      <a:pt x="48" y="102"/>
                    </a:lnTo>
                    <a:lnTo>
                      <a:pt x="45" y="101"/>
                    </a:lnTo>
                    <a:lnTo>
                      <a:pt x="44" y="98"/>
                    </a:lnTo>
                    <a:lnTo>
                      <a:pt x="44" y="97"/>
                    </a:lnTo>
                    <a:lnTo>
                      <a:pt x="45" y="94"/>
                    </a:lnTo>
                    <a:lnTo>
                      <a:pt x="45" y="89"/>
                    </a:lnTo>
                    <a:lnTo>
                      <a:pt x="44" y="88"/>
                    </a:lnTo>
                    <a:lnTo>
                      <a:pt x="43" y="86"/>
                    </a:lnTo>
                    <a:lnTo>
                      <a:pt x="43" y="79"/>
                    </a:lnTo>
                    <a:lnTo>
                      <a:pt x="44" y="78"/>
                    </a:lnTo>
                    <a:lnTo>
                      <a:pt x="45" y="76"/>
                    </a:lnTo>
                    <a:lnTo>
                      <a:pt x="45" y="69"/>
                    </a:lnTo>
                    <a:lnTo>
                      <a:pt x="44" y="68"/>
                    </a:lnTo>
                    <a:lnTo>
                      <a:pt x="43" y="66"/>
                    </a:lnTo>
                    <a:lnTo>
                      <a:pt x="40" y="64"/>
                    </a:lnTo>
                    <a:lnTo>
                      <a:pt x="39" y="63"/>
                    </a:lnTo>
                    <a:lnTo>
                      <a:pt x="38" y="60"/>
                    </a:lnTo>
                    <a:lnTo>
                      <a:pt x="38" y="55"/>
                    </a:lnTo>
                    <a:lnTo>
                      <a:pt x="40" y="53"/>
                    </a:lnTo>
                    <a:lnTo>
                      <a:pt x="41" y="50"/>
                    </a:lnTo>
                    <a:lnTo>
                      <a:pt x="46" y="48"/>
                    </a:lnTo>
                    <a:lnTo>
                      <a:pt x="48" y="47"/>
                    </a:lnTo>
                    <a:lnTo>
                      <a:pt x="50" y="48"/>
                    </a:lnTo>
                    <a:lnTo>
                      <a:pt x="51" y="48"/>
                    </a:lnTo>
                    <a:lnTo>
                      <a:pt x="53" y="47"/>
                    </a:lnTo>
                    <a:lnTo>
                      <a:pt x="53" y="44"/>
                    </a:lnTo>
                    <a:lnTo>
                      <a:pt x="55" y="42"/>
                    </a:lnTo>
                    <a:lnTo>
                      <a:pt x="55" y="39"/>
                    </a:lnTo>
                    <a:lnTo>
                      <a:pt x="58" y="38"/>
                    </a:lnTo>
                    <a:lnTo>
                      <a:pt x="59" y="37"/>
                    </a:lnTo>
                    <a:lnTo>
                      <a:pt x="61" y="35"/>
                    </a:lnTo>
                    <a:lnTo>
                      <a:pt x="63" y="34"/>
                    </a:lnTo>
                    <a:lnTo>
                      <a:pt x="64" y="32"/>
                    </a:lnTo>
                    <a:lnTo>
                      <a:pt x="64" y="28"/>
                    </a:lnTo>
                    <a:lnTo>
                      <a:pt x="65" y="25"/>
                    </a:lnTo>
                    <a:lnTo>
                      <a:pt x="68" y="21"/>
                    </a:lnTo>
                    <a:lnTo>
                      <a:pt x="73" y="16"/>
                    </a:lnTo>
                    <a:lnTo>
                      <a:pt x="77" y="15"/>
                    </a:lnTo>
                    <a:lnTo>
                      <a:pt x="89" y="11"/>
                    </a:lnTo>
                    <a:lnTo>
                      <a:pt x="103" y="8"/>
                    </a:lnTo>
                    <a:lnTo>
                      <a:pt x="105" y="6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6" name="Group 1109">
              <a:extLst>
                <a:ext uri="{FF2B5EF4-FFF2-40B4-BE49-F238E27FC236}">
                  <a16:creationId xmlns:a16="http://schemas.microsoft.com/office/drawing/2014/main" id="{7FF6B603-84FF-4AB7-8DA6-CEB2B2389825}"/>
                </a:ext>
              </a:extLst>
            </p:cNvPr>
            <p:cNvGrpSpPr/>
            <p:nvPr/>
          </p:nvGrpSpPr>
          <p:grpSpPr>
            <a:xfrm>
              <a:off x="1413538" y="2409376"/>
              <a:ext cx="2386349" cy="1801417"/>
              <a:chOff x="1751020" y="1676488"/>
              <a:chExt cx="3720213" cy="2808431"/>
            </a:xfrm>
            <a:grpFill/>
          </p:grpSpPr>
          <p:sp>
            <p:nvSpPr>
              <p:cNvPr id="349" name="Freeform 1229">
                <a:extLst>
                  <a:ext uri="{FF2B5EF4-FFF2-40B4-BE49-F238E27FC236}">
                    <a16:creationId xmlns:a16="http://schemas.microsoft.com/office/drawing/2014/main" id="{55186B4B-58DE-49F1-9363-B5F2674D4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7241" y="4439321"/>
                <a:ext cx="60104" cy="4559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2"/>
                  </a:cxn>
                  <a:cxn ang="0">
                    <a:pos x="14" y="3"/>
                  </a:cxn>
                  <a:cxn ang="0">
                    <a:pos x="16" y="4"/>
                  </a:cxn>
                  <a:cxn ang="0">
                    <a:pos x="19" y="4"/>
                  </a:cxn>
                  <a:cxn ang="0">
                    <a:pos x="21" y="7"/>
                  </a:cxn>
                  <a:cxn ang="0">
                    <a:pos x="22" y="7"/>
                  </a:cxn>
                  <a:cxn ang="0">
                    <a:pos x="24" y="5"/>
                  </a:cxn>
                  <a:cxn ang="0">
                    <a:pos x="26" y="5"/>
                  </a:cxn>
                  <a:cxn ang="0">
                    <a:pos x="29" y="8"/>
                  </a:cxn>
                  <a:cxn ang="0">
                    <a:pos x="29" y="10"/>
                  </a:cxn>
                  <a:cxn ang="0">
                    <a:pos x="27" y="13"/>
                  </a:cxn>
                  <a:cxn ang="0">
                    <a:pos x="25" y="17"/>
                  </a:cxn>
                  <a:cxn ang="0">
                    <a:pos x="22" y="19"/>
                  </a:cxn>
                  <a:cxn ang="0">
                    <a:pos x="17" y="22"/>
                  </a:cxn>
                  <a:cxn ang="0">
                    <a:pos x="15" y="22"/>
                  </a:cxn>
                  <a:cxn ang="0">
                    <a:pos x="11" y="20"/>
                  </a:cxn>
                  <a:cxn ang="0">
                    <a:pos x="7" y="18"/>
                  </a:cxn>
                  <a:cxn ang="0">
                    <a:pos x="5" y="17"/>
                  </a:cxn>
                  <a:cxn ang="0">
                    <a:pos x="2" y="14"/>
                  </a:cxn>
                  <a:cxn ang="0">
                    <a:pos x="1" y="12"/>
                  </a:cxn>
                  <a:cxn ang="0">
                    <a:pos x="0" y="10"/>
                  </a:cxn>
                  <a:cxn ang="0">
                    <a:pos x="2" y="3"/>
                  </a:cxn>
                  <a:cxn ang="0">
                    <a:pos x="5" y="2"/>
                  </a:cxn>
                  <a:cxn ang="0">
                    <a:pos x="9" y="0"/>
                  </a:cxn>
                </a:cxnLst>
                <a:rect l="0" t="0" r="r" b="b"/>
                <a:pathLst>
                  <a:path w="29" h="22">
                    <a:moveTo>
                      <a:pt x="9" y="0"/>
                    </a:moveTo>
                    <a:lnTo>
                      <a:pt x="10" y="0"/>
                    </a:lnTo>
                    <a:lnTo>
                      <a:pt x="12" y="2"/>
                    </a:lnTo>
                    <a:lnTo>
                      <a:pt x="14" y="3"/>
                    </a:lnTo>
                    <a:lnTo>
                      <a:pt x="16" y="4"/>
                    </a:lnTo>
                    <a:lnTo>
                      <a:pt x="19" y="4"/>
                    </a:lnTo>
                    <a:lnTo>
                      <a:pt x="21" y="7"/>
                    </a:lnTo>
                    <a:lnTo>
                      <a:pt x="22" y="7"/>
                    </a:lnTo>
                    <a:lnTo>
                      <a:pt x="24" y="5"/>
                    </a:lnTo>
                    <a:lnTo>
                      <a:pt x="26" y="5"/>
                    </a:lnTo>
                    <a:lnTo>
                      <a:pt x="29" y="8"/>
                    </a:lnTo>
                    <a:lnTo>
                      <a:pt x="29" y="10"/>
                    </a:lnTo>
                    <a:lnTo>
                      <a:pt x="27" y="13"/>
                    </a:lnTo>
                    <a:lnTo>
                      <a:pt x="25" y="17"/>
                    </a:lnTo>
                    <a:lnTo>
                      <a:pt x="22" y="19"/>
                    </a:lnTo>
                    <a:lnTo>
                      <a:pt x="17" y="22"/>
                    </a:lnTo>
                    <a:lnTo>
                      <a:pt x="15" y="22"/>
                    </a:lnTo>
                    <a:lnTo>
                      <a:pt x="11" y="20"/>
                    </a:lnTo>
                    <a:lnTo>
                      <a:pt x="7" y="18"/>
                    </a:lnTo>
                    <a:lnTo>
                      <a:pt x="5" y="17"/>
                    </a:lnTo>
                    <a:lnTo>
                      <a:pt x="2" y="14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2" y="3"/>
                    </a:lnTo>
                    <a:lnTo>
                      <a:pt x="5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0" name="Freeform 1233">
                <a:extLst>
                  <a:ext uri="{FF2B5EF4-FFF2-40B4-BE49-F238E27FC236}">
                    <a16:creationId xmlns:a16="http://schemas.microsoft.com/office/drawing/2014/main" id="{63D1381C-C8B1-40E8-811A-A91691034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1802" y="2528345"/>
                <a:ext cx="244560" cy="111922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0" y="4"/>
                  </a:cxn>
                  <a:cxn ang="0">
                    <a:pos x="21" y="10"/>
                  </a:cxn>
                  <a:cxn ang="0">
                    <a:pos x="25" y="14"/>
                  </a:cxn>
                  <a:cxn ang="0">
                    <a:pos x="33" y="13"/>
                  </a:cxn>
                  <a:cxn ang="0">
                    <a:pos x="34" y="7"/>
                  </a:cxn>
                  <a:cxn ang="0">
                    <a:pos x="40" y="10"/>
                  </a:cxn>
                  <a:cxn ang="0">
                    <a:pos x="54" y="10"/>
                  </a:cxn>
                  <a:cxn ang="0">
                    <a:pos x="55" y="7"/>
                  </a:cxn>
                  <a:cxn ang="0">
                    <a:pos x="65" y="8"/>
                  </a:cxn>
                  <a:cxn ang="0">
                    <a:pos x="74" y="7"/>
                  </a:cxn>
                  <a:cxn ang="0">
                    <a:pos x="79" y="5"/>
                  </a:cxn>
                  <a:cxn ang="0">
                    <a:pos x="81" y="4"/>
                  </a:cxn>
                  <a:cxn ang="0">
                    <a:pos x="84" y="0"/>
                  </a:cxn>
                  <a:cxn ang="0">
                    <a:pos x="87" y="2"/>
                  </a:cxn>
                  <a:cxn ang="0">
                    <a:pos x="88" y="3"/>
                  </a:cxn>
                  <a:cxn ang="0">
                    <a:pos x="92" y="5"/>
                  </a:cxn>
                  <a:cxn ang="0">
                    <a:pos x="98" y="7"/>
                  </a:cxn>
                  <a:cxn ang="0">
                    <a:pos x="105" y="4"/>
                  </a:cxn>
                  <a:cxn ang="0">
                    <a:pos x="103" y="8"/>
                  </a:cxn>
                  <a:cxn ang="0">
                    <a:pos x="108" y="17"/>
                  </a:cxn>
                  <a:cxn ang="0">
                    <a:pos x="117" y="23"/>
                  </a:cxn>
                  <a:cxn ang="0">
                    <a:pos x="117" y="29"/>
                  </a:cxn>
                  <a:cxn ang="0">
                    <a:pos x="110" y="35"/>
                  </a:cxn>
                  <a:cxn ang="0">
                    <a:pos x="99" y="44"/>
                  </a:cxn>
                  <a:cxn ang="0">
                    <a:pos x="80" y="52"/>
                  </a:cxn>
                  <a:cxn ang="0">
                    <a:pos x="54" y="53"/>
                  </a:cxn>
                  <a:cxn ang="0">
                    <a:pos x="30" y="47"/>
                  </a:cxn>
                  <a:cxn ang="0">
                    <a:pos x="24" y="43"/>
                  </a:cxn>
                  <a:cxn ang="0">
                    <a:pos x="18" y="39"/>
                  </a:cxn>
                  <a:cxn ang="0">
                    <a:pos x="14" y="38"/>
                  </a:cxn>
                  <a:cxn ang="0">
                    <a:pos x="16" y="33"/>
                  </a:cxn>
                  <a:cxn ang="0">
                    <a:pos x="18" y="28"/>
                  </a:cxn>
                  <a:cxn ang="0">
                    <a:pos x="15" y="24"/>
                  </a:cxn>
                  <a:cxn ang="0">
                    <a:pos x="9" y="25"/>
                  </a:cxn>
                  <a:cxn ang="0">
                    <a:pos x="1" y="23"/>
                  </a:cxn>
                  <a:cxn ang="0">
                    <a:pos x="23" y="19"/>
                  </a:cxn>
                  <a:cxn ang="0">
                    <a:pos x="15" y="15"/>
                  </a:cxn>
                  <a:cxn ang="0">
                    <a:pos x="2" y="10"/>
                  </a:cxn>
                  <a:cxn ang="0">
                    <a:pos x="2" y="7"/>
                  </a:cxn>
                  <a:cxn ang="0">
                    <a:pos x="7" y="8"/>
                  </a:cxn>
                  <a:cxn ang="0">
                    <a:pos x="10" y="5"/>
                  </a:cxn>
                  <a:cxn ang="0">
                    <a:pos x="12" y="2"/>
                  </a:cxn>
                </a:cxnLst>
                <a:rect l="0" t="0" r="r" b="b"/>
                <a:pathLst>
                  <a:path w="118" h="54">
                    <a:moveTo>
                      <a:pt x="14" y="0"/>
                    </a:moveTo>
                    <a:lnTo>
                      <a:pt x="19" y="0"/>
                    </a:lnTo>
                    <a:lnTo>
                      <a:pt x="19" y="3"/>
                    </a:lnTo>
                    <a:lnTo>
                      <a:pt x="20" y="4"/>
                    </a:lnTo>
                    <a:lnTo>
                      <a:pt x="21" y="7"/>
                    </a:lnTo>
                    <a:lnTo>
                      <a:pt x="21" y="10"/>
                    </a:lnTo>
                    <a:lnTo>
                      <a:pt x="24" y="12"/>
                    </a:lnTo>
                    <a:lnTo>
                      <a:pt x="25" y="14"/>
                    </a:lnTo>
                    <a:lnTo>
                      <a:pt x="30" y="14"/>
                    </a:lnTo>
                    <a:lnTo>
                      <a:pt x="33" y="13"/>
                    </a:lnTo>
                    <a:lnTo>
                      <a:pt x="34" y="13"/>
                    </a:lnTo>
                    <a:lnTo>
                      <a:pt x="34" y="7"/>
                    </a:lnTo>
                    <a:lnTo>
                      <a:pt x="38" y="10"/>
                    </a:lnTo>
                    <a:lnTo>
                      <a:pt x="40" y="10"/>
                    </a:lnTo>
                    <a:lnTo>
                      <a:pt x="49" y="8"/>
                    </a:lnTo>
                    <a:lnTo>
                      <a:pt x="54" y="10"/>
                    </a:lnTo>
                    <a:lnTo>
                      <a:pt x="55" y="12"/>
                    </a:lnTo>
                    <a:lnTo>
                      <a:pt x="55" y="7"/>
                    </a:lnTo>
                    <a:lnTo>
                      <a:pt x="63" y="7"/>
                    </a:lnTo>
                    <a:lnTo>
                      <a:pt x="65" y="8"/>
                    </a:lnTo>
                    <a:lnTo>
                      <a:pt x="70" y="8"/>
                    </a:lnTo>
                    <a:lnTo>
                      <a:pt x="74" y="7"/>
                    </a:lnTo>
                    <a:lnTo>
                      <a:pt x="76" y="5"/>
                    </a:lnTo>
                    <a:lnTo>
                      <a:pt x="79" y="5"/>
                    </a:lnTo>
                    <a:lnTo>
                      <a:pt x="81" y="7"/>
                    </a:lnTo>
                    <a:lnTo>
                      <a:pt x="81" y="4"/>
                    </a:lnTo>
                    <a:lnTo>
                      <a:pt x="83" y="3"/>
                    </a:lnTo>
                    <a:lnTo>
                      <a:pt x="84" y="0"/>
                    </a:lnTo>
                    <a:lnTo>
                      <a:pt x="85" y="2"/>
                    </a:lnTo>
                    <a:lnTo>
                      <a:pt x="87" y="2"/>
                    </a:lnTo>
                    <a:lnTo>
                      <a:pt x="88" y="0"/>
                    </a:lnTo>
                    <a:lnTo>
                      <a:pt x="88" y="3"/>
                    </a:lnTo>
                    <a:lnTo>
                      <a:pt x="89" y="4"/>
                    </a:lnTo>
                    <a:lnTo>
                      <a:pt x="92" y="5"/>
                    </a:lnTo>
                    <a:lnTo>
                      <a:pt x="93" y="7"/>
                    </a:lnTo>
                    <a:lnTo>
                      <a:pt x="98" y="7"/>
                    </a:lnTo>
                    <a:lnTo>
                      <a:pt x="103" y="4"/>
                    </a:lnTo>
                    <a:lnTo>
                      <a:pt x="105" y="4"/>
                    </a:lnTo>
                    <a:lnTo>
                      <a:pt x="104" y="5"/>
                    </a:lnTo>
                    <a:lnTo>
                      <a:pt x="103" y="8"/>
                    </a:lnTo>
                    <a:lnTo>
                      <a:pt x="104" y="13"/>
                    </a:lnTo>
                    <a:lnTo>
                      <a:pt x="108" y="17"/>
                    </a:lnTo>
                    <a:lnTo>
                      <a:pt x="113" y="19"/>
                    </a:lnTo>
                    <a:lnTo>
                      <a:pt x="117" y="23"/>
                    </a:lnTo>
                    <a:lnTo>
                      <a:pt x="118" y="28"/>
                    </a:lnTo>
                    <a:lnTo>
                      <a:pt x="117" y="29"/>
                    </a:lnTo>
                    <a:lnTo>
                      <a:pt x="114" y="33"/>
                    </a:lnTo>
                    <a:lnTo>
                      <a:pt x="110" y="35"/>
                    </a:lnTo>
                    <a:lnTo>
                      <a:pt x="107" y="39"/>
                    </a:lnTo>
                    <a:lnTo>
                      <a:pt x="99" y="44"/>
                    </a:lnTo>
                    <a:lnTo>
                      <a:pt x="89" y="48"/>
                    </a:lnTo>
                    <a:lnTo>
                      <a:pt x="80" y="52"/>
                    </a:lnTo>
                    <a:lnTo>
                      <a:pt x="68" y="54"/>
                    </a:lnTo>
                    <a:lnTo>
                      <a:pt x="54" y="53"/>
                    </a:lnTo>
                    <a:lnTo>
                      <a:pt x="41" y="51"/>
                    </a:lnTo>
                    <a:lnTo>
                      <a:pt x="30" y="47"/>
                    </a:lnTo>
                    <a:lnTo>
                      <a:pt x="28" y="46"/>
                    </a:lnTo>
                    <a:lnTo>
                      <a:pt x="24" y="43"/>
                    </a:lnTo>
                    <a:lnTo>
                      <a:pt x="21" y="42"/>
                    </a:lnTo>
                    <a:lnTo>
                      <a:pt x="18" y="39"/>
                    </a:lnTo>
                    <a:lnTo>
                      <a:pt x="12" y="39"/>
                    </a:lnTo>
                    <a:lnTo>
                      <a:pt x="14" y="38"/>
                    </a:lnTo>
                    <a:lnTo>
                      <a:pt x="16" y="37"/>
                    </a:lnTo>
                    <a:lnTo>
                      <a:pt x="16" y="33"/>
                    </a:lnTo>
                    <a:lnTo>
                      <a:pt x="18" y="30"/>
                    </a:lnTo>
                    <a:lnTo>
                      <a:pt x="18" y="28"/>
                    </a:lnTo>
                    <a:lnTo>
                      <a:pt x="19" y="25"/>
                    </a:lnTo>
                    <a:lnTo>
                      <a:pt x="15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6" y="25"/>
                    </a:lnTo>
                    <a:lnTo>
                      <a:pt x="1" y="23"/>
                    </a:lnTo>
                    <a:lnTo>
                      <a:pt x="12" y="22"/>
                    </a:lnTo>
                    <a:lnTo>
                      <a:pt x="23" y="19"/>
                    </a:lnTo>
                    <a:lnTo>
                      <a:pt x="20" y="17"/>
                    </a:lnTo>
                    <a:lnTo>
                      <a:pt x="15" y="15"/>
                    </a:lnTo>
                    <a:lnTo>
                      <a:pt x="7" y="14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2" y="7"/>
                    </a:lnTo>
                    <a:lnTo>
                      <a:pt x="6" y="7"/>
                    </a:lnTo>
                    <a:lnTo>
                      <a:pt x="7" y="8"/>
                    </a:lnTo>
                    <a:lnTo>
                      <a:pt x="7" y="5"/>
                    </a:lnTo>
                    <a:lnTo>
                      <a:pt x="10" y="5"/>
                    </a:lnTo>
                    <a:lnTo>
                      <a:pt x="11" y="4"/>
                    </a:lnTo>
                    <a:lnTo>
                      <a:pt x="12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1" name="Freeform 1234">
                <a:extLst>
                  <a:ext uri="{FF2B5EF4-FFF2-40B4-BE49-F238E27FC236}">
                    <a16:creationId xmlns:a16="http://schemas.microsoft.com/office/drawing/2014/main" id="{48DF1D3B-A086-4409-AF18-DF2B6AF4A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660" y="3873489"/>
                <a:ext cx="248705" cy="87051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45" y="2"/>
                  </a:cxn>
                  <a:cxn ang="0">
                    <a:pos x="63" y="9"/>
                  </a:cxn>
                  <a:cxn ang="0">
                    <a:pos x="73" y="10"/>
                  </a:cxn>
                  <a:cxn ang="0">
                    <a:pos x="75" y="10"/>
                  </a:cxn>
                  <a:cxn ang="0">
                    <a:pos x="76" y="13"/>
                  </a:cxn>
                  <a:cxn ang="0">
                    <a:pos x="79" y="14"/>
                  </a:cxn>
                  <a:cxn ang="0">
                    <a:pos x="80" y="15"/>
                  </a:cxn>
                  <a:cxn ang="0">
                    <a:pos x="90" y="23"/>
                  </a:cxn>
                  <a:cxn ang="0">
                    <a:pos x="105" y="25"/>
                  </a:cxn>
                  <a:cxn ang="0">
                    <a:pos x="105" y="28"/>
                  </a:cxn>
                  <a:cxn ang="0">
                    <a:pos x="111" y="29"/>
                  </a:cxn>
                  <a:cxn ang="0">
                    <a:pos x="114" y="30"/>
                  </a:cxn>
                  <a:cxn ang="0">
                    <a:pos x="117" y="33"/>
                  </a:cxn>
                  <a:cxn ang="0">
                    <a:pos x="118" y="36"/>
                  </a:cxn>
                  <a:cxn ang="0">
                    <a:pos x="120" y="37"/>
                  </a:cxn>
                  <a:cxn ang="0">
                    <a:pos x="118" y="39"/>
                  </a:cxn>
                  <a:cxn ang="0">
                    <a:pos x="115" y="41"/>
                  </a:cxn>
                  <a:cxn ang="0">
                    <a:pos x="111" y="42"/>
                  </a:cxn>
                  <a:cxn ang="0">
                    <a:pos x="105" y="42"/>
                  </a:cxn>
                  <a:cxn ang="0">
                    <a:pos x="93" y="41"/>
                  </a:cxn>
                  <a:cxn ang="0">
                    <a:pos x="81" y="39"/>
                  </a:cxn>
                  <a:cxn ang="0">
                    <a:pos x="81" y="37"/>
                  </a:cxn>
                  <a:cxn ang="0">
                    <a:pos x="83" y="37"/>
                  </a:cxn>
                  <a:cxn ang="0">
                    <a:pos x="85" y="34"/>
                  </a:cxn>
                  <a:cxn ang="0">
                    <a:pos x="85" y="33"/>
                  </a:cxn>
                  <a:cxn ang="0">
                    <a:pos x="83" y="32"/>
                  </a:cxn>
                  <a:cxn ang="0">
                    <a:pos x="79" y="30"/>
                  </a:cxn>
                  <a:cxn ang="0">
                    <a:pos x="76" y="30"/>
                  </a:cxn>
                  <a:cxn ang="0">
                    <a:pos x="74" y="29"/>
                  </a:cxn>
                  <a:cxn ang="0">
                    <a:pos x="71" y="24"/>
                  </a:cxn>
                  <a:cxn ang="0">
                    <a:pos x="70" y="24"/>
                  </a:cxn>
                  <a:cxn ang="0">
                    <a:pos x="69" y="23"/>
                  </a:cxn>
                  <a:cxn ang="0">
                    <a:pos x="69" y="22"/>
                  </a:cxn>
                  <a:cxn ang="0">
                    <a:pos x="68" y="22"/>
                  </a:cxn>
                  <a:cxn ang="0">
                    <a:pos x="68" y="20"/>
                  </a:cxn>
                  <a:cxn ang="0">
                    <a:pos x="59" y="20"/>
                  </a:cxn>
                  <a:cxn ang="0">
                    <a:pos x="55" y="19"/>
                  </a:cxn>
                  <a:cxn ang="0">
                    <a:pos x="47" y="15"/>
                  </a:cxn>
                  <a:cxn ang="0">
                    <a:pos x="44" y="14"/>
                  </a:cxn>
                  <a:cxn ang="0">
                    <a:pos x="32" y="14"/>
                  </a:cxn>
                  <a:cxn ang="0">
                    <a:pos x="30" y="12"/>
                  </a:cxn>
                  <a:cxn ang="0">
                    <a:pos x="30" y="10"/>
                  </a:cxn>
                  <a:cxn ang="0">
                    <a:pos x="31" y="9"/>
                  </a:cxn>
                  <a:cxn ang="0">
                    <a:pos x="30" y="8"/>
                  </a:cxn>
                  <a:cxn ang="0">
                    <a:pos x="26" y="8"/>
                  </a:cxn>
                  <a:cxn ang="0">
                    <a:pos x="17" y="9"/>
                  </a:cxn>
                  <a:cxn ang="0">
                    <a:pos x="10" y="14"/>
                  </a:cxn>
                  <a:cxn ang="0">
                    <a:pos x="4" y="18"/>
                  </a:cxn>
                  <a:cxn ang="0">
                    <a:pos x="0" y="18"/>
                  </a:cxn>
                  <a:cxn ang="0">
                    <a:pos x="5" y="10"/>
                  </a:cxn>
                  <a:cxn ang="0">
                    <a:pos x="12" y="5"/>
                  </a:cxn>
                  <a:cxn ang="0">
                    <a:pos x="21" y="2"/>
                  </a:cxn>
                  <a:cxn ang="0">
                    <a:pos x="32" y="0"/>
                  </a:cxn>
                </a:cxnLst>
                <a:rect l="0" t="0" r="r" b="b"/>
                <a:pathLst>
                  <a:path w="120" h="42">
                    <a:moveTo>
                      <a:pt x="32" y="0"/>
                    </a:moveTo>
                    <a:lnTo>
                      <a:pt x="45" y="2"/>
                    </a:lnTo>
                    <a:lnTo>
                      <a:pt x="63" y="9"/>
                    </a:lnTo>
                    <a:lnTo>
                      <a:pt x="73" y="10"/>
                    </a:lnTo>
                    <a:lnTo>
                      <a:pt x="75" y="10"/>
                    </a:lnTo>
                    <a:lnTo>
                      <a:pt x="76" y="13"/>
                    </a:lnTo>
                    <a:lnTo>
                      <a:pt x="79" y="14"/>
                    </a:lnTo>
                    <a:lnTo>
                      <a:pt x="80" y="15"/>
                    </a:lnTo>
                    <a:lnTo>
                      <a:pt x="90" y="23"/>
                    </a:lnTo>
                    <a:lnTo>
                      <a:pt x="105" y="25"/>
                    </a:lnTo>
                    <a:lnTo>
                      <a:pt x="105" y="28"/>
                    </a:lnTo>
                    <a:lnTo>
                      <a:pt x="111" y="29"/>
                    </a:lnTo>
                    <a:lnTo>
                      <a:pt x="114" y="30"/>
                    </a:lnTo>
                    <a:lnTo>
                      <a:pt x="117" y="33"/>
                    </a:lnTo>
                    <a:lnTo>
                      <a:pt x="118" y="36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41"/>
                    </a:lnTo>
                    <a:lnTo>
                      <a:pt x="111" y="42"/>
                    </a:lnTo>
                    <a:lnTo>
                      <a:pt x="105" y="42"/>
                    </a:lnTo>
                    <a:lnTo>
                      <a:pt x="93" y="41"/>
                    </a:lnTo>
                    <a:lnTo>
                      <a:pt x="81" y="39"/>
                    </a:lnTo>
                    <a:lnTo>
                      <a:pt x="81" y="37"/>
                    </a:lnTo>
                    <a:lnTo>
                      <a:pt x="83" y="37"/>
                    </a:lnTo>
                    <a:lnTo>
                      <a:pt x="85" y="34"/>
                    </a:lnTo>
                    <a:lnTo>
                      <a:pt x="85" y="33"/>
                    </a:lnTo>
                    <a:lnTo>
                      <a:pt x="83" y="32"/>
                    </a:lnTo>
                    <a:lnTo>
                      <a:pt x="79" y="30"/>
                    </a:lnTo>
                    <a:lnTo>
                      <a:pt x="76" y="30"/>
                    </a:lnTo>
                    <a:lnTo>
                      <a:pt x="74" y="29"/>
                    </a:lnTo>
                    <a:lnTo>
                      <a:pt x="71" y="24"/>
                    </a:lnTo>
                    <a:lnTo>
                      <a:pt x="70" y="24"/>
                    </a:lnTo>
                    <a:lnTo>
                      <a:pt x="69" y="23"/>
                    </a:lnTo>
                    <a:lnTo>
                      <a:pt x="69" y="22"/>
                    </a:lnTo>
                    <a:lnTo>
                      <a:pt x="68" y="22"/>
                    </a:lnTo>
                    <a:lnTo>
                      <a:pt x="68" y="20"/>
                    </a:lnTo>
                    <a:lnTo>
                      <a:pt x="59" y="20"/>
                    </a:lnTo>
                    <a:lnTo>
                      <a:pt x="55" y="19"/>
                    </a:lnTo>
                    <a:lnTo>
                      <a:pt x="47" y="15"/>
                    </a:lnTo>
                    <a:lnTo>
                      <a:pt x="44" y="14"/>
                    </a:lnTo>
                    <a:lnTo>
                      <a:pt x="32" y="14"/>
                    </a:lnTo>
                    <a:lnTo>
                      <a:pt x="30" y="12"/>
                    </a:lnTo>
                    <a:lnTo>
                      <a:pt x="30" y="10"/>
                    </a:lnTo>
                    <a:lnTo>
                      <a:pt x="31" y="9"/>
                    </a:lnTo>
                    <a:lnTo>
                      <a:pt x="30" y="8"/>
                    </a:lnTo>
                    <a:lnTo>
                      <a:pt x="26" y="8"/>
                    </a:lnTo>
                    <a:lnTo>
                      <a:pt x="17" y="9"/>
                    </a:lnTo>
                    <a:lnTo>
                      <a:pt x="10" y="14"/>
                    </a:lnTo>
                    <a:lnTo>
                      <a:pt x="4" y="18"/>
                    </a:lnTo>
                    <a:lnTo>
                      <a:pt x="0" y="18"/>
                    </a:lnTo>
                    <a:lnTo>
                      <a:pt x="5" y="10"/>
                    </a:lnTo>
                    <a:lnTo>
                      <a:pt x="12" y="5"/>
                    </a:lnTo>
                    <a:lnTo>
                      <a:pt x="21" y="2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2" name="Freeform 1235">
                <a:extLst>
                  <a:ext uri="{FF2B5EF4-FFF2-40B4-BE49-F238E27FC236}">
                    <a16:creationId xmlns:a16="http://schemas.microsoft.com/office/drawing/2014/main" id="{40A20C31-02C2-4FEF-8D6A-766AB8BD6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821" y="3904578"/>
                <a:ext cx="12435" cy="1450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3" y="3"/>
                  </a:cxn>
                  <a:cxn ang="0">
                    <a:pos x="4" y="3"/>
                  </a:cxn>
                  <a:cxn ang="0">
                    <a:pos x="4" y="0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lnTo>
                      <a:pt x="5" y="0"/>
                    </a:lnTo>
                    <a:lnTo>
                      <a:pt x="6" y="2"/>
                    </a:lnTo>
                    <a:lnTo>
                      <a:pt x="6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3" name="Freeform 1236">
                <a:extLst>
                  <a:ext uri="{FF2B5EF4-FFF2-40B4-BE49-F238E27FC236}">
                    <a16:creationId xmlns:a16="http://schemas.microsoft.com/office/drawing/2014/main" id="{64B22B1A-0D82-49DA-B796-6EB5D9323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174" y="3991629"/>
                <a:ext cx="41451" cy="1865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5" y="2"/>
                  </a:cxn>
                  <a:cxn ang="0">
                    <a:pos x="18" y="4"/>
                  </a:cxn>
                  <a:cxn ang="0">
                    <a:pos x="19" y="4"/>
                  </a:cxn>
                  <a:cxn ang="0">
                    <a:pos x="20" y="5"/>
                  </a:cxn>
                  <a:cxn ang="0">
                    <a:pos x="20" y="6"/>
                  </a:cxn>
                  <a:cxn ang="0">
                    <a:pos x="17" y="6"/>
                  </a:cxn>
                  <a:cxn ang="0">
                    <a:pos x="13" y="7"/>
                  </a:cxn>
                  <a:cxn ang="0">
                    <a:pos x="10" y="9"/>
                  </a:cxn>
                  <a:cxn ang="0">
                    <a:pos x="4" y="9"/>
                  </a:cxn>
                  <a:cxn ang="0">
                    <a:pos x="3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3" y="0"/>
                  </a:cxn>
                </a:cxnLst>
                <a:rect l="0" t="0" r="r" b="b"/>
                <a:pathLst>
                  <a:path w="20" h="9">
                    <a:moveTo>
                      <a:pt x="3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5" y="2"/>
                    </a:lnTo>
                    <a:lnTo>
                      <a:pt x="18" y="4"/>
                    </a:lnTo>
                    <a:lnTo>
                      <a:pt x="19" y="4"/>
                    </a:lnTo>
                    <a:lnTo>
                      <a:pt x="20" y="5"/>
                    </a:lnTo>
                    <a:lnTo>
                      <a:pt x="20" y="6"/>
                    </a:lnTo>
                    <a:lnTo>
                      <a:pt x="17" y="6"/>
                    </a:lnTo>
                    <a:lnTo>
                      <a:pt x="13" y="7"/>
                    </a:lnTo>
                    <a:lnTo>
                      <a:pt x="10" y="9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4" name="Freeform 1237">
                <a:extLst>
                  <a:ext uri="{FF2B5EF4-FFF2-40B4-BE49-F238E27FC236}">
                    <a16:creationId xmlns:a16="http://schemas.microsoft.com/office/drawing/2014/main" id="{C0735EB0-E582-4D5B-B292-A957CC630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459" y="3989556"/>
                <a:ext cx="37306" cy="1450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0"/>
                  </a:cxn>
                  <a:cxn ang="0">
                    <a:pos x="9" y="1"/>
                  </a:cxn>
                  <a:cxn ang="0">
                    <a:pos x="12" y="1"/>
                  </a:cxn>
                  <a:cxn ang="0">
                    <a:pos x="17" y="3"/>
                  </a:cxn>
                  <a:cxn ang="0">
                    <a:pos x="18" y="5"/>
                  </a:cxn>
                  <a:cxn ang="0">
                    <a:pos x="17" y="6"/>
                  </a:cxn>
                  <a:cxn ang="0">
                    <a:pos x="14" y="7"/>
                  </a:cxn>
                  <a:cxn ang="0">
                    <a:pos x="8" y="7"/>
                  </a:cxn>
                  <a:cxn ang="0">
                    <a:pos x="5" y="6"/>
                  </a:cxn>
                  <a:cxn ang="0">
                    <a:pos x="3" y="6"/>
                  </a:cxn>
                  <a:cxn ang="0">
                    <a:pos x="2" y="5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18" h="7">
                    <a:moveTo>
                      <a:pt x="4" y="0"/>
                    </a:moveTo>
                    <a:lnTo>
                      <a:pt x="7" y="0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7" y="3"/>
                    </a:lnTo>
                    <a:lnTo>
                      <a:pt x="18" y="5"/>
                    </a:lnTo>
                    <a:lnTo>
                      <a:pt x="17" y="6"/>
                    </a:lnTo>
                    <a:lnTo>
                      <a:pt x="14" y="7"/>
                    </a:lnTo>
                    <a:lnTo>
                      <a:pt x="8" y="7"/>
                    </a:lnTo>
                    <a:lnTo>
                      <a:pt x="5" y="6"/>
                    </a:lnTo>
                    <a:lnTo>
                      <a:pt x="3" y="6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5" name="Freeform 1238">
                <a:extLst>
                  <a:ext uri="{FF2B5EF4-FFF2-40B4-BE49-F238E27FC236}">
                    <a16:creationId xmlns:a16="http://schemas.microsoft.com/office/drawing/2014/main" id="{65978E41-C040-48C2-BB4C-82A66C08D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3509" y="3954323"/>
                <a:ext cx="143006" cy="58034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7" y="0"/>
                  </a:cxn>
                  <a:cxn ang="0">
                    <a:pos x="22" y="3"/>
                  </a:cxn>
                  <a:cxn ang="0">
                    <a:pos x="31" y="3"/>
                  </a:cxn>
                  <a:cxn ang="0">
                    <a:pos x="33" y="2"/>
                  </a:cxn>
                  <a:cxn ang="0">
                    <a:pos x="36" y="2"/>
                  </a:cxn>
                  <a:cxn ang="0">
                    <a:pos x="45" y="3"/>
                  </a:cxn>
                  <a:cxn ang="0">
                    <a:pos x="55" y="8"/>
                  </a:cxn>
                  <a:cxn ang="0">
                    <a:pos x="60" y="12"/>
                  </a:cxn>
                  <a:cxn ang="0">
                    <a:pos x="57" y="10"/>
                  </a:cxn>
                  <a:cxn ang="0">
                    <a:pos x="62" y="14"/>
                  </a:cxn>
                  <a:cxn ang="0">
                    <a:pos x="69" y="19"/>
                  </a:cxn>
                  <a:cxn ang="0">
                    <a:pos x="53" y="19"/>
                  </a:cxn>
                  <a:cxn ang="0">
                    <a:pos x="48" y="22"/>
                  </a:cxn>
                  <a:cxn ang="0">
                    <a:pos x="43" y="22"/>
                  </a:cxn>
                  <a:cxn ang="0">
                    <a:pos x="43" y="20"/>
                  </a:cxn>
                  <a:cxn ang="0">
                    <a:pos x="40" y="20"/>
                  </a:cxn>
                  <a:cxn ang="0">
                    <a:pos x="37" y="23"/>
                  </a:cxn>
                  <a:cxn ang="0">
                    <a:pos x="36" y="25"/>
                  </a:cxn>
                  <a:cxn ang="0">
                    <a:pos x="33" y="28"/>
                  </a:cxn>
                  <a:cxn ang="0">
                    <a:pos x="31" y="28"/>
                  </a:cxn>
                  <a:cxn ang="0">
                    <a:pos x="30" y="27"/>
                  </a:cxn>
                  <a:cxn ang="0">
                    <a:pos x="28" y="24"/>
                  </a:cxn>
                  <a:cxn ang="0">
                    <a:pos x="28" y="23"/>
                  </a:cxn>
                  <a:cxn ang="0">
                    <a:pos x="27" y="22"/>
                  </a:cxn>
                  <a:cxn ang="0">
                    <a:pos x="5" y="22"/>
                  </a:cxn>
                  <a:cxn ang="0">
                    <a:pos x="5" y="24"/>
                  </a:cxn>
                  <a:cxn ang="0">
                    <a:pos x="3" y="24"/>
                  </a:cxn>
                  <a:cxn ang="0">
                    <a:pos x="0" y="20"/>
                  </a:cxn>
                  <a:cxn ang="0">
                    <a:pos x="0" y="18"/>
                  </a:cxn>
                  <a:cxn ang="0">
                    <a:pos x="1" y="17"/>
                  </a:cxn>
                  <a:cxn ang="0">
                    <a:pos x="17" y="17"/>
                  </a:cxn>
                  <a:cxn ang="0">
                    <a:pos x="20" y="15"/>
                  </a:cxn>
                  <a:cxn ang="0">
                    <a:pos x="17" y="10"/>
                  </a:cxn>
                  <a:cxn ang="0">
                    <a:pos x="17" y="8"/>
                  </a:cxn>
                  <a:cxn ang="0">
                    <a:pos x="15" y="8"/>
                  </a:cxn>
                  <a:cxn ang="0">
                    <a:pos x="11" y="4"/>
                  </a:cxn>
                  <a:cxn ang="0">
                    <a:pos x="11" y="3"/>
                  </a:cxn>
                  <a:cxn ang="0">
                    <a:pos x="13" y="0"/>
                  </a:cxn>
                </a:cxnLst>
                <a:rect l="0" t="0" r="r" b="b"/>
                <a:pathLst>
                  <a:path w="69" h="28">
                    <a:moveTo>
                      <a:pt x="13" y="0"/>
                    </a:moveTo>
                    <a:lnTo>
                      <a:pt x="17" y="0"/>
                    </a:lnTo>
                    <a:lnTo>
                      <a:pt x="22" y="3"/>
                    </a:lnTo>
                    <a:lnTo>
                      <a:pt x="31" y="3"/>
                    </a:lnTo>
                    <a:lnTo>
                      <a:pt x="33" y="2"/>
                    </a:lnTo>
                    <a:lnTo>
                      <a:pt x="36" y="2"/>
                    </a:lnTo>
                    <a:lnTo>
                      <a:pt x="45" y="3"/>
                    </a:lnTo>
                    <a:lnTo>
                      <a:pt x="55" y="8"/>
                    </a:lnTo>
                    <a:lnTo>
                      <a:pt x="60" y="12"/>
                    </a:lnTo>
                    <a:lnTo>
                      <a:pt x="57" y="10"/>
                    </a:lnTo>
                    <a:lnTo>
                      <a:pt x="62" y="14"/>
                    </a:lnTo>
                    <a:lnTo>
                      <a:pt x="69" y="19"/>
                    </a:lnTo>
                    <a:lnTo>
                      <a:pt x="53" y="19"/>
                    </a:lnTo>
                    <a:lnTo>
                      <a:pt x="48" y="22"/>
                    </a:lnTo>
                    <a:lnTo>
                      <a:pt x="43" y="22"/>
                    </a:lnTo>
                    <a:lnTo>
                      <a:pt x="43" y="20"/>
                    </a:lnTo>
                    <a:lnTo>
                      <a:pt x="40" y="20"/>
                    </a:lnTo>
                    <a:lnTo>
                      <a:pt x="37" y="23"/>
                    </a:lnTo>
                    <a:lnTo>
                      <a:pt x="36" y="25"/>
                    </a:lnTo>
                    <a:lnTo>
                      <a:pt x="33" y="28"/>
                    </a:lnTo>
                    <a:lnTo>
                      <a:pt x="31" y="28"/>
                    </a:lnTo>
                    <a:lnTo>
                      <a:pt x="30" y="27"/>
                    </a:lnTo>
                    <a:lnTo>
                      <a:pt x="28" y="24"/>
                    </a:lnTo>
                    <a:lnTo>
                      <a:pt x="28" y="23"/>
                    </a:lnTo>
                    <a:lnTo>
                      <a:pt x="27" y="22"/>
                    </a:lnTo>
                    <a:lnTo>
                      <a:pt x="5" y="22"/>
                    </a:lnTo>
                    <a:lnTo>
                      <a:pt x="5" y="24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17" y="10"/>
                    </a:lnTo>
                    <a:lnTo>
                      <a:pt x="17" y="8"/>
                    </a:lnTo>
                    <a:lnTo>
                      <a:pt x="15" y="8"/>
                    </a:lnTo>
                    <a:lnTo>
                      <a:pt x="11" y="4"/>
                    </a:lnTo>
                    <a:lnTo>
                      <a:pt x="11" y="3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6" name="Freeform 1239">
                <a:extLst>
                  <a:ext uri="{FF2B5EF4-FFF2-40B4-BE49-F238E27FC236}">
                    <a16:creationId xmlns:a16="http://schemas.microsoft.com/office/drawing/2014/main" id="{E5A37E08-8B8F-4ED3-977E-25ABA8444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956" y="3827890"/>
                <a:ext cx="12435" cy="145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5" y="1"/>
                  </a:cxn>
                  <a:cxn ang="0">
                    <a:pos x="6" y="3"/>
                  </a:cxn>
                  <a:cxn ang="0">
                    <a:pos x="6" y="6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7" name="Freeform 1240">
                <a:extLst>
                  <a:ext uri="{FF2B5EF4-FFF2-40B4-BE49-F238E27FC236}">
                    <a16:creationId xmlns:a16="http://schemas.microsoft.com/office/drawing/2014/main" id="{221AAA5B-D627-44BA-9DCC-D7F6036CC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1593" y="3780220"/>
                <a:ext cx="20726" cy="621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0"/>
                  </a:cxn>
                  <a:cxn ang="0">
                    <a:pos x="10" y="3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0" h="3">
                    <a:moveTo>
                      <a:pt x="2" y="0"/>
                    </a:moveTo>
                    <a:lnTo>
                      <a:pt x="7" y="0"/>
                    </a:lnTo>
                    <a:lnTo>
                      <a:pt x="10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8" name="Freeform 1241">
                <a:extLst>
                  <a:ext uri="{FF2B5EF4-FFF2-40B4-BE49-F238E27FC236}">
                    <a16:creationId xmlns:a16="http://schemas.microsoft.com/office/drawing/2014/main" id="{DA9859A9-CF38-41C5-B2D9-A3CBFFFEF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827" y="3788511"/>
                <a:ext cx="6218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3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9" name="Freeform 1242">
                <a:extLst>
                  <a:ext uri="{FF2B5EF4-FFF2-40B4-BE49-F238E27FC236}">
                    <a16:creationId xmlns:a16="http://schemas.microsoft.com/office/drawing/2014/main" id="{AC283348-8982-418D-BDF3-1C0658B8F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873" y="3914941"/>
                <a:ext cx="14508" cy="1450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1" y="7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lnTo>
                      <a:pt x="7" y="4"/>
                    </a:lnTo>
                    <a:lnTo>
                      <a:pt x="5" y="5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0" name="Freeform 1243">
                <a:extLst>
                  <a:ext uri="{FF2B5EF4-FFF2-40B4-BE49-F238E27FC236}">
                    <a16:creationId xmlns:a16="http://schemas.microsoft.com/office/drawing/2014/main" id="{D28048BE-7201-46DF-BD96-0DF8741E1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1020" y="2310716"/>
                <a:ext cx="2683942" cy="1962793"/>
              </a:xfrm>
              <a:custGeom>
                <a:avLst/>
                <a:gdLst/>
                <a:ahLst/>
                <a:cxnLst>
                  <a:cxn ang="0">
                    <a:pos x="890" y="63"/>
                  </a:cxn>
                  <a:cxn ang="0">
                    <a:pos x="930" y="93"/>
                  </a:cxn>
                  <a:cxn ang="0">
                    <a:pos x="991" y="68"/>
                  </a:cxn>
                  <a:cxn ang="0">
                    <a:pos x="960" y="114"/>
                  </a:cxn>
                  <a:cxn ang="0">
                    <a:pos x="915" y="127"/>
                  </a:cxn>
                  <a:cxn ang="0">
                    <a:pos x="867" y="161"/>
                  </a:cxn>
                  <a:cxn ang="0">
                    <a:pos x="852" y="249"/>
                  </a:cxn>
                  <a:cxn ang="0">
                    <a:pos x="989" y="347"/>
                  </a:cxn>
                  <a:cxn ang="0">
                    <a:pos x="1049" y="293"/>
                  </a:cxn>
                  <a:cxn ang="0">
                    <a:pos x="1034" y="196"/>
                  </a:cxn>
                  <a:cxn ang="0">
                    <a:pos x="1132" y="213"/>
                  </a:cxn>
                  <a:cxn ang="0">
                    <a:pos x="1193" y="225"/>
                  </a:cxn>
                  <a:cxn ang="0">
                    <a:pos x="1242" y="296"/>
                  </a:cxn>
                  <a:cxn ang="0">
                    <a:pos x="1287" y="330"/>
                  </a:cxn>
                  <a:cxn ang="0">
                    <a:pos x="1167" y="395"/>
                  </a:cxn>
                  <a:cxn ang="0">
                    <a:pos x="1189" y="430"/>
                  </a:cxn>
                  <a:cxn ang="0">
                    <a:pos x="1179" y="484"/>
                  </a:cxn>
                  <a:cxn ang="0">
                    <a:pos x="1163" y="471"/>
                  </a:cxn>
                  <a:cxn ang="0">
                    <a:pos x="1089" y="523"/>
                  </a:cxn>
                  <a:cxn ang="0">
                    <a:pos x="1069" y="548"/>
                  </a:cxn>
                  <a:cxn ang="0">
                    <a:pos x="1059" y="573"/>
                  </a:cxn>
                  <a:cxn ang="0">
                    <a:pos x="1048" y="610"/>
                  </a:cxn>
                  <a:cxn ang="0">
                    <a:pos x="1011" y="724"/>
                  </a:cxn>
                  <a:cxn ang="0">
                    <a:pos x="957" y="671"/>
                  </a:cxn>
                  <a:cxn ang="0">
                    <a:pos x="896" y="680"/>
                  </a:cxn>
                  <a:cxn ang="0">
                    <a:pos x="811" y="714"/>
                  </a:cxn>
                  <a:cxn ang="0">
                    <a:pos x="838" y="810"/>
                  </a:cxn>
                  <a:cxn ang="0">
                    <a:pos x="917" y="774"/>
                  </a:cxn>
                  <a:cxn ang="0">
                    <a:pos x="936" y="845"/>
                  </a:cxn>
                  <a:cxn ang="0">
                    <a:pos x="1019" y="919"/>
                  </a:cxn>
                  <a:cxn ang="0">
                    <a:pos x="1011" y="937"/>
                  </a:cxn>
                  <a:cxn ang="0">
                    <a:pos x="962" y="915"/>
                  </a:cxn>
                  <a:cxn ang="0">
                    <a:pos x="887" y="866"/>
                  </a:cxn>
                  <a:cxn ang="0">
                    <a:pos x="778" y="830"/>
                  </a:cxn>
                  <a:cxn ang="0">
                    <a:pos x="724" y="784"/>
                  </a:cxn>
                  <a:cxn ang="0">
                    <a:pos x="659" y="696"/>
                  </a:cxn>
                  <a:cxn ang="0">
                    <a:pos x="634" y="690"/>
                  </a:cxn>
                  <a:cxn ang="0">
                    <a:pos x="662" y="752"/>
                  </a:cxn>
                  <a:cxn ang="0">
                    <a:pos x="610" y="685"/>
                  </a:cxn>
                  <a:cxn ang="0">
                    <a:pos x="524" y="573"/>
                  </a:cxn>
                  <a:cxn ang="0">
                    <a:pos x="502" y="418"/>
                  </a:cxn>
                  <a:cxn ang="0">
                    <a:pos x="481" y="386"/>
                  </a:cxn>
                  <a:cxn ang="0">
                    <a:pos x="428" y="315"/>
                  </a:cxn>
                  <a:cxn ang="0">
                    <a:pos x="388" y="273"/>
                  </a:cxn>
                  <a:cxn ang="0">
                    <a:pos x="348" y="257"/>
                  </a:cxn>
                  <a:cxn ang="0">
                    <a:pos x="201" y="239"/>
                  </a:cxn>
                  <a:cxn ang="0">
                    <a:pos x="154" y="263"/>
                  </a:cxn>
                  <a:cxn ang="0">
                    <a:pos x="46" y="317"/>
                  </a:cxn>
                  <a:cxn ang="0">
                    <a:pos x="112" y="254"/>
                  </a:cxn>
                  <a:cxn ang="0">
                    <a:pos x="61" y="232"/>
                  </a:cxn>
                  <a:cxn ang="0">
                    <a:pos x="60" y="174"/>
                  </a:cxn>
                  <a:cxn ang="0">
                    <a:pos x="16" y="149"/>
                  </a:cxn>
                  <a:cxn ang="0">
                    <a:pos x="36" y="86"/>
                  </a:cxn>
                  <a:cxn ang="0">
                    <a:pos x="114" y="20"/>
                  </a:cxn>
                  <a:cxn ang="0">
                    <a:pos x="217" y="30"/>
                  </a:cxn>
                  <a:cxn ang="0">
                    <a:pos x="364" y="63"/>
                  </a:cxn>
                  <a:cxn ang="0">
                    <a:pos x="435" y="36"/>
                  </a:cxn>
                  <a:cxn ang="0">
                    <a:pos x="503" y="49"/>
                  </a:cxn>
                  <a:cxn ang="0">
                    <a:pos x="602" y="80"/>
                  </a:cxn>
                  <a:cxn ang="0">
                    <a:pos x="685" y="81"/>
                  </a:cxn>
                  <a:cxn ang="0">
                    <a:pos x="724" y="75"/>
                  </a:cxn>
                  <a:cxn ang="0">
                    <a:pos x="843" y="74"/>
                  </a:cxn>
                  <a:cxn ang="0">
                    <a:pos x="823" y="20"/>
                  </a:cxn>
                </a:cxnLst>
                <a:rect l="0" t="0" r="r" b="b"/>
                <a:pathLst>
                  <a:path w="1295" h="947">
                    <a:moveTo>
                      <a:pt x="833" y="0"/>
                    </a:moveTo>
                    <a:lnTo>
                      <a:pt x="837" y="0"/>
                    </a:lnTo>
                    <a:lnTo>
                      <a:pt x="848" y="1"/>
                    </a:lnTo>
                    <a:lnTo>
                      <a:pt x="856" y="5"/>
                    </a:lnTo>
                    <a:lnTo>
                      <a:pt x="861" y="11"/>
                    </a:lnTo>
                    <a:lnTo>
                      <a:pt x="862" y="20"/>
                    </a:lnTo>
                    <a:lnTo>
                      <a:pt x="863" y="22"/>
                    </a:lnTo>
                    <a:lnTo>
                      <a:pt x="867" y="26"/>
                    </a:lnTo>
                    <a:lnTo>
                      <a:pt x="872" y="29"/>
                    </a:lnTo>
                    <a:lnTo>
                      <a:pt x="875" y="34"/>
                    </a:lnTo>
                    <a:lnTo>
                      <a:pt x="872" y="39"/>
                    </a:lnTo>
                    <a:lnTo>
                      <a:pt x="869" y="41"/>
                    </a:lnTo>
                    <a:lnTo>
                      <a:pt x="864" y="44"/>
                    </a:lnTo>
                    <a:lnTo>
                      <a:pt x="868" y="46"/>
                    </a:lnTo>
                    <a:lnTo>
                      <a:pt x="875" y="47"/>
                    </a:lnTo>
                    <a:lnTo>
                      <a:pt x="880" y="47"/>
                    </a:lnTo>
                    <a:lnTo>
                      <a:pt x="885" y="50"/>
                    </a:lnTo>
                    <a:lnTo>
                      <a:pt x="882" y="52"/>
                    </a:lnTo>
                    <a:lnTo>
                      <a:pt x="881" y="55"/>
                    </a:lnTo>
                    <a:lnTo>
                      <a:pt x="885" y="57"/>
                    </a:lnTo>
                    <a:lnTo>
                      <a:pt x="890" y="63"/>
                    </a:lnTo>
                    <a:lnTo>
                      <a:pt x="890" y="70"/>
                    </a:lnTo>
                    <a:lnTo>
                      <a:pt x="893" y="70"/>
                    </a:lnTo>
                    <a:lnTo>
                      <a:pt x="897" y="66"/>
                    </a:lnTo>
                    <a:lnTo>
                      <a:pt x="897" y="64"/>
                    </a:lnTo>
                    <a:lnTo>
                      <a:pt x="898" y="61"/>
                    </a:lnTo>
                    <a:lnTo>
                      <a:pt x="898" y="59"/>
                    </a:lnTo>
                    <a:lnTo>
                      <a:pt x="901" y="54"/>
                    </a:lnTo>
                    <a:lnTo>
                      <a:pt x="903" y="52"/>
                    </a:lnTo>
                    <a:lnTo>
                      <a:pt x="906" y="52"/>
                    </a:lnTo>
                    <a:lnTo>
                      <a:pt x="911" y="55"/>
                    </a:lnTo>
                    <a:lnTo>
                      <a:pt x="918" y="63"/>
                    </a:lnTo>
                    <a:lnTo>
                      <a:pt x="921" y="68"/>
                    </a:lnTo>
                    <a:lnTo>
                      <a:pt x="921" y="70"/>
                    </a:lnTo>
                    <a:lnTo>
                      <a:pt x="920" y="71"/>
                    </a:lnTo>
                    <a:lnTo>
                      <a:pt x="917" y="73"/>
                    </a:lnTo>
                    <a:lnTo>
                      <a:pt x="915" y="75"/>
                    </a:lnTo>
                    <a:lnTo>
                      <a:pt x="915" y="78"/>
                    </a:lnTo>
                    <a:lnTo>
                      <a:pt x="916" y="81"/>
                    </a:lnTo>
                    <a:lnTo>
                      <a:pt x="920" y="86"/>
                    </a:lnTo>
                    <a:lnTo>
                      <a:pt x="925" y="91"/>
                    </a:lnTo>
                    <a:lnTo>
                      <a:pt x="930" y="93"/>
                    </a:lnTo>
                    <a:lnTo>
                      <a:pt x="936" y="89"/>
                    </a:lnTo>
                    <a:lnTo>
                      <a:pt x="940" y="83"/>
                    </a:lnTo>
                    <a:lnTo>
                      <a:pt x="941" y="75"/>
                    </a:lnTo>
                    <a:lnTo>
                      <a:pt x="944" y="69"/>
                    </a:lnTo>
                    <a:lnTo>
                      <a:pt x="945" y="68"/>
                    </a:lnTo>
                    <a:lnTo>
                      <a:pt x="952" y="64"/>
                    </a:lnTo>
                    <a:lnTo>
                      <a:pt x="955" y="61"/>
                    </a:lnTo>
                    <a:lnTo>
                      <a:pt x="954" y="59"/>
                    </a:lnTo>
                    <a:lnTo>
                      <a:pt x="952" y="57"/>
                    </a:lnTo>
                    <a:lnTo>
                      <a:pt x="949" y="50"/>
                    </a:lnTo>
                    <a:lnTo>
                      <a:pt x="949" y="47"/>
                    </a:lnTo>
                    <a:lnTo>
                      <a:pt x="952" y="44"/>
                    </a:lnTo>
                    <a:lnTo>
                      <a:pt x="956" y="42"/>
                    </a:lnTo>
                    <a:lnTo>
                      <a:pt x="959" y="42"/>
                    </a:lnTo>
                    <a:lnTo>
                      <a:pt x="969" y="45"/>
                    </a:lnTo>
                    <a:lnTo>
                      <a:pt x="977" y="46"/>
                    </a:lnTo>
                    <a:lnTo>
                      <a:pt x="982" y="49"/>
                    </a:lnTo>
                    <a:lnTo>
                      <a:pt x="990" y="54"/>
                    </a:lnTo>
                    <a:lnTo>
                      <a:pt x="996" y="55"/>
                    </a:lnTo>
                    <a:lnTo>
                      <a:pt x="996" y="65"/>
                    </a:lnTo>
                    <a:lnTo>
                      <a:pt x="991" y="68"/>
                    </a:lnTo>
                    <a:lnTo>
                      <a:pt x="989" y="70"/>
                    </a:lnTo>
                    <a:lnTo>
                      <a:pt x="987" y="73"/>
                    </a:lnTo>
                    <a:lnTo>
                      <a:pt x="987" y="78"/>
                    </a:lnTo>
                    <a:lnTo>
                      <a:pt x="989" y="79"/>
                    </a:lnTo>
                    <a:lnTo>
                      <a:pt x="989" y="80"/>
                    </a:lnTo>
                    <a:lnTo>
                      <a:pt x="990" y="81"/>
                    </a:lnTo>
                    <a:lnTo>
                      <a:pt x="991" y="84"/>
                    </a:lnTo>
                    <a:lnTo>
                      <a:pt x="992" y="85"/>
                    </a:lnTo>
                    <a:lnTo>
                      <a:pt x="995" y="86"/>
                    </a:lnTo>
                    <a:lnTo>
                      <a:pt x="996" y="89"/>
                    </a:lnTo>
                    <a:lnTo>
                      <a:pt x="997" y="90"/>
                    </a:lnTo>
                    <a:lnTo>
                      <a:pt x="995" y="95"/>
                    </a:lnTo>
                    <a:lnTo>
                      <a:pt x="990" y="102"/>
                    </a:lnTo>
                    <a:lnTo>
                      <a:pt x="984" y="107"/>
                    </a:lnTo>
                    <a:lnTo>
                      <a:pt x="977" y="110"/>
                    </a:lnTo>
                    <a:lnTo>
                      <a:pt x="974" y="110"/>
                    </a:lnTo>
                    <a:lnTo>
                      <a:pt x="970" y="107"/>
                    </a:lnTo>
                    <a:lnTo>
                      <a:pt x="969" y="107"/>
                    </a:lnTo>
                    <a:lnTo>
                      <a:pt x="969" y="112"/>
                    </a:lnTo>
                    <a:lnTo>
                      <a:pt x="965" y="112"/>
                    </a:lnTo>
                    <a:lnTo>
                      <a:pt x="960" y="114"/>
                    </a:lnTo>
                    <a:lnTo>
                      <a:pt x="959" y="115"/>
                    </a:lnTo>
                    <a:lnTo>
                      <a:pt x="954" y="115"/>
                    </a:lnTo>
                    <a:lnTo>
                      <a:pt x="951" y="114"/>
                    </a:lnTo>
                    <a:lnTo>
                      <a:pt x="950" y="112"/>
                    </a:lnTo>
                    <a:lnTo>
                      <a:pt x="947" y="110"/>
                    </a:lnTo>
                    <a:lnTo>
                      <a:pt x="945" y="108"/>
                    </a:lnTo>
                    <a:lnTo>
                      <a:pt x="942" y="107"/>
                    </a:lnTo>
                    <a:lnTo>
                      <a:pt x="937" y="107"/>
                    </a:lnTo>
                    <a:lnTo>
                      <a:pt x="937" y="108"/>
                    </a:lnTo>
                    <a:lnTo>
                      <a:pt x="938" y="110"/>
                    </a:lnTo>
                    <a:lnTo>
                      <a:pt x="938" y="112"/>
                    </a:lnTo>
                    <a:lnTo>
                      <a:pt x="940" y="114"/>
                    </a:lnTo>
                    <a:lnTo>
                      <a:pt x="941" y="115"/>
                    </a:lnTo>
                    <a:lnTo>
                      <a:pt x="941" y="117"/>
                    </a:lnTo>
                    <a:lnTo>
                      <a:pt x="940" y="118"/>
                    </a:lnTo>
                    <a:lnTo>
                      <a:pt x="938" y="120"/>
                    </a:lnTo>
                    <a:lnTo>
                      <a:pt x="936" y="123"/>
                    </a:lnTo>
                    <a:lnTo>
                      <a:pt x="928" y="128"/>
                    </a:lnTo>
                    <a:lnTo>
                      <a:pt x="925" y="129"/>
                    </a:lnTo>
                    <a:lnTo>
                      <a:pt x="922" y="129"/>
                    </a:lnTo>
                    <a:lnTo>
                      <a:pt x="915" y="127"/>
                    </a:lnTo>
                    <a:lnTo>
                      <a:pt x="907" y="122"/>
                    </a:lnTo>
                    <a:lnTo>
                      <a:pt x="905" y="120"/>
                    </a:lnTo>
                    <a:lnTo>
                      <a:pt x="897" y="120"/>
                    </a:lnTo>
                    <a:lnTo>
                      <a:pt x="903" y="127"/>
                    </a:lnTo>
                    <a:lnTo>
                      <a:pt x="911" y="130"/>
                    </a:lnTo>
                    <a:lnTo>
                      <a:pt x="931" y="133"/>
                    </a:lnTo>
                    <a:lnTo>
                      <a:pt x="931" y="139"/>
                    </a:lnTo>
                    <a:lnTo>
                      <a:pt x="925" y="146"/>
                    </a:lnTo>
                    <a:lnTo>
                      <a:pt x="917" y="152"/>
                    </a:lnTo>
                    <a:lnTo>
                      <a:pt x="910" y="154"/>
                    </a:lnTo>
                    <a:lnTo>
                      <a:pt x="898" y="154"/>
                    </a:lnTo>
                    <a:lnTo>
                      <a:pt x="897" y="156"/>
                    </a:lnTo>
                    <a:lnTo>
                      <a:pt x="897" y="162"/>
                    </a:lnTo>
                    <a:lnTo>
                      <a:pt x="896" y="163"/>
                    </a:lnTo>
                    <a:lnTo>
                      <a:pt x="892" y="163"/>
                    </a:lnTo>
                    <a:lnTo>
                      <a:pt x="881" y="159"/>
                    </a:lnTo>
                    <a:lnTo>
                      <a:pt x="873" y="158"/>
                    </a:lnTo>
                    <a:lnTo>
                      <a:pt x="869" y="158"/>
                    </a:lnTo>
                    <a:lnTo>
                      <a:pt x="868" y="159"/>
                    </a:lnTo>
                    <a:lnTo>
                      <a:pt x="868" y="161"/>
                    </a:lnTo>
                    <a:lnTo>
                      <a:pt x="867" y="161"/>
                    </a:lnTo>
                    <a:lnTo>
                      <a:pt x="873" y="162"/>
                    </a:lnTo>
                    <a:lnTo>
                      <a:pt x="886" y="167"/>
                    </a:lnTo>
                    <a:lnTo>
                      <a:pt x="888" y="171"/>
                    </a:lnTo>
                    <a:lnTo>
                      <a:pt x="888" y="173"/>
                    </a:lnTo>
                    <a:lnTo>
                      <a:pt x="886" y="176"/>
                    </a:lnTo>
                    <a:lnTo>
                      <a:pt x="885" y="176"/>
                    </a:lnTo>
                    <a:lnTo>
                      <a:pt x="882" y="177"/>
                    </a:lnTo>
                    <a:lnTo>
                      <a:pt x="872" y="177"/>
                    </a:lnTo>
                    <a:lnTo>
                      <a:pt x="869" y="178"/>
                    </a:lnTo>
                    <a:lnTo>
                      <a:pt x="866" y="182"/>
                    </a:lnTo>
                    <a:lnTo>
                      <a:pt x="862" y="188"/>
                    </a:lnTo>
                    <a:lnTo>
                      <a:pt x="859" y="195"/>
                    </a:lnTo>
                    <a:lnTo>
                      <a:pt x="856" y="198"/>
                    </a:lnTo>
                    <a:lnTo>
                      <a:pt x="848" y="208"/>
                    </a:lnTo>
                    <a:lnTo>
                      <a:pt x="843" y="220"/>
                    </a:lnTo>
                    <a:lnTo>
                      <a:pt x="842" y="235"/>
                    </a:lnTo>
                    <a:lnTo>
                      <a:pt x="842" y="252"/>
                    </a:lnTo>
                    <a:lnTo>
                      <a:pt x="844" y="252"/>
                    </a:lnTo>
                    <a:lnTo>
                      <a:pt x="847" y="250"/>
                    </a:lnTo>
                    <a:lnTo>
                      <a:pt x="849" y="249"/>
                    </a:lnTo>
                    <a:lnTo>
                      <a:pt x="852" y="249"/>
                    </a:lnTo>
                    <a:lnTo>
                      <a:pt x="858" y="252"/>
                    </a:lnTo>
                    <a:lnTo>
                      <a:pt x="863" y="261"/>
                    </a:lnTo>
                    <a:lnTo>
                      <a:pt x="866" y="273"/>
                    </a:lnTo>
                    <a:lnTo>
                      <a:pt x="867" y="281"/>
                    </a:lnTo>
                    <a:lnTo>
                      <a:pt x="871" y="280"/>
                    </a:lnTo>
                    <a:lnTo>
                      <a:pt x="876" y="278"/>
                    </a:lnTo>
                    <a:lnTo>
                      <a:pt x="880" y="276"/>
                    </a:lnTo>
                    <a:lnTo>
                      <a:pt x="882" y="275"/>
                    </a:lnTo>
                    <a:lnTo>
                      <a:pt x="886" y="275"/>
                    </a:lnTo>
                    <a:lnTo>
                      <a:pt x="888" y="278"/>
                    </a:lnTo>
                    <a:lnTo>
                      <a:pt x="896" y="280"/>
                    </a:lnTo>
                    <a:lnTo>
                      <a:pt x="898" y="283"/>
                    </a:lnTo>
                    <a:lnTo>
                      <a:pt x="901" y="283"/>
                    </a:lnTo>
                    <a:lnTo>
                      <a:pt x="918" y="290"/>
                    </a:lnTo>
                    <a:lnTo>
                      <a:pt x="935" y="298"/>
                    </a:lnTo>
                    <a:lnTo>
                      <a:pt x="951" y="308"/>
                    </a:lnTo>
                    <a:lnTo>
                      <a:pt x="977" y="308"/>
                    </a:lnTo>
                    <a:lnTo>
                      <a:pt x="984" y="314"/>
                    </a:lnTo>
                    <a:lnTo>
                      <a:pt x="986" y="320"/>
                    </a:lnTo>
                    <a:lnTo>
                      <a:pt x="986" y="338"/>
                    </a:lnTo>
                    <a:lnTo>
                      <a:pt x="989" y="347"/>
                    </a:lnTo>
                    <a:lnTo>
                      <a:pt x="995" y="356"/>
                    </a:lnTo>
                    <a:lnTo>
                      <a:pt x="1002" y="364"/>
                    </a:lnTo>
                    <a:lnTo>
                      <a:pt x="1011" y="371"/>
                    </a:lnTo>
                    <a:lnTo>
                      <a:pt x="1013" y="372"/>
                    </a:lnTo>
                    <a:lnTo>
                      <a:pt x="1015" y="371"/>
                    </a:lnTo>
                    <a:lnTo>
                      <a:pt x="1016" y="369"/>
                    </a:lnTo>
                    <a:lnTo>
                      <a:pt x="1019" y="368"/>
                    </a:lnTo>
                    <a:lnTo>
                      <a:pt x="1020" y="367"/>
                    </a:lnTo>
                    <a:lnTo>
                      <a:pt x="1023" y="366"/>
                    </a:lnTo>
                    <a:lnTo>
                      <a:pt x="1024" y="363"/>
                    </a:lnTo>
                    <a:lnTo>
                      <a:pt x="1029" y="358"/>
                    </a:lnTo>
                    <a:lnTo>
                      <a:pt x="1030" y="356"/>
                    </a:lnTo>
                    <a:lnTo>
                      <a:pt x="1028" y="351"/>
                    </a:lnTo>
                    <a:lnTo>
                      <a:pt x="1028" y="342"/>
                    </a:lnTo>
                    <a:lnTo>
                      <a:pt x="1025" y="334"/>
                    </a:lnTo>
                    <a:lnTo>
                      <a:pt x="1023" y="325"/>
                    </a:lnTo>
                    <a:lnTo>
                      <a:pt x="1016" y="320"/>
                    </a:lnTo>
                    <a:lnTo>
                      <a:pt x="1023" y="318"/>
                    </a:lnTo>
                    <a:lnTo>
                      <a:pt x="1040" y="305"/>
                    </a:lnTo>
                    <a:lnTo>
                      <a:pt x="1046" y="298"/>
                    </a:lnTo>
                    <a:lnTo>
                      <a:pt x="1049" y="293"/>
                    </a:lnTo>
                    <a:lnTo>
                      <a:pt x="1048" y="279"/>
                    </a:lnTo>
                    <a:lnTo>
                      <a:pt x="1043" y="269"/>
                    </a:lnTo>
                    <a:lnTo>
                      <a:pt x="1038" y="261"/>
                    </a:lnTo>
                    <a:lnTo>
                      <a:pt x="1031" y="254"/>
                    </a:lnTo>
                    <a:lnTo>
                      <a:pt x="1025" y="245"/>
                    </a:lnTo>
                    <a:lnTo>
                      <a:pt x="1035" y="240"/>
                    </a:lnTo>
                    <a:lnTo>
                      <a:pt x="1038" y="237"/>
                    </a:lnTo>
                    <a:lnTo>
                      <a:pt x="1039" y="235"/>
                    </a:lnTo>
                    <a:lnTo>
                      <a:pt x="1040" y="231"/>
                    </a:lnTo>
                    <a:lnTo>
                      <a:pt x="1040" y="225"/>
                    </a:lnTo>
                    <a:lnTo>
                      <a:pt x="1038" y="222"/>
                    </a:lnTo>
                    <a:lnTo>
                      <a:pt x="1036" y="220"/>
                    </a:lnTo>
                    <a:lnTo>
                      <a:pt x="1034" y="217"/>
                    </a:lnTo>
                    <a:lnTo>
                      <a:pt x="1031" y="212"/>
                    </a:lnTo>
                    <a:lnTo>
                      <a:pt x="1031" y="210"/>
                    </a:lnTo>
                    <a:lnTo>
                      <a:pt x="1033" y="208"/>
                    </a:lnTo>
                    <a:lnTo>
                      <a:pt x="1036" y="206"/>
                    </a:lnTo>
                    <a:lnTo>
                      <a:pt x="1038" y="203"/>
                    </a:lnTo>
                    <a:lnTo>
                      <a:pt x="1038" y="200"/>
                    </a:lnTo>
                    <a:lnTo>
                      <a:pt x="1036" y="197"/>
                    </a:lnTo>
                    <a:lnTo>
                      <a:pt x="1034" y="196"/>
                    </a:lnTo>
                    <a:lnTo>
                      <a:pt x="1033" y="193"/>
                    </a:lnTo>
                    <a:lnTo>
                      <a:pt x="1031" y="192"/>
                    </a:lnTo>
                    <a:lnTo>
                      <a:pt x="1031" y="187"/>
                    </a:lnTo>
                    <a:lnTo>
                      <a:pt x="1033" y="185"/>
                    </a:lnTo>
                    <a:lnTo>
                      <a:pt x="1040" y="181"/>
                    </a:lnTo>
                    <a:lnTo>
                      <a:pt x="1043" y="181"/>
                    </a:lnTo>
                    <a:lnTo>
                      <a:pt x="1054" y="182"/>
                    </a:lnTo>
                    <a:lnTo>
                      <a:pt x="1063" y="186"/>
                    </a:lnTo>
                    <a:lnTo>
                      <a:pt x="1074" y="187"/>
                    </a:lnTo>
                    <a:lnTo>
                      <a:pt x="1077" y="187"/>
                    </a:lnTo>
                    <a:lnTo>
                      <a:pt x="1082" y="185"/>
                    </a:lnTo>
                    <a:lnTo>
                      <a:pt x="1083" y="183"/>
                    </a:lnTo>
                    <a:lnTo>
                      <a:pt x="1085" y="183"/>
                    </a:lnTo>
                    <a:lnTo>
                      <a:pt x="1093" y="186"/>
                    </a:lnTo>
                    <a:lnTo>
                      <a:pt x="1103" y="196"/>
                    </a:lnTo>
                    <a:lnTo>
                      <a:pt x="1110" y="198"/>
                    </a:lnTo>
                    <a:lnTo>
                      <a:pt x="1112" y="205"/>
                    </a:lnTo>
                    <a:lnTo>
                      <a:pt x="1115" y="207"/>
                    </a:lnTo>
                    <a:lnTo>
                      <a:pt x="1122" y="210"/>
                    </a:lnTo>
                    <a:lnTo>
                      <a:pt x="1127" y="211"/>
                    </a:lnTo>
                    <a:lnTo>
                      <a:pt x="1132" y="213"/>
                    </a:lnTo>
                    <a:lnTo>
                      <a:pt x="1134" y="217"/>
                    </a:lnTo>
                    <a:lnTo>
                      <a:pt x="1135" y="226"/>
                    </a:lnTo>
                    <a:lnTo>
                      <a:pt x="1138" y="235"/>
                    </a:lnTo>
                    <a:lnTo>
                      <a:pt x="1140" y="242"/>
                    </a:lnTo>
                    <a:lnTo>
                      <a:pt x="1146" y="246"/>
                    </a:lnTo>
                    <a:lnTo>
                      <a:pt x="1147" y="246"/>
                    </a:lnTo>
                    <a:lnTo>
                      <a:pt x="1148" y="247"/>
                    </a:lnTo>
                    <a:lnTo>
                      <a:pt x="1149" y="250"/>
                    </a:lnTo>
                    <a:lnTo>
                      <a:pt x="1153" y="254"/>
                    </a:lnTo>
                    <a:lnTo>
                      <a:pt x="1156" y="255"/>
                    </a:lnTo>
                    <a:lnTo>
                      <a:pt x="1158" y="255"/>
                    </a:lnTo>
                    <a:lnTo>
                      <a:pt x="1166" y="252"/>
                    </a:lnTo>
                    <a:lnTo>
                      <a:pt x="1173" y="246"/>
                    </a:lnTo>
                    <a:lnTo>
                      <a:pt x="1179" y="240"/>
                    </a:lnTo>
                    <a:lnTo>
                      <a:pt x="1182" y="234"/>
                    </a:lnTo>
                    <a:lnTo>
                      <a:pt x="1183" y="230"/>
                    </a:lnTo>
                    <a:lnTo>
                      <a:pt x="1184" y="227"/>
                    </a:lnTo>
                    <a:lnTo>
                      <a:pt x="1187" y="225"/>
                    </a:lnTo>
                    <a:lnTo>
                      <a:pt x="1189" y="224"/>
                    </a:lnTo>
                    <a:lnTo>
                      <a:pt x="1191" y="222"/>
                    </a:lnTo>
                    <a:lnTo>
                      <a:pt x="1193" y="225"/>
                    </a:lnTo>
                    <a:lnTo>
                      <a:pt x="1196" y="226"/>
                    </a:lnTo>
                    <a:lnTo>
                      <a:pt x="1197" y="227"/>
                    </a:lnTo>
                    <a:lnTo>
                      <a:pt x="1198" y="227"/>
                    </a:lnTo>
                    <a:lnTo>
                      <a:pt x="1202" y="235"/>
                    </a:lnTo>
                    <a:lnTo>
                      <a:pt x="1207" y="240"/>
                    </a:lnTo>
                    <a:lnTo>
                      <a:pt x="1212" y="244"/>
                    </a:lnTo>
                    <a:lnTo>
                      <a:pt x="1212" y="256"/>
                    </a:lnTo>
                    <a:lnTo>
                      <a:pt x="1215" y="260"/>
                    </a:lnTo>
                    <a:lnTo>
                      <a:pt x="1217" y="263"/>
                    </a:lnTo>
                    <a:lnTo>
                      <a:pt x="1221" y="265"/>
                    </a:lnTo>
                    <a:lnTo>
                      <a:pt x="1226" y="268"/>
                    </a:lnTo>
                    <a:lnTo>
                      <a:pt x="1226" y="270"/>
                    </a:lnTo>
                    <a:lnTo>
                      <a:pt x="1228" y="275"/>
                    </a:lnTo>
                    <a:lnTo>
                      <a:pt x="1228" y="279"/>
                    </a:lnTo>
                    <a:lnTo>
                      <a:pt x="1227" y="281"/>
                    </a:lnTo>
                    <a:lnTo>
                      <a:pt x="1225" y="284"/>
                    </a:lnTo>
                    <a:lnTo>
                      <a:pt x="1222" y="285"/>
                    </a:lnTo>
                    <a:lnTo>
                      <a:pt x="1227" y="290"/>
                    </a:lnTo>
                    <a:lnTo>
                      <a:pt x="1235" y="294"/>
                    </a:lnTo>
                    <a:lnTo>
                      <a:pt x="1242" y="295"/>
                    </a:lnTo>
                    <a:lnTo>
                      <a:pt x="1242" y="296"/>
                    </a:lnTo>
                    <a:lnTo>
                      <a:pt x="1245" y="304"/>
                    </a:lnTo>
                    <a:lnTo>
                      <a:pt x="1250" y="309"/>
                    </a:lnTo>
                    <a:lnTo>
                      <a:pt x="1257" y="313"/>
                    </a:lnTo>
                    <a:lnTo>
                      <a:pt x="1265" y="314"/>
                    </a:lnTo>
                    <a:lnTo>
                      <a:pt x="1272" y="314"/>
                    </a:lnTo>
                    <a:lnTo>
                      <a:pt x="1272" y="315"/>
                    </a:lnTo>
                    <a:lnTo>
                      <a:pt x="1273" y="315"/>
                    </a:lnTo>
                    <a:lnTo>
                      <a:pt x="1276" y="317"/>
                    </a:lnTo>
                    <a:lnTo>
                      <a:pt x="1276" y="318"/>
                    </a:lnTo>
                    <a:lnTo>
                      <a:pt x="1271" y="323"/>
                    </a:lnTo>
                    <a:lnTo>
                      <a:pt x="1261" y="328"/>
                    </a:lnTo>
                    <a:lnTo>
                      <a:pt x="1251" y="330"/>
                    </a:lnTo>
                    <a:lnTo>
                      <a:pt x="1242" y="334"/>
                    </a:lnTo>
                    <a:lnTo>
                      <a:pt x="1243" y="334"/>
                    </a:lnTo>
                    <a:lnTo>
                      <a:pt x="1246" y="335"/>
                    </a:lnTo>
                    <a:lnTo>
                      <a:pt x="1247" y="335"/>
                    </a:lnTo>
                    <a:lnTo>
                      <a:pt x="1256" y="334"/>
                    </a:lnTo>
                    <a:lnTo>
                      <a:pt x="1276" y="327"/>
                    </a:lnTo>
                    <a:lnTo>
                      <a:pt x="1285" y="323"/>
                    </a:lnTo>
                    <a:lnTo>
                      <a:pt x="1285" y="328"/>
                    </a:lnTo>
                    <a:lnTo>
                      <a:pt x="1287" y="330"/>
                    </a:lnTo>
                    <a:lnTo>
                      <a:pt x="1287" y="334"/>
                    </a:lnTo>
                    <a:lnTo>
                      <a:pt x="1289" y="334"/>
                    </a:lnTo>
                    <a:lnTo>
                      <a:pt x="1292" y="340"/>
                    </a:lnTo>
                    <a:lnTo>
                      <a:pt x="1294" y="346"/>
                    </a:lnTo>
                    <a:lnTo>
                      <a:pt x="1295" y="354"/>
                    </a:lnTo>
                    <a:lnTo>
                      <a:pt x="1292" y="359"/>
                    </a:lnTo>
                    <a:lnTo>
                      <a:pt x="1286" y="364"/>
                    </a:lnTo>
                    <a:lnTo>
                      <a:pt x="1277" y="367"/>
                    </a:lnTo>
                    <a:lnTo>
                      <a:pt x="1262" y="372"/>
                    </a:lnTo>
                    <a:lnTo>
                      <a:pt x="1257" y="376"/>
                    </a:lnTo>
                    <a:lnTo>
                      <a:pt x="1248" y="385"/>
                    </a:lnTo>
                    <a:lnTo>
                      <a:pt x="1238" y="387"/>
                    </a:lnTo>
                    <a:lnTo>
                      <a:pt x="1227" y="387"/>
                    </a:lnTo>
                    <a:lnTo>
                      <a:pt x="1213" y="386"/>
                    </a:lnTo>
                    <a:lnTo>
                      <a:pt x="1203" y="386"/>
                    </a:lnTo>
                    <a:lnTo>
                      <a:pt x="1193" y="385"/>
                    </a:lnTo>
                    <a:lnTo>
                      <a:pt x="1184" y="385"/>
                    </a:lnTo>
                    <a:lnTo>
                      <a:pt x="1173" y="387"/>
                    </a:lnTo>
                    <a:lnTo>
                      <a:pt x="1168" y="390"/>
                    </a:lnTo>
                    <a:lnTo>
                      <a:pt x="1167" y="391"/>
                    </a:lnTo>
                    <a:lnTo>
                      <a:pt x="1167" y="395"/>
                    </a:lnTo>
                    <a:lnTo>
                      <a:pt x="1166" y="397"/>
                    </a:lnTo>
                    <a:lnTo>
                      <a:pt x="1163" y="400"/>
                    </a:lnTo>
                    <a:lnTo>
                      <a:pt x="1157" y="405"/>
                    </a:lnTo>
                    <a:lnTo>
                      <a:pt x="1151" y="407"/>
                    </a:lnTo>
                    <a:lnTo>
                      <a:pt x="1146" y="410"/>
                    </a:lnTo>
                    <a:lnTo>
                      <a:pt x="1140" y="416"/>
                    </a:lnTo>
                    <a:lnTo>
                      <a:pt x="1149" y="413"/>
                    </a:lnTo>
                    <a:lnTo>
                      <a:pt x="1157" y="408"/>
                    </a:lnTo>
                    <a:lnTo>
                      <a:pt x="1167" y="403"/>
                    </a:lnTo>
                    <a:lnTo>
                      <a:pt x="1178" y="401"/>
                    </a:lnTo>
                    <a:lnTo>
                      <a:pt x="1192" y="401"/>
                    </a:lnTo>
                    <a:lnTo>
                      <a:pt x="1197" y="403"/>
                    </a:lnTo>
                    <a:lnTo>
                      <a:pt x="1199" y="407"/>
                    </a:lnTo>
                    <a:lnTo>
                      <a:pt x="1199" y="410"/>
                    </a:lnTo>
                    <a:lnTo>
                      <a:pt x="1194" y="415"/>
                    </a:lnTo>
                    <a:lnTo>
                      <a:pt x="1184" y="420"/>
                    </a:lnTo>
                    <a:lnTo>
                      <a:pt x="1183" y="421"/>
                    </a:lnTo>
                    <a:lnTo>
                      <a:pt x="1187" y="421"/>
                    </a:lnTo>
                    <a:lnTo>
                      <a:pt x="1191" y="422"/>
                    </a:lnTo>
                    <a:lnTo>
                      <a:pt x="1193" y="422"/>
                    </a:lnTo>
                    <a:lnTo>
                      <a:pt x="1189" y="430"/>
                    </a:lnTo>
                    <a:lnTo>
                      <a:pt x="1189" y="432"/>
                    </a:lnTo>
                    <a:lnTo>
                      <a:pt x="1192" y="440"/>
                    </a:lnTo>
                    <a:lnTo>
                      <a:pt x="1199" y="446"/>
                    </a:lnTo>
                    <a:lnTo>
                      <a:pt x="1209" y="451"/>
                    </a:lnTo>
                    <a:lnTo>
                      <a:pt x="1220" y="454"/>
                    </a:lnTo>
                    <a:lnTo>
                      <a:pt x="1226" y="454"/>
                    </a:lnTo>
                    <a:lnTo>
                      <a:pt x="1228" y="455"/>
                    </a:lnTo>
                    <a:lnTo>
                      <a:pt x="1230" y="455"/>
                    </a:lnTo>
                    <a:lnTo>
                      <a:pt x="1232" y="457"/>
                    </a:lnTo>
                    <a:lnTo>
                      <a:pt x="1232" y="459"/>
                    </a:lnTo>
                    <a:lnTo>
                      <a:pt x="1230" y="461"/>
                    </a:lnTo>
                    <a:lnTo>
                      <a:pt x="1222" y="465"/>
                    </a:lnTo>
                    <a:lnTo>
                      <a:pt x="1213" y="469"/>
                    </a:lnTo>
                    <a:lnTo>
                      <a:pt x="1198" y="474"/>
                    </a:lnTo>
                    <a:lnTo>
                      <a:pt x="1193" y="479"/>
                    </a:lnTo>
                    <a:lnTo>
                      <a:pt x="1189" y="481"/>
                    </a:lnTo>
                    <a:lnTo>
                      <a:pt x="1187" y="484"/>
                    </a:lnTo>
                    <a:lnTo>
                      <a:pt x="1184" y="485"/>
                    </a:lnTo>
                    <a:lnTo>
                      <a:pt x="1183" y="486"/>
                    </a:lnTo>
                    <a:lnTo>
                      <a:pt x="1182" y="485"/>
                    </a:lnTo>
                    <a:lnTo>
                      <a:pt x="1179" y="484"/>
                    </a:lnTo>
                    <a:lnTo>
                      <a:pt x="1178" y="481"/>
                    </a:lnTo>
                    <a:lnTo>
                      <a:pt x="1176" y="479"/>
                    </a:lnTo>
                    <a:lnTo>
                      <a:pt x="1176" y="476"/>
                    </a:lnTo>
                    <a:lnTo>
                      <a:pt x="1178" y="470"/>
                    </a:lnTo>
                    <a:lnTo>
                      <a:pt x="1183" y="465"/>
                    </a:lnTo>
                    <a:lnTo>
                      <a:pt x="1192" y="461"/>
                    </a:lnTo>
                    <a:lnTo>
                      <a:pt x="1199" y="460"/>
                    </a:lnTo>
                    <a:lnTo>
                      <a:pt x="1196" y="460"/>
                    </a:lnTo>
                    <a:lnTo>
                      <a:pt x="1193" y="457"/>
                    </a:lnTo>
                    <a:lnTo>
                      <a:pt x="1193" y="454"/>
                    </a:lnTo>
                    <a:lnTo>
                      <a:pt x="1191" y="454"/>
                    </a:lnTo>
                    <a:lnTo>
                      <a:pt x="1188" y="455"/>
                    </a:lnTo>
                    <a:lnTo>
                      <a:pt x="1187" y="457"/>
                    </a:lnTo>
                    <a:lnTo>
                      <a:pt x="1183" y="461"/>
                    </a:lnTo>
                    <a:lnTo>
                      <a:pt x="1181" y="462"/>
                    </a:lnTo>
                    <a:lnTo>
                      <a:pt x="1163" y="462"/>
                    </a:lnTo>
                    <a:lnTo>
                      <a:pt x="1163" y="465"/>
                    </a:lnTo>
                    <a:lnTo>
                      <a:pt x="1164" y="466"/>
                    </a:lnTo>
                    <a:lnTo>
                      <a:pt x="1164" y="468"/>
                    </a:lnTo>
                    <a:lnTo>
                      <a:pt x="1166" y="468"/>
                    </a:lnTo>
                    <a:lnTo>
                      <a:pt x="1163" y="471"/>
                    </a:lnTo>
                    <a:lnTo>
                      <a:pt x="1159" y="473"/>
                    </a:lnTo>
                    <a:lnTo>
                      <a:pt x="1156" y="475"/>
                    </a:lnTo>
                    <a:lnTo>
                      <a:pt x="1149" y="475"/>
                    </a:lnTo>
                    <a:lnTo>
                      <a:pt x="1148" y="474"/>
                    </a:lnTo>
                    <a:lnTo>
                      <a:pt x="1144" y="474"/>
                    </a:lnTo>
                    <a:lnTo>
                      <a:pt x="1143" y="475"/>
                    </a:lnTo>
                    <a:lnTo>
                      <a:pt x="1130" y="485"/>
                    </a:lnTo>
                    <a:lnTo>
                      <a:pt x="1125" y="491"/>
                    </a:lnTo>
                    <a:lnTo>
                      <a:pt x="1123" y="501"/>
                    </a:lnTo>
                    <a:lnTo>
                      <a:pt x="1123" y="503"/>
                    </a:lnTo>
                    <a:lnTo>
                      <a:pt x="1124" y="505"/>
                    </a:lnTo>
                    <a:lnTo>
                      <a:pt x="1124" y="509"/>
                    </a:lnTo>
                    <a:lnTo>
                      <a:pt x="1128" y="513"/>
                    </a:lnTo>
                    <a:lnTo>
                      <a:pt x="1129" y="513"/>
                    </a:lnTo>
                    <a:lnTo>
                      <a:pt x="1133" y="509"/>
                    </a:lnTo>
                    <a:lnTo>
                      <a:pt x="1133" y="513"/>
                    </a:lnTo>
                    <a:lnTo>
                      <a:pt x="1129" y="514"/>
                    </a:lnTo>
                    <a:lnTo>
                      <a:pt x="1119" y="514"/>
                    </a:lnTo>
                    <a:lnTo>
                      <a:pt x="1110" y="518"/>
                    </a:lnTo>
                    <a:lnTo>
                      <a:pt x="1099" y="519"/>
                    </a:lnTo>
                    <a:lnTo>
                      <a:pt x="1089" y="523"/>
                    </a:lnTo>
                    <a:lnTo>
                      <a:pt x="1095" y="523"/>
                    </a:lnTo>
                    <a:lnTo>
                      <a:pt x="1098" y="522"/>
                    </a:lnTo>
                    <a:lnTo>
                      <a:pt x="1100" y="522"/>
                    </a:lnTo>
                    <a:lnTo>
                      <a:pt x="1103" y="523"/>
                    </a:lnTo>
                    <a:lnTo>
                      <a:pt x="1098" y="524"/>
                    </a:lnTo>
                    <a:lnTo>
                      <a:pt x="1084" y="524"/>
                    </a:lnTo>
                    <a:lnTo>
                      <a:pt x="1082" y="527"/>
                    </a:lnTo>
                    <a:lnTo>
                      <a:pt x="1082" y="528"/>
                    </a:lnTo>
                    <a:lnTo>
                      <a:pt x="1083" y="530"/>
                    </a:lnTo>
                    <a:lnTo>
                      <a:pt x="1085" y="532"/>
                    </a:lnTo>
                    <a:lnTo>
                      <a:pt x="1085" y="534"/>
                    </a:lnTo>
                    <a:lnTo>
                      <a:pt x="1084" y="537"/>
                    </a:lnTo>
                    <a:lnTo>
                      <a:pt x="1082" y="540"/>
                    </a:lnTo>
                    <a:lnTo>
                      <a:pt x="1079" y="543"/>
                    </a:lnTo>
                    <a:lnTo>
                      <a:pt x="1078" y="547"/>
                    </a:lnTo>
                    <a:lnTo>
                      <a:pt x="1075" y="548"/>
                    </a:lnTo>
                    <a:lnTo>
                      <a:pt x="1074" y="549"/>
                    </a:lnTo>
                    <a:lnTo>
                      <a:pt x="1073" y="549"/>
                    </a:lnTo>
                    <a:lnTo>
                      <a:pt x="1073" y="548"/>
                    </a:lnTo>
                    <a:lnTo>
                      <a:pt x="1071" y="547"/>
                    </a:lnTo>
                    <a:lnTo>
                      <a:pt x="1069" y="548"/>
                    </a:lnTo>
                    <a:lnTo>
                      <a:pt x="1070" y="551"/>
                    </a:lnTo>
                    <a:lnTo>
                      <a:pt x="1071" y="552"/>
                    </a:lnTo>
                    <a:lnTo>
                      <a:pt x="1073" y="554"/>
                    </a:lnTo>
                    <a:lnTo>
                      <a:pt x="1073" y="557"/>
                    </a:lnTo>
                    <a:lnTo>
                      <a:pt x="1070" y="562"/>
                    </a:lnTo>
                    <a:lnTo>
                      <a:pt x="1069" y="566"/>
                    </a:lnTo>
                    <a:lnTo>
                      <a:pt x="1066" y="571"/>
                    </a:lnTo>
                    <a:lnTo>
                      <a:pt x="1064" y="573"/>
                    </a:lnTo>
                    <a:lnTo>
                      <a:pt x="1063" y="573"/>
                    </a:lnTo>
                    <a:lnTo>
                      <a:pt x="1063" y="572"/>
                    </a:lnTo>
                    <a:lnTo>
                      <a:pt x="1061" y="571"/>
                    </a:lnTo>
                    <a:lnTo>
                      <a:pt x="1061" y="563"/>
                    </a:lnTo>
                    <a:lnTo>
                      <a:pt x="1059" y="558"/>
                    </a:lnTo>
                    <a:lnTo>
                      <a:pt x="1058" y="554"/>
                    </a:lnTo>
                    <a:lnTo>
                      <a:pt x="1058" y="552"/>
                    </a:lnTo>
                    <a:lnTo>
                      <a:pt x="1056" y="554"/>
                    </a:lnTo>
                    <a:lnTo>
                      <a:pt x="1056" y="561"/>
                    </a:lnTo>
                    <a:lnTo>
                      <a:pt x="1058" y="563"/>
                    </a:lnTo>
                    <a:lnTo>
                      <a:pt x="1058" y="566"/>
                    </a:lnTo>
                    <a:lnTo>
                      <a:pt x="1059" y="569"/>
                    </a:lnTo>
                    <a:lnTo>
                      <a:pt x="1059" y="573"/>
                    </a:lnTo>
                    <a:lnTo>
                      <a:pt x="1058" y="574"/>
                    </a:lnTo>
                    <a:lnTo>
                      <a:pt x="1058" y="577"/>
                    </a:lnTo>
                    <a:lnTo>
                      <a:pt x="1059" y="578"/>
                    </a:lnTo>
                    <a:lnTo>
                      <a:pt x="1061" y="578"/>
                    </a:lnTo>
                    <a:lnTo>
                      <a:pt x="1061" y="585"/>
                    </a:lnTo>
                    <a:lnTo>
                      <a:pt x="1060" y="586"/>
                    </a:lnTo>
                    <a:lnTo>
                      <a:pt x="1058" y="587"/>
                    </a:lnTo>
                    <a:lnTo>
                      <a:pt x="1056" y="587"/>
                    </a:lnTo>
                    <a:lnTo>
                      <a:pt x="1058" y="590"/>
                    </a:lnTo>
                    <a:lnTo>
                      <a:pt x="1060" y="591"/>
                    </a:lnTo>
                    <a:lnTo>
                      <a:pt x="1063" y="591"/>
                    </a:lnTo>
                    <a:lnTo>
                      <a:pt x="1061" y="593"/>
                    </a:lnTo>
                    <a:lnTo>
                      <a:pt x="1060" y="595"/>
                    </a:lnTo>
                    <a:lnTo>
                      <a:pt x="1056" y="595"/>
                    </a:lnTo>
                    <a:lnTo>
                      <a:pt x="1056" y="598"/>
                    </a:lnTo>
                    <a:lnTo>
                      <a:pt x="1060" y="601"/>
                    </a:lnTo>
                    <a:lnTo>
                      <a:pt x="1058" y="603"/>
                    </a:lnTo>
                    <a:lnTo>
                      <a:pt x="1056" y="606"/>
                    </a:lnTo>
                    <a:lnTo>
                      <a:pt x="1053" y="606"/>
                    </a:lnTo>
                    <a:lnTo>
                      <a:pt x="1050" y="607"/>
                    </a:lnTo>
                    <a:lnTo>
                      <a:pt x="1048" y="610"/>
                    </a:lnTo>
                    <a:lnTo>
                      <a:pt x="1045" y="610"/>
                    </a:lnTo>
                    <a:lnTo>
                      <a:pt x="1043" y="611"/>
                    </a:lnTo>
                    <a:lnTo>
                      <a:pt x="1041" y="612"/>
                    </a:lnTo>
                    <a:lnTo>
                      <a:pt x="1040" y="615"/>
                    </a:lnTo>
                    <a:lnTo>
                      <a:pt x="1039" y="616"/>
                    </a:lnTo>
                    <a:lnTo>
                      <a:pt x="1040" y="616"/>
                    </a:lnTo>
                    <a:lnTo>
                      <a:pt x="1030" y="621"/>
                    </a:lnTo>
                    <a:lnTo>
                      <a:pt x="1020" y="627"/>
                    </a:lnTo>
                    <a:lnTo>
                      <a:pt x="1011" y="634"/>
                    </a:lnTo>
                    <a:lnTo>
                      <a:pt x="1004" y="641"/>
                    </a:lnTo>
                    <a:lnTo>
                      <a:pt x="999" y="651"/>
                    </a:lnTo>
                    <a:lnTo>
                      <a:pt x="996" y="665"/>
                    </a:lnTo>
                    <a:lnTo>
                      <a:pt x="997" y="673"/>
                    </a:lnTo>
                    <a:lnTo>
                      <a:pt x="1001" y="680"/>
                    </a:lnTo>
                    <a:lnTo>
                      <a:pt x="1006" y="686"/>
                    </a:lnTo>
                    <a:lnTo>
                      <a:pt x="1007" y="695"/>
                    </a:lnTo>
                    <a:lnTo>
                      <a:pt x="1007" y="696"/>
                    </a:lnTo>
                    <a:lnTo>
                      <a:pt x="1010" y="704"/>
                    </a:lnTo>
                    <a:lnTo>
                      <a:pt x="1013" y="708"/>
                    </a:lnTo>
                    <a:lnTo>
                      <a:pt x="1013" y="720"/>
                    </a:lnTo>
                    <a:lnTo>
                      <a:pt x="1011" y="724"/>
                    </a:lnTo>
                    <a:lnTo>
                      <a:pt x="1009" y="727"/>
                    </a:lnTo>
                    <a:lnTo>
                      <a:pt x="1007" y="729"/>
                    </a:lnTo>
                    <a:lnTo>
                      <a:pt x="1001" y="729"/>
                    </a:lnTo>
                    <a:lnTo>
                      <a:pt x="999" y="728"/>
                    </a:lnTo>
                    <a:lnTo>
                      <a:pt x="997" y="725"/>
                    </a:lnTo>
                    <a:lnTo>
                      <a:pt x="997" y="723"/>
                    </a:lnTo>
                    <a:lnTo>
                      <a:pt x="996" y="722"/>
                    </a:lnTo>
                    <a:lnTo>
                      <a:pt x="996" y="719"/>
                    </a:lnTo>
                    <a:lnTo>
                      <a:pt x="994" y="715"/>
                    </a:lnTo>
                    <a:lnTo>
                      <a:pt x="990" y="713"/>
                    </a:lnTo>
                    <a:lnTo>
                      <a:pt x="985" y="708"/>
                    </a:lnTo>
                    <a:lnTo>
                      <a:pt x="981" y="696"/>
                    </a:lnTo>
                    <a:lnTo>
                      <a:pt x="980" y="689"/>
                    </a:lnTo>
                    <a:lnTo>
                      <a:pt x="979" y="680"/>
                    </a:lnTo>
                    <a:lnTo>
                      <a:pt x="976" y="674"/>
                    </a:lnTo>
                    <a:lnTo>
                      <a:pt x="971" y="669"/>
                    </a:lnTo>
                    <a:lnTo>
                      <a:pt x="964" y="666"/>
                    </a:lnTo>
                    <a:lnTo>
                      <a:pt x="961" y="666"/>
                    </a:lnTo>
                    <a:lnTo>
                      <a:pt x="960" y="668"/>
                    </a:lnTo>
                    <a:lnTo>
                      <a:pt x="959" y="670"/>
                    </a:lnTo>
                    <a:lnTo>
                      <a:pt x="957" y="671"/>
                    </a:lnTo>
                    <a:lnTo>
                      <a:pt x="955" y="671"/>
                    </a:lnTo>
                    <a:lnTo>
                      <a:pt x="950" y="670"/>
                    </a:lnTo>
                    <a:lnTo>
                      <a:pt x="945" y="666"/>
                    </a:lnTo>
                    <a:lnTo>
                      <a:pt x="940" y="664"/>
                    </a:lnTo>
                    <a:lnTo>
                      <a:pt x="933" y="662"/>
                    </a:lnTo>
                    <a:lnTo>
                      <a:pt x="930" y="662"/>
                    </a:lnTo>
                    <a:lnTo>
                      <a:pt x="928" y="664"/>
                    </a:lnTo>
                    <a:lnTo>
                      <a:pt x="926" y="665"/>
                    </a:lnTo>
                    <a:lnTo>
                      <a:pt x="925" y="666"/>
                    </a:lnTo>
                    <a:lnTo>
                      <a:pt x="923" y="666"/>
                    </a:lnTo>
                    <a:lnTo>
                      <a:pt x="921" y="664"/>
                    </a:lnTo>
                    <a:lnTo>
                      <a:pt x="921" y="662"/>
                    </a:lnTo>
                    <a:lnTo>
                      <a:pt x="910" y="664"/>
                    </a:lnTo>
                    <a:lnTo>
                      <a:pt x="898" y="666"/>
                    </a:lnTo>
                    <a:lnTo>
                      <a:pt x="901" y="668"/>
                    </a:lnTo>
                    <a:lnTo>
                      <a:pt x="903" y="668"/>
                    </a:lnTo>
                    <a:lnTo>
                      <a:pt x="905" y="666"/>
                    </a:lnTo>
                    <a:lnTo>
                      <a:pt x="902" y="671"/>
                    </a:lnTo>
                    <a:lnTo>
                      <a:pt x="902" y="676"/>
                    </a:lnTo>
                    <a:lnTo>
                      <a:pt x="905" y="679"/>
                    </a:lnTo>
                    <a:lnTo>
                      <a:pt x="896" y="680"/>
                    </a:lnTo>
                    <a:lnTo>
                      <a:pt x="888" y="676"/>
                    </a:lnTo>
                    <a:lnTo>
                      <a:pt x="882" y="673"/>
                    </a:lnTo>
                    <a:lnTo>
                      <a:pt x="876" y="670"/>
                    </a:lnTo>
                    <a:lnTo>
                      <a:pt x="875" y="670"/>
                    </a:lnTo>
                    <a:lnTo>
                      <a:pt x="872" y="671"/>
                    </a:lnTo>
                    <a:lnTo>
                      <a:pt x="871" y="674"/>
                    </a:lnTo>
                    <a:lnTo>
                      <a:pt x="867" y="674"/>
                    </a:lnTo>
                    <a:lnTo>
                      <a:pt x="864" y="673"/>
                    </a:lnTo>
                    <a:lnTo>
                      <a:pt x="863" y="671"/>
                    </a:lnTo>
                    <a:lnTo>
                      <a:pt x="861" y="670"/>
                    </a:lnTo>
                    <a:lnTo>
                      <a:pt x="858" y="670"/>
                    </a:lnTo>
                    <a:lnTo>
                      <a:pt x="851" y="671"/>
                    </a:lnTo>
                    <a:lnTo>
                      <a:pt x="844" y="675"/>
                    </a:lnTo>
                    <a:lnTo>
                      <a:pt x="839" y="680"/>
                    </a:lnTo>
                    <a:lnTo>
                      <a:pt x="836" y="685"/>
                    </a:lnTo>
                    <a:lnTo>
                      <a:pt x="833" y="686"/>
                    </a:lnTo>
                    <a:lnTo>
                      <a:pt x="824" y="686"/>
                    </a:lnTo>
                    <a:lnTo>
                      <a:pt x="817" y="693"/>
                    </a:lnTo>
                    <a:lnTo>
                      <a:pt x="812" y="701"/>
                    </a:lnTo>
                    <a:lnTo>
                      <a:pt x="811" y="713"/>
                    </a:lnTo>
                    <a:lnTo>
                      <a:pt x="811" y="714"/>
                    </a:lnTo>
                    <a:lnTo>
                      <a:pt x="813" y="717"/>
                    </a:lnTo>
                    <a:lnTo>
                      <a:pt x="813" y="718"/>
                    </a:lnTo>
                    <a:lnTo>
                      <a:pt x="812" y="718"/>
                    </a:lnTo>
                    <a:lnTo>
                      <a:pt x="813" y="722"/>
                    </a:lnTo>
                    <a:lnTo>
                      <a:pt x="813" y="729"/>
                    </a:lnTo>
                    <a:lnTo>
                      <a:pt x="812" y="733"/>
                    </a:lnTo>
                    <a:lnTo>
                      <a:pt x="811" y="738"/>
                    </a:lnTo>
                    <a:lnTo>
                      <a:pt x="809" y="742"/>
                    </a:lnTo>
                    <a:lnTo>
                      <a:pt x="809" y="767"/>
                    </a:lnTo>
                    <a:lnTo>
                      <a:pt x="811" y="768"/>
                    </a:lnTo>
                    <a:lnTo>
                      <a:pt x="812" y="771"/>
                    </a:lnTo>
                    <a:lnTo>
                      <a:pt x="813" y="772"/>
                    </a:lnTo>
                    <a:lnTo>
                      <a:pt x="813" y="779"/>
                    </a:lnTo>
                    <a:lnTo>
                      <a:pt x="816" y="784"/>
                    </a:lnTo>
                    <a:lnTo>
                      <a:pt x="818" y="788"/>
                    </a:lnTo>
                    <a:lnTo>
                      <a:pt x="823" y="793"/>
                    </a:lnTo>
                    <a:lnTo>
                      <a:pt x="826" y="797"/>
                    </a:lnTo>
                    <a:lnTo>
                      <a:pt x="831" y="802"/>
                    </a:lnTo>
                    <a:lnTo>
                      <a:pt x="832" y="806"/>
                    </a:lnTo>
                    <a:lnTo>
                      <a:pt x="834" y="807"/>
                    </a:lnTo>
                    <a:lnTo>
                      <a:pt x="838" y="810"/>
                    </a:lnTo>
                    <a:lnTo>
                      <a:pt x="842" y="811"/>
                    </a:lnTo>
                    <a:lnTo>
                      <a:pt x="844" y="812"/>
                    </a:lnTo>
                    <a:lnTo>
                      <a:pt x="846" y="813"/>
                    </a:lnTo>
                    <a:lnTo>
                      <a:pt x="847" y="816"/>
                    </a:lnTo>
                    <a:lnTo>
                      <a:pt x="848" y="816"/>
                    </a:lnTo>
                    <a:lnTo>
                      <a:pt x="871" y="811"/>
                    </a:lnTo>
                    <a:lnTo>
                      <a:pt x="873" y="811"/>
                    </a:lnTo>
                    <a:lnTo>
                      <a:pt x="876" y="812"/>
                    </a:lnTo>
                    <a:lnTo>
                      <a:pt x="877" y="813"/>
                    </a:lnTo>
                    <a:lnTo>
                      <a:pt x="881" y="813"/>
                    </a:lnTo>
                    <a:lnTo>
                      <a:pt x="882" y="811"/>
                    </a:lnTo>
                    <a:lnTo>
                      <a:pt x="883" y="810"/>
                    </a:lnTo>
                    <a:lnTo>
                      <a:pt x="883" y="807"/>
                    </a:lnTo>
                    <a:lnTo>
                      <a:pt x="885" y="806"/>
                    </a:lnTo>
                    <a:lnTo>
                      <a:pt x="886" y="803"/>
                    </a:lnTo>
                    <a:lnTo>
                      <a:pt x="888" y="800"/>
                    </a:lnTo>
                    <a:lnTo>
                      <a:pt x="891" y="797"/>
                    </a:lnTo>
                    <a:lnTo>
                      <a:pt x="896" y="782"/>
                    </a:lnTo>
                    <a:lnTo>
                      <a:pt x="901" y="778"/>
                    </a:lnTo>
                    <a:lnTo>
                      <a:pt x="908" y="776"/>
                    </a:lnTo>
                    <a:lnTo>
                      <a:pt x="917" y="774"/>
                    </a:lnTo>
                    <a:lnTo>
                      <a:pt x="923" y="774"/>
                    </a:lnTo>
                    <a:lnTo>
                      <a:pt x="925" y="776"/>
                    </a:lnTo>
                    <a:lnTo>
                      <a:pt x="935" y="776"/>
                    </a:lnTo>
                    <a:lnTo>
                      <a:pt x="935" y="779"/>
                    </a:lnTo>
                    <a:lnTo>
                      <a:pt x="932" y="786"/>
                    </a:lnTo>
                    <a:lnTo>
                      <a:pt x="927" y="801"/>
                    </a:lnTo>
                    <a:lnTo>
                      <a:pt x="927" y="805"/>
                    </a:lnTo>
                    <a:lnTo>
                      <a:pt x="926" y="808"/>
                    </a:lnTo>
                    <a:lnTo>
                      <a:pt x="925" y="811"/>
                    </a:lnTo>
                    <a:lnTo>
                      <a:pt x="923" y="815"/>
                    </a:lnTo>
                    <a:lnTo>
                      <a:pt x="923" y="811"/>
                    </a:lnTo>
                    <a:lnTo>
                      <a:pt x="920" y="811"/>
                    </a:lnTo>
                    <a:lnTo>
                      <a:pt x="920" y="834"/>
                    </a:lnTo>
                    <a:lnTo>
                      <a:pt x="917" y="835"/>
                    </a:lnTo>
                    <a:lnTo>
                      <a:pt x="916" y="836"/>
                    </a:lnTo>
                    <a:lnTo>
                      <a:pt x="913" y="837"/>
                    </a:lnTo>
                    <a:lnTo>
                      <a:pt x="912" y="839"/>
                    </a:lnTo>
                    <a:lnTo>
                      <a:pt x="912" y="842"/>
                    </a:lnTo>
                    <a:lnTo>
                      <a:pt x="913" y="844"/>
                    </a:lnTo>
                    <a:lnTo>
                      <a:pt x="916" y="845"/>
                    </a:lnTo>
                    <a:lnTo>
                      <a:pt x="936" y="845"/>
                    </a:lnTo>
                    <a:lnTo>
                      <a:pt x="956" y="844"/>
                    </a:lnTo>
                    <a:lnTo>
                      <a:pt x="961" y="844"/>
                    </a:lnTo>
                    <a:lnTo>
                      <a:pt x="964" y="845"/>
                    </a:lnTo>
                    <a:lnTo>
                      <a:pt x="967" y="847"/>
                    </a:lnTo>
                    <a:lnTo>
                      <a:pt x="975" y="851"/>
                    </a:lnTo>
                    <a:lnTo>
                      <a:pt x="975" y="869"/>
                    </a:lnTo>
                    <a:lnTo>
                      <a:pt x="974" y="873"/>
                    </a:lnTo>
                    <a:lnTo>
                      <a:pt x="972" y="875"/>
                    </a:lnTo>
                    <a:lnTo>
                      <a:pt x="972" y="900"/>
                    </a:lnTo>
                    <a:lnTo>
                      <a:pt x="975" y="908"/>
                    </a:lnTo>
                    <a:lnTo>
                      <a:pt x="977" y="910"/>
                    </a:lnTo>
                    <a:lnTo>
                      <a:pt x="981" y="913"/>
                    </a:lnTo>
                    <a:lnTo>
                      <a:pt x="984" y="914"/>
                    </a:lnTo>
                    <a:lnTo>
                      <a:pt x="987" y="917"/>
                    </a:lnTo>
                    <a:lnTo>
                      <a:pt x="990" y="918"/>
                    </a:lnTo>
                    <a:lnTo>
                      <a:pt x="992" y="923"/>
                    </a:lnTo>
                    <a:lnTo>
                      <a:pt x="996" y="927"/>
                    </a:lnTo>
                    <a:lnTo>
                      <a:pt x="999" y="927"/>
                    </a:lnTo>
                    <a:lnTo>
                      <a:pt x="1006" y="925"/>
                    </a:lnTo>
                    <a:lnTo>
                      <a:pt x="1013" y="923"/>
                    </a:lnTo>
                    <a:lnTo>
                      <a:pt x="1019" y="919"/>
                    </a:lnTo>
                    <a:lnTo>
                      <a:pt x="1025" y="918"/>
                    </a:lnTo>
                    <a:lnTo>
                      <a:pt x="1033" y="919"/>
                    </a:lnTo>
                    <a:lnTo>
                      <a:pt x="1038" y="923"/>
                    </a:lnTo>
                    <a:lnTo>
                      <a:pt x="1043" y="928"/>
                    </a:lnTo>
                    <a:lnTo>
                      <a:pt x="1048" y="932"/>
                    </a:lnTo>
                    <a:lnTo>
                      <a:pt x="1046" y="932"/>
                    </a:lnTo>
                    <a:lnTo>
                      <a:pt x="1045" y="934"/>
                    </a:lnTo>
                    <a:lnTo>
                      <a:pt x="1039" y="940"/>
                    </a:lnTo>
                    <a:lnTo>
                      <a:pt x="1036" y="940"/>
                    </a:lnTo>
                    <a:lnTo>
                      <a:pt x="1035" y="939"/>
                    </a:lnTo>
                    <a:lnTo>
                      <a:pt x="1033" y="939"/>
                    </a:lnTo>
                    <a:lnTo>
                      <a:pt x="1033" y="937"/>
                    </a:lnTo>
                    <a:lnTo>
                      <a:pt x="1035" y="934"/>
                    </a:lnTo>
                    <a:lnTo>
                      <a:pt x="1033" y="933"/>
                    </a:lnTo>
                    <a:lnTo>
                      <a:pt x="1029" y="929"/>
                    </a:lnTo>
                    <a:lnTo>
                      <a:pt x="1028" y="927"/>
                    </a:lnTo>
                    <a:lnTo>
                      <a:pt x="1024" y="927"/>
                    </a:lnTo>
                    <a:lnTo>
                      <a:pt x="1021" y="928"/>
                    </a:lnTo>
                    <a:lnTo>
                      <a:pt x="1019" y="930"/>
                    </a:lnTo>
                    <a:lnTo>
                      <a:pt x="1016" y="932"/>
                    </a:lnTo>
                    <a:lnTo>
                      <a:pt x="1011" y="937"/>
                    </a:lnTo>
                    <a:lnTo>
                      <a:pt x="1011" y="938"/>
                    </a:lnTo>
                    <a:lnTo>
                      <a:pt x="1014" y="940"/>
                    </a:lnTo>
                    <a:lnTo>
                      <a:pt x="1011" y="945"/>
                    </a:lnTo>
                    <a:lnTo>
                      <a:pt x="1010" y="947"/>
                    </a:lnTo>
                    <a:lnTo>
                      <a:pt x="1007" y="947"/>
                    </a:lnTo>
                    <a:lnTo>
                      <a:pt x="1004" y="945"/>
                    </a:lnTo>
                    <a:lnTo>
                      <a:pt x="1001" y="944"/>
                    </a:lnTo>
                    <a:lnTo>
                      <a:pt x="999" y="940"/>
                    </a:lnTo>
                    <a:lnTo>
                      <a:pt x="994" y="935"/>
                    </a:lnTo>
                    <a:lnTo>
                      <a:pt x="991" y="934"/>
                    </a:lnTo>
                    <a:lnTo>
                      <a:pt x="986" y="934"/>
                    </a:lnTo>
                    <a:lnTo>
                      <a:pt x="985" y="935"/>
                    </a:lnTo>
                    <a:lnTo>
                      <a:pt x="982" y="935"/>
                    </a:lnTo>
                    <a:lnTo>
                      <a:pt x="980" y="933"/>
                    </a:lnTo>
                    <a:lnTo>
                      <a:pt x="975" y="930"/>
                    </a:lnTo>
                    <a:lnTo>
                      <a:pt x="974" y="928"/>
                    </a:lnTo>
                    <a:lnTo>
                      <a:pt x="974" y="927"/>
                    </a:lnTo>
                    <a:lnTo>
                      <a:pt x="972" y="924"/>
                    </a:lnTo>
                    <a:lnTo>
                      <a:pt x="967" y="919"/>
                    </a:lnTo>
                    <a:lnTo>
                      <a:pt x="965" y="918"/>
                    </a:lnTo>
                    <a:lnTo>
                      <a:pt x="962" y="915"/>
                    </a:lnTo>
                    <a:lnTo>
                      <a:pt x="957" y="913"/>
                    </a:lnTo>
                    <a:lnTo>
                      <a:pt x="956" y="914"/>
                    </a:lnTo>
                    <a:lnTo>
                      <a:pt x="956" y="917"/>
                    </a:lnTo>
                    <a:lnTo>
                      <a:pt x="954" y="917"/>
                    </a:lnTo>
                    <a:lnTo>
                      <a:pt x="951" y="914"/>
                    </a:lnTo>
                    <a:lnTo>
                      <a:pt x="950" y="912"/>
                    </a:lnTo>
                    <a:lnTo>
                      <a:pt x="950" y="904"/>
                    </a:lnTo>
                    <a:lnTo>
                      <a:pt x="946" y="896"/>
                    </a:lnTo>
                    <a:lnTo>
                      <a:pt x="937" y="888"/>
                    </a:lnTo>
                    <a:lnTo>
                      <a:pt x="931" y="883"/>
                    </a:lnTo>
                    <a:lnTo>
                      <a:pt x="927" y="874"/>
                    </a:lnTo>
                    <a:lnTo>
                      <a:pt x="923" y="874"/>
                    </a:lnTo>
                    <a:lnTo>
                      <a:pt x="921" y="875"/>
                    </a:lnTo>
                    <a:lnTo>
                      <a:pt x="920" y="876"/>
                    </a:lnTo>
                    <a:lnTo>
                      <a:pt x="913" y="876"/>
                    </a:lnTo>
                    <a:lnTo>
                      <a:pt x="910" y="874"/>
                    </a:lnTo>
                    <a:lnTo>
                      <a:pt x="907" y="873"/>
                    </a:lnTo>
                    <a:lnTo>
                      <a:pt x="903" y="870"/>
                    </a:lnTo>
                    <a:lnTo>
                      <a:pt x="901" y="869"/>
                    </a:lnTo>
                    <a:lnTo>
                      <a:pt x="893" y="866"/>
                    </a:lnTo>
                    <a:lnTo>
                      <a:pt x="887" y="866"/>
                    </a:lnTo>
                    <a:lnTo>
                      <a:pt x="880" y="864"/>
                    </a:lnTo>
                    <a:lnTo>
                      <a:pt x="871" y="859"/>
                    </a:lnTo>
                    <a:lnTo>
                      <a:pt x="866" y="852"/>
                    </a:lnTo>
                    <a:lnTo>
                      <a:pt x="861" y="847"/>
                    </a:lnTo>
                    <a:lnTo>
                      <a:pt x="853" y="842"/>
                    </a:lnTo>
                    <a:lnTo>
                      <a:pt x="851" y="842"/>
                    </a:lnTo>
                    <a:lnTo>
                      <a:pt x="846" y="840"/>
                    </a:lnTo>
                    <a:lnTo>
                      <a:pt x="839" y="840"/>
                    </a:lnTo>
                    <a:lnTo>
                      <a:pt x="837" y="842"/>
                    </a:lnTo>
                    <a:lnTo>
                      <a:pt x="834" y="844"/>
                    </a:lnTo>
                    <a:lnTo>
                      <a:pt x="831" y="847"/>
                    </a:lnTo>
                    <a:lnTo>
                      <a:pt x="824" y="847"/>
                    </a:lnTo>
                    <a:lnTo>
                      <a:pt x="822" y="846"/>
                    </a:lnTo>
                    <a:lnTo>
                      <a:pt x="819" y="844"/>
                    </a:lnTo>
                    <a:lnTo>
                      <a:pt x="809" y="844"/>
                    </a:lnTo>
                    <a:lnTo>
                      <a:pt x="804" y="842"/>
                    </a:lnTo>
                    <a:lnTo>
                      <a:pt x="798" y="839"/>
                    </a:lnTo>
                    <a:lnTo>
                      <a:pt x="792" y="834"/>
                    </a:lnTo>
                    <a:lnTo>
                      <a:pt x="787" y="831"/>
                    </a:lnTo>
                    <a:lnTo>
                      <a:pt x="780" y="831"/>
                    </a:lnTo>
                    <a:lnTo>
                      <a:pt x="778" y="830"/>
                    </a:lnTo>
                    <a:lnTo>
                      <a:pt x="775" y="830"/>
                    </a:lnTo>
                    <a:lnTo>
                      <a:pt x="772" y="829"/>
                    </a:lnTo>
                    <a:lnTo>
                      <a:pt x="769" y="827"/>
                    </a:lnTo>
                    <a:lnTo>
                      <a:pt x="768" y="825"/>
                    </a:lnTo>
                    <a:lnTo>
                      <a:pt x="765" y="822"/>
                    </a:lnTo>
                    <a:lnTo>
                      <a:pt x="758" y="820"/>
                    </a:lnTo>
                    <a:lnTo>
                      <a:pt x="755" y="820"/>
                    </a:lnTo>
                    <a:lnTo>
                      <a:pt x="753" y="818"/>
                    </a:lnTo>
                    <a:lnTo>
                      <a:pt x="749" y="817"/>
                    </a:lnTo>
                    <a:lnTo>
                      <a:pt x="744" y="815"/>
                    </a:lnTo>
                    <a:lnTo>
                      <a:pt x="742" y="812"/>
                    </a:lnTo>
                    <a:lnTo>
                      <a:pt x="738" y="810"/>
                    </a:lnTo>
                    <a:lnTo>
                      <a:pt x="733" y="808"/>
                    </a:lnTo>
                    <a:lnTo>
                      <a:pt x="729" y="806"/>
                    </a:lnTo>
                    <a:lnTo>
                      <a:pt x="726" y="803"/>
                    </a:lnTo>
                    <a:lnTo>
                      <a:pt x="725" y="801"/>
                    </a:lnTo>
                    <a:lnTo>
                      <a:pt x="720" y="798"/>
                    </a:lnTo>
                    <a:lnTo>
                      <a:pt x="719" y="796"/>
                    </a:lnTo>
                    <a:lnTo>
                      <a:pt x="719" y="791"/>
                    </a:lnTo>
                    <a:lnTo>
                      <a:pt x="720" y="788"/>
                    </a:lnTo>
                    <a:lnTo>
                      <a:pt x="724" y="784"/>
                    </a:lnTo>
                    <a:lnTo>
                      <a:pt x="724" y="778"/>
                    </a:lnTo>
                    <a:lnTo>
                      <a:pt x="723" y="777"/>
                    </a:lnTo>
                    <a:lnTo>
                      <a:pt x="721" y="774"/>
                    </a:lnTo>
                    <a:lnTo>
                      <a:pt x="719" y="772"/>
                    </a:lnTo>
                    <a:lnTo>
                      <a:pt x="713" y="758"/>
                    </a:lnTo>
                    <a:lnTo>
                      <a:pt x="703" y="747"/>
                    </a:lnTo>
                    <a:lnTo>
                      <a:pt x="691" y="737"/>
                    </a:lnTo>
                    <a:lnTo>
                      <a:pt x="684" y="732"/>
                    </a:lnTo>
                    <a:lnTo>
                      <a:pt x="681" y="729"/>
                    </a:lnTo>
                    <a:lnTo>
                      <a:pt x="678" y="727"/>
                    </a:lnTo>
                    <a:lnTo>
                      <a:pt x="676" y="724"/>
                    </a:lnTo>
                    <a:lnTo>
                      <a:pt x="675" y="723"/>
                    </a:lnTo>
                    <a:lnTo>
                      <a:pt x="675" y="715"/>
                    </a:lnTo>
                    <a:lnTo>
                      <a:pt x="674" y="713"/>
                    </a:lnTo>
                    <a:lnTo>
                      <a:pt x="671" y="710"/>
                    </a:lnTo>
                    <a:lnTo>
                      <a:pt x="669" y="709"/>
                    </a:lnTo>
                    <a:lnTo>
                      <a:pt x="665" y="707"/>
                    </a:lnTo>
                    <a:lnTo>
                      <a:pt x="662" y="705"/>
                    </a:lnTo>
                    <a:lnTo>
                      <a:pt x="661" y="703"/>
                    </a:lnTo>
                    <a:lnTo>
                      <a:pt x="659" y="700"/>
                    </a:lnTo>
                    <a:lnTo>
                      <a:pt x="659" y="696"/>
                    </a:lnTo>
                    <a:lnTo>
                      <a:pt x="654" y="696"/>
                    </a:lnTo>
                    <a:lnTo>
                      <a:pt x="640" y="683"/>
                    </a:lnTo>
                    <a:lnTo>
                      <a:pt x="637" y="678"/>
                    </a:lnTo>
                    <a:lnTo>
                      <a:pt x="636" y="674"/>
                    </a:lnTo>
                    <a:lnTo>
                      <a:pt x="632" y="666"/>
                    </a:lnTo>
                    <a:lnTo>
                      <a:pt x="630" y="659"/>
                    </a:lnTo>
                    <a:lnTo>
                      <a:pt x="630" y="656"/>
                    </a:lnTo>
                    <a:lnTo>
                      <a:pt x="629" y="654"/>
                    </a:lnTo>
                    <a:lnTo>
                      <a:pt x="619" y="651"/>
                    </a:lnTo>
                    <a:lnTo>
                      <a:pt x="614" y="649"/>
                    </a:lnTo>
                    <a:lnTo>
                      <a:pt x="610" y="646"/>
                    </a:lnTo>
                    <a:lnTo>
                      <a:pt x="609" y="647"/>
                    </a:lnTo>
                    <a:lnTo>
                      <a:pt x="609" y="651"/>
                    </a:lnTo>
                    <a:lnTo>
                      <a:pt x="610" y="659"/>
                    </a:lnTo>
                    <a:lnTo>
                      <a:pt x="612" y="665"/>
                    </a:lnTo>
                    <a:lnTo>
                      <a:pt x="617" y="675"/>
                    </a:lnTo>
                    <a:lnTo>
                      <a:pt x="620" y="678"/>
                    </a:lnTo>
                    <a:lnTo>
                      <a:pt x="622" y="679"/>
                    </a:lnTo>
                    <a:lnTo>
                      <a:pt x="626" y="680"/>
                    </a:lnTo>
                    <a:lnTo>
                      <a:pt x="629" y="683"/>
                    </a:lnTo>
                    <a:lnTo>
                      <a:pt x="634" y="690"/>
                    </a:lnTo>
                    <a:lnTo>
                      <a:pt x="635" y="694"/>
                    </a:lnTo>
                    <a:lnTo>
                      <a:pt x="636" y="699"/>
                    </a:lnTo>
                    <a:lnTo>
                      <a:pt x="641" y="708"/>
                    </a:lnTo>
                    <a:lnTo>
                      <a:pt x="646" y="714"/>
                    </a:lnTo>
                    <a:lnTo>
                      <a:pt x="650" y="722"/>
                    </a:lnTo>
                    <a:lnTo>
                      <a:pt x="654" y="732"/>
                    </a:lnTo>
                    <a:lnTo>
                      <a:pt x="657" y="740"/>
                    </a:lnTo>
                    <a:lnTo>
                      <a:pt x="664" y="747"/>
                    </a:lnTo>
                    <a:lnTo>
                      <a:pt x="665" y="745"/>
                    </a:lnTo>
                    <a:lnTo>
                      <a:pt x="666" y="747"/>
                    </a:lnTo>
                    <a:lnTo>
                      <a:pt x="669" y="748"/>
                    </a:lnTo>
                    <a:lnTo>
                      <a:pt x="670" y="749"/>
                    </a:lnTo>
                    <a:lnTo>
                      <a:pt x="671" y="752"/>
                    </a:lnTo>
                    <a:lnTo>
                      <a:pt x="671" y="756"/>
                    </a:lnTo>
                    <a:lnTo>
                      <a:pt x="670" y="757"/>
                    </a:lnTo>
                    <a:lnTo>
                      <a:pt x="670" y="759"/>
                    </a:lnTo>
                    <a:lnTo>
                      <a:pt x="669" y="759"/>
                    </a:lnTo>
                    <a:lnTo>
                      <a:pt x="666" y="757"/>
                    </a:lnTo>
                    <a:lnTo>
                      <a:pt x="664" y="756"/>
                    </a:lnTo>
                    <a:lnTo>
                      <a:pt x="662" y="753"/>
                    </a:lnTo>
                    <a:lnTo>
                      <a:pt x="662" y="752"/>
                    </a:lnTo>
                    <a:lnTo>
                      <a:pt x="659" y="751"/>
                    </a:lnTo>
                    <a:lnTo>
                      <a:pt x="656" y="749"/>
                    </a:lnTo>
                    <a:lnTo>
                      <a:pt x="654" y="747"/>
                    </a:lnTo>
                    <a:lnTo>
                      <a:pt x="651" y="743"/>
                    </a:lnTo>
                    <a:lnTo>
                      <a:pt x="649" y="740"/>
                    </a:lnTo>
                    <a:lnTo>
                      <a:pt x="646" y="739"/>
                    </a:lnTo>
                    <a:lnTo>
                      <a:pt x="642" y="735"/>
                    </a:lnTo>
                    <a:lnTo>
                      <a:pt x="642" y="724"/>
                    </a:lnTo>
                    <a:lnTo>
                      <a:pt x="639" y="722"/>
                    </a:lnTo>
                    <a:lnTo>
                      <a:pt x="634" y="714"/>
                    </a:lnTo>
                    <a:lnTo>
                      <a:pt x="630" y="712"/>
                    </a:lnTo>
                    <a:lnTo>
                      <a:pt x="627" y="709"/>
                    </a:lnTo>
                    <a:lnTo>
                      <a:pt x="624" y="708"/>
                    </a:lnTo>
                    <a:lnTo>
                      <a:pt x="621" y="705"/>
                    </a:lnTo>
                    <a:lnTo>
                      <a:pt x="617" y="704"/>
                    </a:lnTo>
                    <a:lnTo>
                      <a:pt x="615" y="703"/>
                    </a:lnTo>
                    <a:lnTo>
                      <a:pt x="612" y="700"/>
                    </a:lnTo>
                    <a:lnTo>
                      <a:pt x="620" y="700"/>
                    </a:lnTo>
                    <a:lnTo>
                      <a:pt x="621" y="699"/>
                    </a:lnTo>
                    <a:lnTo>
                      <a:pt x="620" y="698"/>
                    </a:lnTo>
                    <a:lnTo>
                      <a:pt x="610" y="685"/>
                    </a:lnTo>
                    <a:lnTo>
                      <a:pt x="598" y="674"/>
                    </a:lnTo>
                    <a:lnTo>
                      <a:pt x="596" y="669"/>
                    </a:lnTo>
                    <a:lnTo>
                      <a:pt x="596" y="665"/>
                    </a:lnTo>
                    <a:lnTo>
                      <a:pt x="595" y="661"/>
                    </a:lnTo>
                    <a:lnTo>
                      <a:pt x="595" y="659"/>
                    </a:lnTo>
                    <a:lnTo>
                      <a:pt x="593" y="656"/>
                    </a:lnTo>
                    <a:lnTo>
                      <a:pt x="588" y="649"/>
                    </a:lnTo>
                    <a:lnTo>
                      <a:pt x="587" y="646"/>
                    </a:lnTo>
                    <a:lnTo>
                      <a:pt x="585" y="642"/>
                    </a:lnTo>
                    <a:lnTo>
                      <a:pt x="583" y="637"/>
                    </a:lnTo>
                    <a:lnTo>
                      <a:pt x="583" y="634"/>
                    </a:lnTo>
                    <a:lnTo>
                      <a:pt x="576" y="626"/>
                    </a:lnTo>
                    <a:lnTo>
                      <a:pt x="566" y="618"/>
                    </a:lnTo>
                    <a:lnTo>
                      <a:pt x="555" y="612"/>
                    </a:lnTo>
                    <a:lnTo>
                      <a:pt x="542" y="607"/>
                    </a:lnTo>
                    <a:lnTo>
                      <a:pt x="541" y="606"/>
                    </a:lnTo>
                    <a:lnTo>
                      <a:pt x="540" y="603"/>
                    </a:lnTo>
                    <a:lnTo>
                      <a:pt x="540" y="598"/>
                    </a:lnTo>
                    <a:lnTo>
                      <a:pt x="534" y="590"/>
                    </a:lnTo>
                    <a:lnTo>
                      <a:pt x="528" y="582"/>
                    </a:lnTo>
                    <a:lnTo>
                      <a:pt x="524" y="573"/>
                    </a:lnTo>
                    <a:lnTo>
                      <a:pt x="524" y="563"/>
                    </a:lnTo>
                    <a:lnTo>
                      <a:pt x="518" y="559"/>
                    </a:lnTo>
                    <a:lnTo>
                      <a:pt x="506" y="542"/>
                    </a:lnTo>
                    <a:lnTo>
                      <a:pt x="499" y="532"/>
                    </a:lnTo>
                    <a:lnTo>
                      <a:pt x="498" y="529"/>
                    </a:lnTo>
                    <a:lnTo>
                      <a:pt x="499" y="528"/>
                    </a:lnTo>
                    <a:lnTo>
                      <a:pt x="501" y="525"/>
                    </a:lnTo>
                    <a:lnTo>
                      <a:pt x="503" y="523"/>
                    </a:lnTo>
                    <a:lnTo>
                      <a:pt x="502" y="513"/>
                    </a:lnTo>
                    <a:lnTo>
                      <a:pt x="501" y="500"/>
                    </a:lnTo>
                    <a:lnTo>
                      <a:pt x="499" y="489"/>
                    </a:lnTo>
                    <a:lnTo>
                      <a:pt x="498" y="481"/>
                    </a:lnTo>
                    <a:lnTo>
                      <a:pt x="501" y="473"/>
                    </a:lnTo>
                    <a:lnTo>
                      <a:pt x="506" y="452"/>
                    </a:lnTo>
                    <a:lnTo>
                      <a:pt x="507" y="444"/>
                    </a:lnTo>
                    <a:lnTo>
                      <a:pt x="506" y="437"/>
                    </a:lnTo>
                    <a:lnTo>
                      <a:pt x="497" y="429"/>
                    </a:lnTo>
                    <a:lnTo>
                      <a:pt x="496" y="422"/>
                    </a:lnTo>
                    <a:lnTo>
                      <a:pt x="498" y="420"/>
                    </a:lnTo>
                    <a:lnTo>
                      <a:pt x="501" y="418"/>
                    </a:lnTo>
                    <a:lnTo>
                      <a:pt x="502" y="418"/>
                    </a:lnTo>
                    <a:lnTo>
                      <a:pt x="509" y="421"/>
                    </a:lnTo>
                    <a:lnTo>
                      <a:pt x="514" y="426"/>
                    </a:lnTo>
                    <a:lnTo>
                      <a:pt x="517" y="421"/>
                    </a:lnTo>
                    <a:lnTo>
                      <a:pt x="519" y="417"/>
                    </a:lnTo>
                    <a:lnTo>
                      <a:pt x="519" y="412"/>
                    </a:lnTo>
                    <a:lnTo>
                      <a:pt x="516" y="408"/>
                    </a:lnTo>
                    <a:lnTo>
                      <a:pt x="514" y="406"/>
                    </a:lnTo>
                    <a:lnTo>
                      <a:pt x="513" y="405"/>
                    </a:lnTo>
                    <a:lnTo>
                      <a:pt x="512" y="405"/>
                    </a:lnTo>
                    <a:lnTo>
                      <a:pt x="511" y="403"/>
                    </a:lnTo>
                    <a:lnTo>
                      <a:pt x="508" y="402"/>
                    </a:lnTo>
                    <a:lnTo>
                      <a:pt x="504" y="401"/>
                    </a:lnTo>
                    <a:lnTo>
                      <a:pt x="501" y="398"/>
                    </a:lnTo>
                    <a:lnTo>
                      <a:pt x="496" y="396"/>
                    </a:lnTo>
                    <a:lnTo>
                      <a:pt x="494" y="395"/>
                    </a:lnTo>
                    <a:lnTo>
                      <a:pt x="493" y="391"/>
                    </a:lnTo>
                    <a:lnTo>
                      <a:pt x="491" y="390"/>
                    </a:lnTo>
                    <a:lnTo>
                      <a:pt x="488" y="387"/>
                    </a:lnTo>
                    <a:lnTo>
                      <a:pt x="486" y="387"/>
                    </a:lnTo>
                    <a:lnTo>
                      <a:pt x="483" y="386"/>
                    </a:lnTo>
                    <a:lnTo>
                      <a:pt x="481" y="386"/>
                    </a:lnTo>
                    <a:lnTo>
                      <a:pt x="478" y="385"/>
                    </a:lnTo>
                    <a:lnTo>
                      <a:pt x="477" y="383"/>
                    </a:lnTo>
                    <a:lnTo>
                      <a:pt x="476" y="381"/>
                    </a:lnTo>
                    <a:lnTo>
                      <a:pt x="467" y="378"/>
                    </a:lnTo>
                    <a:lnTo>
                      <a:pt x="463" y="374"/>
                    </a:lnTo>
                    <a:lnTo>
                      <a:pt x="459" y="367"/>
                    </a:lnTo>
                    <a:lnTo>
                      <a:pt x="458" y="361"/>
                    </a:lnTo>
                    <a:lnTo>
                      <a:pt x="455" y="358"/>
                    </a:lnTo>
                    <a:lnTo>
                      <a:pt x="450" y="356"/>
                    </a:lnTo>
                    <a:lnTo>
                      <a:pt x="449" y="354"/>
                    </a:lnTo>
                    <a:lnTo>
                      <a:pt x="447" y="353"/>
                    </a:lnTo>
                    <a:lnTo>
                      <a:pt x="445" y="351"/>
                    </a:lnTo>
                    <a:lnTo>
                      <a:pt x="444" y="349"/>
                    </a:lnTo>
                    <a:lnTo>
                      <a:pt x="444" y="343"/>
                    </a:lnTo>
                    <a:lnTo>
                      <a:pt x="443" y="340"/>
                    </a:lnTo>
                    <a:lnTo>
                      <a:pt x="438" y="338"/>
                    </a:lnTo>
                    <a:lnTo>
                      <a:pt x="437" y="338"/>
                    </a:lnTo>
                    <a:lnTo>
                      <a:pt x="432" y="335"/>
                    </a:lnTo>
                    <a:lnTo>
                      <a:pt x="429" y="330"/>
                    </a:lnTo>
                    <a:lnTo>
                      <a:pt x="429" y="318"/>
                    </a:lnTo>
                    <a:lnTo>
                      <a:pt x="428" y="315"/>
                    </a:lnTo>
                    <a:lnTo>
                      <a:pt x="427" y="314"/>
                    </a:lnTo>
                    <a:lnTo>
                      <a:pt x="427" y="313"/>
                    </a:lnTo>
                    <a:lnTo>
                      <a:pt x="425" y="313"/>
                    </a:lnTo>
                    <a:lnTo>
                      <a:pt x="424" y="314"/>
                    </a:lnTo>
                    <a:lnTo>
                      <a:pt x="419" y="314"/>
                    </a:lnTo>
                    <a:lnTo>
                      <a:pt x="415" y="312"/>
                    </a:lnTo>
                    <a:lnTo>
                      <a:pt x="413" y="309"/>
                    </a:lnTo>
                    <a:lnTo>
                      <a:pt x="409" y="307"/>
                    </a:lnTo>
                    <a:lnTo>
                      <a:pt x="407" y="301"/>
                    </a:lnTo>
                    <a:lnTo>
                      <a:pt x="407" y="293"/>
                    </a:lnTo>
                    <a:lnTo>
                      <a:pt x="405" y="290"/>
                    </a:lnTo>
                    <a:lnTo>
                      <a:pt x="403" y="290"/>
                    </a:lnTo>
                    <a:lnTo>
                      <a:pt x="400" y="289"/>
                    </a:lnTo>
                    <a:lnTo>
                      <a:pt x="390" y="289"/>
                    </a:lnTo>
                    <a:lnTo>
                      <a:pt x="388" y="286"/>
                    </a:lnTo>
                    <a:lnTo>
                      <a:pt x="386" y="284"/>
                    </a:lnTo>
                    <a:lnTo>
                      <a:pt x="386" y="283"/>
                    </a:lnTo>
                    <a:lnTo>
                      <a:pt x="393" y="276"/>
                    </a:lnTo>
                    <a:lnTo>
                      <a:pt x="393" y="271"/>
                    </a:lnTo>
                    <a:lnTo>
                      <a:pt x="390" y="271"/>
                    </a:lnTo>
                    <a:lnTo>
                      <a:pt x="388" y="273"/>
                    </a:lnTo>
                    <a:lnTo>
                      <a:pt x="384" y="276"/>
                    </a:lnTo>
                    <a:lnTo>
                      <a:pt x="380" y="276"/>
                    </a:lnTo>
                    <a:lnTo>
                      <a:pt x="379" y="275"/>
                    </a:lnTo>
                    <a:lnTo>
                      <a:pt x="376" y="274"/>
                    </a:lnTo>
                    <a:lnTo>
                      <a:pt x="375" y="271"/>
                    </a:lnTo>
                    <a:lnTo>
                      <a:pt x="375" y="266"/>
                    </a:lnTo>
                    <a:lnTo>
                      <a:pt x="376" y="265"/>
                    </a:lnTo>
                    <a:lnTo>
                      <a:pt x="378" y="263"/>
                    </a:lnTo>
                    <a:lnTo>
                      <a:pt x="379" y="261"/>
                    </a:lnTo>
                    <a:lnTo>
                      <a:pt x="376" y="259"/>
                    </a:lnTo>
                    <a:lnTo>
                      <a:pt x="375" y="259"/>
                    </a:lnTo>
                    <a:lnTo>
                      <a:pt x="374" y="257"/>
                    </a:lnTo>
                    <a:lnTo>
                      <a:pt x="373" y="259"/>
                    </a:lnTo>
                    <a:lnTo>
                      <a:pt x="369" y="259"/>
                    </a:lnTo>
                    <a:lnTo>
                      <a:pt x="365" y="257"/>
                    </a:lnTo>
                    <a:lnTo>
                      <a:pt x="360" y="252"/>
                    </a:lnTo>
                    <a:lnTo>
                      <a:pt x="358" y="257"/>
                    </a:lnTo>
                    <a:lnTo>
                      <a:pt x="356" y="259"/>
                    </a:lnTo>
                    <a:lnTo>
                      <a:pt x="354" y="260"/>
                    </a:lnTo>
                    <a:lnTo>
                      <a:pt x="350" y="259"/>
                    </a:lnTo>
                    <a:lnTo>
                      <a:pt x="348" y="257"/>
                    </a:lnTo>
                    <a:lnTo>
                      <a:pt x="344" y="255"/>
                    </a:lnTo>
                    <a:lnTo>
                      <a:pt x="339" y="250"/>
                    </a:lnTo>
                    <a:lnTo>
                      <a:pt x="338" y="247"/>
                    </a:lnTo>
                    <a:lnTo>
                      <a:pt x="335" y="245"/>
                    </a:lnTo>
                    <a:lnTo>
                      <a:pt x="322" y="240"/>
                    </a:lnTo>
                    <a:lnTo>
                      <a:pt x="311" y="235"/>
                    </a:lnTo>
                    <a:lnTo>
                      <a:pt x="299" y="230"/>
                    </a:lnTo>
                    <a:lnTo>
                      <a:pt x="276" y="230"/>
                    </a:lnTo>
                    <a:lnTo>
                      <a:pt x="265" y="227"/>
                    </a:lnTo>
                    <a:lnTo>
                      <a:pt x="255" y="224"/>
                    </a:lnTo>
                    <a:lnTo>
                      <a:pt x="245" y="218"/>
                    </a:lnTo>
                    <a:lnTo>
                      <a:pt x="237" y="210"/>
                    </a:lnTo>
                    <a:lnTo>
                      <a:pt x="233" y="211"/>
                    </a:lnTo>
                    <a:lnTo>
                      <a:pt x="228" y="212"/>
                    </a:lnTo>
                    <a:lnTo>
                      <a:pt x="225" y="215"/>
                    </a:lnTo>
                    <a:lnTo>
                      <a:pt x="221" y="216"/>
                    </a:lnTo>
                    <a:lnTo>
                      <a:pt x="222" y="218"/>
                    </a:lnTo>
                    <a:lnTo>
                      <a:pt x="225" y="222"/>
                    </a:lnTo>
                    <a:lnTo>
                      <a:pt x="220" y="227"/>
                    </a:lnTo>
                    <a:lnTo>
                      <a:pt x="211" y="234"/>
                    </a:lnTo>
                    <a:lnTo>
                      <a:pt x="201" y="239"/>
                    </a:lnTo>
                    <a:lnTo>
                      <a:pt x="192" y="244"/>
                    </a:lnTo>
                    <a:lnTo>
                      <a:pt x="184" y="245"/>
                    </a:lnTo>
                    <a:lnTo>
                      <a:pt x="183" y="245"/>
                    </a:lnTo>
                    <a:lnTo>
                      <a:pt x="181" y="242"/>
                    </a:lnTo>
                    <a:lnTo>
                      <a:pt x="181" y="240"/>
                    </a:lnTo>
                    <a:lnTo>
                      <a:pt x="182" y="239"/>
                    </a:lnTo>
                    <a:lnTo>
                      <a:pt x="183" y="239"/>
                    </a:lnTo>
                    <a:lnTo>
                      <a:pt x="183" y="234"/>
                    </a:lnTo>
                    <a:lnTo>
                      <a:pt x="186" y="225"/>
                    </a:lnTo>
                    <a:lnTo>
                      <a:pt x="191" y="218"/>
                    </a:lnTo>
                    <a:lnTo>
                      <a:pt x="201" y="213"/>
                    </a:lnTo>
                    <a:lnTo>
                      <a:pt x="201" y="210"/>
                    </a:lnTo>
                    <a:lnTo>
                      <a:pt x="197" y="210"/>
                    </a:lnTo>
                    <a:lnTo>
                      <a:pt x="189" y="212"/>
                    </a:lnTo>
                    <a:lnTo>
                      <a:pt x="179" y="218"/>
                    </a:lnTo>
                    <a:lnTo>
                      <a:pt x="169" y="227"/>
                    </a:lnTo>
                    <a:lnTo>
                      <a:pt x="162" y="237"/>
                    </a:lnTo>
                    <a:lnTo>
                      <a:pt x="159" y="246"/>
                    </a:lnTo>
                    <a:lnTo>
                      <a:pt x="159" y="252"/>
                    </a:lnTo>
                    <a:lnTo>
                      <a:pt x="157" y="260"/>
                    </a:lnTo>
                    <a:lnTo>
                      <a:pt x="154" y="263"/>
                    </a:lnTo>
                    <a:lnTo>
                      <a:pt x="151" y="265"/>
                    </a:lnTo>
                    <a:lnTo>
                      <a:pt x="146" y="266"/>
                    </a:lnTo>
                    <a:lnTo>
                      <a:pt x="142" y="268"/>
                    </a:lnTo>
                    <a:lnTo>
                      <a:pt x="138" y="270"/>
                    </a:lnTo>
                    <a:lnTo>
                      <a:pt x="136" y="273"/>
                    </a:lnTo>
                    <a:lnTo>
                      <a:pt x="134" y="275"/>
                    </a:lnTo>
                    <a:lnTo>
                      <a:pt x="132" y="279"/>
                    </a:lnTo>
                    <a:lnTo>
                      <a:pt x="123" y="285"/>
                    </a:lnTo>
                    <a:lnTo>
                      <a:pt x="114" y="290"/>
                    </a:lnTo>
                    <a:lnTo>
                      <a:pt x="97" y="303"/>
                    </a:lnTo>
                    <a:lnTo>
                      <a:pt x="85" y="307"/>
                    </a:lnTo>
                    <a:lnTo>
                      <a:pt x="73" y="309"/>
                    </a:lnTo>
                    <a:lnTo>
                      <a:pt x="64" y="312"/>
                    </a:lnTo>
                    <a:lnTo>
                      <a:pt x="58" y="317"/>
                    </a:lnTo>
                    <a:lnTo>
                      <a:pt x="50" y="322"/>
                    </a:lnTo>
                    <a:lnTo>
                      <a:pt x="43" y="324"/>
                    </a:lnTo>
                    <a:lnTo>
                      <a:pt x="33" y="324"/>
                    </a:lnTo>
                    <a:lnTo>
                      <a:pt x="38" y="319"/>
                    </a:lnTo>
                    <a:lnTo>
                      <a:pt x="40" y="318"/>
                    </a:lnTo>
                    <a:lnTo>
                      <a:pt x="43" y="318"/>
                    </a:lnTo>
                    <a:lnTo>
                      <a:pt x="46" y="317"/>
                    </a:lnTo>
                    <a:lnTo>
                      <a:pt x="49" y="317"/>
                    </a:lnTo>
                    <a:lnTo>
                      <a:pt x="51" y="315"/>
                    </a:lnTo>
                    <a:lnTo>
                      <a:pt x="55" y="312"/>
                    </a:lnTo>
                    <a:lnTo>
                      <a:pt x="58" y="308"/>
                    </a:lnTo>
                    <a:lnTo>
                      <a:pt x="61" y="304"/>
                    </a:lnTo>
                    <a:lnTo>
                      <a:pt x="65" y="301"/>
                    </a:lnTo>
                    <a:lnTo>
                      <a:pt x="68" y="300"/>
                    </a:lnTo>
                    <a:lnTo>
                      <a:pt x="72" y="300"/>
                    </a:lnTo>
                    <a:lnTo>
                      <a:pt x="74" y="299"/>
                    </a:lnTo>
                    <a:lnTo>
                      <a:pt x="80" y="299"/>
                    </a:lnTo>
                    <a:lnTo>
                      <a:pt x="84" y="295"/>
                    </a:lnTo>
                    <a:lnTo>
                      <a:pt x="94" y="288"/>
                    </a:lnTo>
                    <a:lnTo>
                      <a:pt x="117" y="273"/>
                    </a:lnTo>
                    <a:lnTo>
                      <a:pt x="123" y="268"/>
                    </a:lnTo>
                    <a:lnTo>
                      <a:pt x="130" y="255"/>
                    </a:lnTo>
                    <a:lnTo>
                      <a:pt x="137" y="249"/>
                    </a:lnTo>
                    <a:lnTo>
                      <a:pt x="130" y="249"/>
                    </a:lnTo>
                    <a:lnTo>
                      <a:pt x="127" y="250"/>
                    </a:lnTo>
                    <a:lnTo>
                      <a:pt x="123" y="252"/>
                    </a:lnTo>
                    <a:lnTo>
                      <a:pt x="119" y="254"/>
                    </a:lnTo>
                    <a:lnTo>
                      <a:pt x="112" y="254"/>
                    </a:lnTo>
                    <a:lnTo>
                      <a:pt x="109" y="252"/>
                    </a:lnTo>
                    <a:lnTo>
                      <a:pt x="107" y="252"/>
                    </a:lnTo>
                    <a:lnTo>
                      <a:pt x="104" y="251"/>
                    </a:lnTo>
                    <a:lnTo>
                      <a:pt x="103" y="254"/>
                    </a:lnTo>
                    <a:lnTo>
                      <a:pt x="102" y="255"/>
                    </a:lnTo>
                    <a:lnTo>
                      <a:pt x="102" y="257"/>
                    </a:lnTo>
                    <a:lnTo>
                      <a:pt x="94" y="254"/>
                    </a:lnTo>
                    <a:lnTo>
                      <a:pt x="88" y="251"/>
                    </a:lnTo>
                    <a:lnTo>
                      <a:pt x="82" y="246"/>
                    </a:lnTo>
                    <a:lnTo>
                      <a:pt x="82" y="252"/>
                    </a:lnTo>
                    <a:lnTo>
                      <a:pt x="75" y="252"/>
                    </a:lnTo>
                    <a:lnTo>
                      <a:pt x="73" y="254"/>
                    </a:lnTo>
                    <a:lnTo>
                      <a:pt x="72" y="256"/>
                    </a:lnTo>
                    <a:lnTo>
                      <a:pt x="70" y="256"/>
                    </a:lnTo>
                    <a:lnTo>
                      <a:pt x="68" y="254"/>
                    </a:lnTo>
                    <a:lnTo>
                      <a:pt x="67" y="251"/>
                    </a:lnTo>
                    <a:lnTo>
                      <a:pt x="67" y="235"/>
                    </a:lnTo>
                    <a:lnTo>
                      <a:pt x="65" y="232"/>
                    </a:lnTo>
                    <a:lnTo>
                      <a:pt x="64" y="231"/>
                    </a:lnTo>
                    <a:lnTo>
                      <a:pt x="63" y="231"/>
                    </a:lnTo>
                    <a:lnTo>
                      <a:pt x="61" y="232"/>
                    </a:lnTo>
                    <a:lnTo>
                      <a:pt x="59" y="234"/>
                    </a:lnTo>
                    <a:lnTo>
                      <a:pt x="58" y="236"/>
                    </a:lnTo>
                    <a:lnTo>
                      <a:pt x="55" y="239"/>
                    </a:lnTo>
                    <a:lnTo>
                      <a:pt x="50" y="237"/>
                    </a:lnTo>
                    <a:lnTo>
                      <a:pt x="44" y="234"/>
                    </a:lnTo>
                    <a:lnTo>
                      <a:pt x="36" y="229"/>
                    </a:lnTo>
                    <a:lnTo>
                      <a:pt x="28" y="220"/>
                    </a:lnTo>
                    <a:lnTo>
                      <a:pt x="30" y="220"/>
                    </a:lnTo>
                    <a:lnTo>
                      <a:pt x="31" y="218"/>
                    </a:lnTo>
                    <a:lnTo>
                      <a:pt x="34" y="218"/>
                    </a:lnTo>
                    <a:lnTo>
                      <a:pt x="31" y="215"/>
                    </a:lnTo>
                    <a:lnTo>
                      <a:pt x="26" y="210"/>
                    </a:lnTo>
                    <a:lnTo>
                      <a:pt x="23" y="207"/>
                    </a:lnTo>
                    <a:lnTo>
                      <a:pt x="20" y="206"/>
                    </a:lnTo>
                    <a:lnTo>
                      <a:pt x="18" y="201"/>
                    </a:lnTo>
                    <a:lnTo>
                      <a:pt x="21" y="192"/>
                    </a:lnTo>
                    <a:lnTo>
                      <a:pt x="29" y="185"/>
                    </a:lnTo>
                    <a:lnTo>
                      <a:pt x="39" y="179"/>
                    </a:lnTo>
                    <a:lnTo>
                      <a:pt x="48" y="178"/>
                    </a:lnTo>
                    <a:lnTo>
                      <a:pt x="53" y="177"/>
                    </a:lnTo>
                    <a:lnTo>
                      <a:pt x="60" y="174"/>
                    </a:lnTo>
                    <a:lnTo>
                      <a:pt x="69" y="169"/>
                    </a:lnTo>
                    <a:lnTo>
                      <a:pt x="77" y="166"/>
                    </a:lnTo>
                    <a:lnTo>
                      <a:pt x="79" y="162"/>
                    </a:lnTo>
                    <a:lnTo>
                      <a:pt x="79" y="161"/>
                    </a:lnTo>
                    <a:lnTo>
                      <a:pt x="78" y="158"/>
                    </a:lnTo>
                    <a:lnTo>
                      <a:pt x="75" y="157"/>
                    </a:lnTo>
                    <a:lnTo>
                      <a:pt x="74" y="154"/>
                    </a:lnTo>
                    <a:lnTo>
                      <a:pt x="73" y="153"/>
                    </a:lnTo>
                    <a:lnTo>
                      <a:pt x="73" y="152"/>
                    </a:lnTo>
                    <a:lnTo>
                      <a:pt x="74" y="151"/>
                    </a:lnTo>
                    <a:lnTo>
                      <a:pt x="78" y="151"/>
                    </a:lnTo>
                    <a:lnTo>
                      <a:pt x="79" y="152"/>
                    </a:lnTo>
                    <a:lnTo>
                      <a:pt x="79" y="146"/>
                    </a:lnTo>
                    <a:lnTo>
                      <a:pt x="70" y="146"/>
                    </a:lnTo>
                    <a:lnTo>
                      <a:pt x="68" y="148"/>
                    </a:lnTo>
                    <a:lnTo>
                      <a:pt x="63" y="151"/>
                    </a:lnTo>
                    <a:lnTo>
                      <a:pt x="59" y="153"/>
                    </a:lnTo>
                    <a:lnTo>
                      <a:pt x="50" y="153"/>
                    </a:lnTo>
                    <a:lnTo>
                      <a:pt x="46" y="152"/>
                    </a:lnTo>
                    <a:lnTo>
                      <a:pt x="41" y="149"/>
                    </a:lnTo>
                    <a:lnTo>
                      <a:pt x="16" y="149"/>
                    </a:lnTo>
                    <a:lnTo>
                      <a:pt x="16" y="147"/>
                    </a:lnTo>
                    <a:lnTo>
                      <a:pt x="15" y="144"/>
                    </a:lnTo>
                    <a:lnTo>
                      <a:pt x="11" y="140"/>
                    </a:lnTo>
                    <a:lnTo>
                      <a:pt x="11" y="135"/>
                    </a:lnTo>
                    <a:lnTo>
                      <a:pt x="13" y="134"/>
                    </a:lnTo>
                    <a:lnTo>
                      <a:pt x="9" y="134"/>
                    </a:lnTo>
                    <a:lnTo>
                      <a:pt x="5" y="133"/>
                    </a:lnTo>
                    <a:lnTo>
                      <a:pt x="0" y="128"/>
                    </a:lnTo>
                    <a:lnTo>
                      <a:pt x="11" y="122"/>
                    </a:lnTo>
                    <a:lnTo>
                      <a:pt x="25" y="117"/>
                    </a:lnTo>
                    <a:lnTo>
                      <a:pt x="36" y="110"/>
                    </a:lnTo>
                    <a:lnTo>
                      <a:pt x="44" y="110"/>
                    </a:lnTo>
                    <a:lnTo>
                      <a:pt x="44" y="114"/>
                    </a:lnTo>
                    <a:lnTo>
                      <a:pt x="46" y="119"/>
                    </a:lnTo>
                    <a:lnTo>
                      <a:pt x="70" y="119"/>
                    </a:lnTo>
                    <a:lnTo>
                      <a:pt x="67" y="112"/>
                    </a:lnTo>
                    <a:lnTo>
                      <a:pt x="61" y="107"/>
                    </a:lnTo>
                    <a:lnTo>
                      <a:pt x="54" y="104"/>
                    </a:lnTo>
                    <a:lnTo>
                      <a:pt x="46" y="100"/>
                    </a:lnTo>
                    <a:lnTo>
                      <a:pt x="44" y="98"/>
                    </a:lnTo>
                    <a:lnTo>
                      <a:pt x="36" y="86"/>
                    </a:lnTo>
                    <a:lnTo>
                      <a:pt x="34" y="84"/>
                    </a:lnTo>
                    <a:lnTo>
                      <a:pt x="29" y="81"/>
                    </a:lnTo>
                    <a:lnTo>
                      <a:pt x="21" y="79"/>
                    </a:lnTo>
                    <a:lnTo>
                      <a:pt x="15" y="78"/>
                    </a:lnTo>
                    <a:lnTo>
                      <a:pt x="13" y="75"/>
                    </a:lnTo>
                    <a:lnTo>
                      <a:pt x="13" y="74"/>
                    </a:lnTo>
                    <a:lnTo>
                      <a:pt x="14" y="73"/>
                    </a:lnTo>
                    <a:lnTo>
                      <a:pt x="18" y="65"/>
                    </a:lnTo>
                    <a:lnTo>
                      <a:pt x="18" y="64"/>
                    </a:lnTo>
                    <a:lnTo>
                      <a:pt x="19" y="63"/>
                    </a:lnTo>
                    <a:lnTo>
                      <a:pt x="40" y="63"/>
                    </a:lnTo>
                    <a:lnTo>
                      <a:pt x="55" y="47"/>
                    </a:lnTo>
                    <a:lnTo>
                      <a:pt x="73" y="34"/>
                    </a:lnTo>
                    <a:lnTo>
                      <a:pt x="93" y="25"/>
                    </a:lnTo>
                    <a:lnTo>
                      <a:pt x="95" y="24"/>
                    </a:lnTo>
                    <a:lnTo>
                      <a:pt x="99" y="24"/>
                    </a:lnTo>
                    <a:lnTo>
                      <a:pt x="102" y="25"/>
                    </a:lnTo>
                    <a:lnTo>
                      <a:pt x="104" y="25"/>
                    </a:lnTo>
                    <a:lnTo>
                      <a:pt x="108" y="24"/>
                    </a:lnTo>
                    <a:lnTo>
                      <a:pt x="110" y="22"/>
                    </a:lnTo>
                    <a:lnTo>
                      <a:pt x="114" y="20"/>
                    </a:lnTo>
                    <a:lnTo>
                      <a:pt x="119" y="15"/>
                    </a:lnTo>
                    <a:lnTo>
                      <a:pt x="122" y="13"/>
                    </a:lnTo>
                    <a:lnTo>
                      <a:pt x="125" y="12"/>
                    </a:lnTo>
                    <a:lnTo>
                      <a:pt x="129" y="12"/>
                    </a:lnTo>
                    <a:lnTo>
                      <a:pt x="132" y="15"/>
                    </a:lnTo>
                    <a:lnTo>
                      <a:pt x="134" y="16"/>
                    </a:lnTo>
                    <a:lnTo>
                      <a:pt x="138" y="18"/>
                    </a:lnTo>
                    <a:lnTo>
                      <a:pt x="136" y="21"/>
                    </a:lnTo>
                    <a:lnTo>
                      <a:pt x="136" y="22"/>
                    </a:lnTo>
                    <a:lnTo>
                      <a:pt x="134" y="24"/>
                    </a:lnTo>
                    <a:lnTo>
                      <a:pt x="137" y="24"/>
                    </a:lnTo>
                    <a:lnTo>
                      <a:pt x="142" y="21"/>
                    </a:lnTo>
                    <a:lnTo>
                      <a:pt x="144" y="18"/>
                    </a:lnTo>
                    <a:lnTo>
                      <a:pt x="148" y="20"/>
                    </a:lnTo>
                    <a:lnTo>
                      <a:pt x="149" y="20"/>
                    </a:lnTo>
                    <a:lnTo>
                      <a:pt x="154" y="22"/>
                    </a:lnTo>
                    <a:lnTo>
                      <a:pt x="174" y="22"/>
                    </a:lnTo>
                    <a:lnTo>
                      <a:pt x="178" y="25"/>
                    </a:lnTo>
                    <a:lnTo>
                      <a:pt x="182" y="29"/>
                    </a:lnTo>
                    <a:lnTo>
                      <a:pt x="186" y="30"/>
                    </a:lnTo>
                    <a:lnTo>
                      <a:pt x="217" y="30"/>
                    </a:lnTo>
                    <a:lnTo>
                      <a:pt x="226" y="35"/>
                    </a:lnTo>
                    <a:lnTo>
                      <a:pt x="238" y="39"/>
                    </a:lnTo>
                    <a:lnTo>
                      <a:pt x="252" y="41"/>
                    </a:lnTo>
                    <a:lnTo>
                      <a:pt x="267" y="41"/>
                    </a:lnTo>
                    <a:lnTo>
                      <a:pt x="279" y="37"/>
                    </a:lnTo>
                    <a:lnTo>
                      <a:pt x="282" y="37"/>
                    </a:lnTo>
                    <a:lnTo>
                      <a:pt x="292" y="39"/>
                    </a:lnTo>
                    <a:lnTo>
                      <a:pt x="300" y="42"/>
                    </a:lnTo>
                    <a:lnTo>
                      <a:pt x="309" y="46"/>
                    </a:lnTo>
                    <a:lnTo>
                      <a:pt x="309" y="45"/>
                    </a:lnTo>
                    <a:lnTo>
                      <a:pt x="310" y="46"/>
                    </a:lnTo>
                    <a:lnTo>
                      <a:pt x="312" y="46"/>
                    </a:lnTo>
                    <a:lnTo>
                      <a:pt x="314" y="45"/>
                    </a:lnTo>
                    <a:lnTo>
                      <a:pt x="314" y="46"/>
                    </a:lnTo>
                    <a:lnTo>
                      <a:pt x="315" y="47"/>
                    </a:lnTo>
                    <a:lnTo>
                      <a:pt x="317" y="49"/>
                    </a:lnTo>
                    <a:lnTo>
                      <a:pt x="319" y="50"/>
                    </a:lnTo>
                    <a:lnTo>
                      <a:pt x="319" y="51"/>
                    </a:lnTo>
                    <a:lnTo>
                      <a:pt x="335" y="59"/>
                    </a:lnTo>
                    <a:lnTo>
                      <a:pt x="351" y="61"/>
                    </a:lnTo>
                    <a:lnTo>
                      <a:pt x="364" y="63"/>
                    </a:lnTo>
                    <a:lnTo>
                      <a:pt x="364" y="61"/>
                    </a:lnTo>
                    <a:lnTo>
                      <a:pt x="361" y="59"/>
                    </a:lnTo>
                    <a:lnTo>
                      <a:pt x="361" y="56"/>
                    </a:lnTo>
                    <a:lnTo>
                      <a:pt x="366" y="54"/>
                    </a:lnTo>
                    <a:lnTo>
                      <a:pt x="370" y="52"/>
                    </a:lnTo>
                    <a:lnTo>
                      <a:pt x="378" y="52"/>
                    </a:lnTo>
                    <a:lnTo>
                      <a:pt x="378" y="51"/>
                    </a:lnTo>
                    <a:lnTo>
                      <a:pt x="379" y="50"/>
                    </a:lnTo>
                    <a:lnTo>
                      <a:pt x="379" y="49"/>
                    </a:lnTo>
                    <a:lnTo>
                      <a:pt x="380" y="47"/>
                    </a:lnTo>
                    <a:lnTo>
                      <a:pt x="380" y="46"/>
                    </a:lnTo>
                    <a:lnTo>
                      <a:pt x="384" y="46"/>
                    </a:lnTo>
                    <a:lnTo>
                      <a:pt x="386" y="47"/>
                    </a:lnTo>
                    <a:lnTo>
                      <a:pt x="389" y="50"/>
                    </a:lnTo>
                    <a:lnTo>
                      <a:pt x="393" y="50"/>
                    </a:lnTo>
                    <a:lnTo>
                      <a:pt x="395" y="49"/>
                    </a:lnTo>
                    <a:lnTo>
                      <a:pt x="399" y="47"/>
                    </a:lnTo>
                    <a:lnTo>
                      <a:pt x="407" y="44"/>
                    </a:lnTo>
                    <a:lnTo>
                      <a:pt x="417" y="41"/>
                    </a:lnTo>
                    <a:lnTo>
                      <a:pt x="425" y="39"/>
                    </a:lnTo>
                    <a:lnTo>
                      <a:pt x="435" y="36"/>
                    </a:lnTo>
                    <a:lnTo>
                      <a:pt x="438" y="41"/>
                    </a:lnTo>
                    <a:lnTo>
                      <a:pt x="440" y="42"/>
                    </a:lnTo>
                    <a:lnTo>
                      <a:pt x="445" y="42"/>
                    </a:lnTo>
                    <a:lnTo>
                      <a:pt x="449" y="39"/>
                    </a:lnTo>
                    <a:lnTo>
                      <a:pt x="452" y="34"/>
                    </a:lnTo>
                    <a:lnTo>
                      <a:pt x="453" y="32"/>
                    </a:lnTo>
                    <a:lnTo>
                      <a:pt x="454" y="30"/>
                    </a:lnTo>
                    <a:lnTo>
                      <a:pt x="457" y="30"/>
                    </a:lnTo>
                    <a:lnTo>
                      <a:pt x="463" y="36"/>
                    </a:lnTo>
                    <a:lnTo>
                      <a:pt x="468" y="42"/>
                    </a:lnTo>
                    <a:lnTo>
                      <a:pt x="473" y="46"/>
                    </a:lnTo>
                    <a:lnTo>
                      <a:pt x="478" y="49"/>
                    </a:lnTo>
                    <a:lnTo>
                      <a:pt x="481" y="49"/>
                    </a:lnTo>
                    <a:lnTo>
                      <a:pt x="483" y="47"/>
                    </a:lnTo>
                    <a:lnTo>
                      <a:pt x="484" y="45"/>
                    </a:lnTo>
                    <a:lnTo>
                      <a:pt x="491" y="39"/>
                    </a:lnTo>
                    <a:lnTo>
                      <a:pt x="494" y="37"/>
                    </a:lnTo>
                    <a:lnTo>
                      <a:pt x="494" y="40"/>
                    </a:lnTo>
                    <a:lnTo>
                      <a:pt x="497" y="42"/>
                    </a:lnTo>
                    <a:lnTo>
                      <a:pt x="498" y="46"/>
                    </a:lnTo>
                    <a:lnTo>
                      <a:pt x="503" y="49"/>
                    </a:lnTo>
                    <a:lnTo>
                      <a:pt x="507" y="49"/>
                    </a:lnTo>
                    <a:lnTo>
                      <a:pt x="511" y="47"/>
                    </a:lnTo>
                    <a:lnTo>
                      <a:pt x="513" y="45"/>
                    </a:lnTo>
                    <a:lnTo>
                      <a:pt x="517" y="44"/>
                    </a:lnTo>
                    <a:lnTo>
                      <a:pt x="521" y="44"/>
                    </a:lnTo>
                    <a:lnTo>
                      <a:pt x="534" y="46"/>
                    </a:lnTo>
                    <a:lnTo>
                      <a:pt x="546" y="51"/>
                    </a:lnTo>
                    <a:lnTo>
                      <a:pt x="558" y="56"/>
                    </a:lnTo>
                    <a:lnTo>
                      <a:pt x="570" y="60"/>
                    </a:lnTo>
                    <a:lnTo>
                      <a:pt x="583" y="61"/>
                    </a:lnTo>
                    <a:lnTo>
                      <a:pt x="595" y="60"/>
                    </a:lnTo>
                    <a:lnTo>
                      <a:pt x="601" y="60"/>
                    </a:lnTo>
                    <a:lnTo>
                      <a:pt x="605" y="63"/>
                    </a:lnTo>
                    <a:lnTo>
                      <a:pt x="610" y="66"/>
                    </a:lnTo>
                    <a:lnTo>
                      <a:pt x="615" y="74"/>
                    </a:lnTo>
                    <a:lnTo>
                      <a:pt x="614" y="74"/>
                    </a:lnTo>
                    <a:lnTo>
                      <a:pt x="611" y="75"/>
                    </a:lnTo>
                    <a:lnTo>
                      <a:pt x="604" y="75"/>
                    </a:lnTo>
                    <a:lnTo>
                      <a:pt x="601" y="78"/>
                    </a:lnTo>
                    <a:lnTo>
                      <a:pt x="601" y="79"/>
                    </a:lnTo>
                    <a:lnTo>
                      <a:pt x="602" y="80"/>
                    </a:lnTo>
                    <a:lnTo>
                      <a:pt x="602" y="81"/>
                    </a:lnTo>
                    <a:lnTo>
                      <a:pt x="607" y="84"/>
                    </a:lnTo>
                    <a:lnTo>
                      <a:pt x="616" y="84"/>
                    </a:lnTo>
                    <a:lnTo>
                      <a:pt x="625" y="83"/>
                    </a:lnTo>
                    <a:lnTo>
                      <a:pt x="631" y="81"/>
                    </a:lnTo>
                    <a:lnTo>
                      <a:pt x="639" y="80"/>
                    </a:lnTo>
                    <a:lnTo>
                      <a:pt x="665" y="80"/>
                    </a:lnTo>
                    <a:lnTo>
                      <a:pt x="671" y="84"/>
                    </a:lnTo>
                    <a:lnTo>
                      <a:pt x="674" y="85"/>
                    </a:lnTo>
                    <a:lnTo>
                      <a:pt x="676" y="88"/>
                    </a:lnTo>
                    <a:lnTo>
                      <a:pt x="678" y="90"/>
                    </a:lnTo>
                    <a:lnTo>
                      <a:pt x="680" y="93"/>
                    </a:lnTo>
                    <a:lnTo>
                      <a:pt x="683" y="94"/>
                    </a:lnTo>
                    <a:lnTo>
                      <a:pt x="685" y="96"/>
                    </a:lnTo>
                    <a:lnTo>
                      <a:pt x="689" y="96"/>
                    </a:lnTo>
                    <a:lnTo>
                      <a:pt x="688" y="95"/>
                    </a:lnTo>
                    <a:lnTo>
                      <a:pt x="688" y="93"/>
                    </a:lnTo>
                    <a:lnTo>
                      <a:pt x="686" y="90"/>
                    </a:lnTo>
                    <a:lnTo>
                      <a:pt x="686" y="89"/>
                    </a:lnTo>
                    <a:lnTo>
                      <a:pt x="685" y="86"/>
                    </a:lnTo>
                    <a:lnTo>
                      <a:pt x="685" y="81"/>
                    </a:lnTo>
                    <a:lnTo>
                      <a:pt x="689" y="78"/>
                    </a:lnTo>
                    <a:lnTo>
                      <a:pt x="691" y="78"/>
                    </a:lnTo>
                    <a:lnTo>
                      <a:pt x="694" y="76"/>
                    </a:lnTo>
                    <a:lnTo>
                      <a:pt x="699" y="76"/>
                    </a:lnTo>
                    <a:lnTo>
                      <a:pt x="701" y="75"/>
                    </a:lnTo>
                    <a:lnTo>
                      <a:pt x="703" y="74"/>
                    </a:lnTo>
                    <a:lnTo>
                      <a:pt x="704" y="71"/>
                    </a:lnTo>
                    <a:lnTo>
                      <a:pt x="704" y="69"/>
                    </a:lnTo>
                    <a:lnTo>
                      <a:pt x="698" y="71"/>
                    </a:lnTo>
                    <a:lnTo>
                      <a:pt x="690" y="74"/>
                    </a:lnTo>
                    <a:lnTo>
                      <a:pt x="683" y="75"/>
                    </a:lnTo>
                    <a:lnTo>
                      <a:pt x="680" y="75"/>
                    </a:lnTo>
                    <a:lnTo>
                      <a:pt x="678" y="73"/>
                    </a:lnTo>
                    <a:lnTo>
                      <a:pt x="678" y="70"/>
                    </a:lnTo>
                    <a:lnTo>
                      <a:pt x="680" y="66"/>
                    </a:lnTo>
                    <a:lnTo>
                      <a:pt x="686" y="63"/>
                    </a:lnTo>
                    <a:lnTo>
                      <a:pt x="695" y="61"/>
                    </a:lnTo>
                    <a:lnTo>
                      <a:pt x="703" y="60"/>
                    </a:lnTo>
                    <a:lnTo>
                      <a:pt x="709" y="59"/>
                    </a:lnTo>
                    <a:lnTo>
                      <a:pt x="714" y="68"/>
                    </a:lnTo>
                    <a:lnTo>
                      <a:pt x="724" y="75"/>
                    </a:lnTo>
                    <a:lnTo>
                      <a:pt x="735" y="80"/>
                    </a:lnTo>
                    <a:lnTo>
                      <a:pt x="748" y="83"/>
                    </a:lnTo>
                    <a:lnTo>
                      <a:pt x="762" y="84"/>
                    </a:lnTo>
                    <a:lnTo>
                      <a:pt x="797" y="84"/>
                    </a:lnTo>
                    <a:lnTo>
                      <a:pt x="797" y="79"/>
                    </a:lnTo>
                    <a:lnTo>
                      <a:pt x="798" y="75"/>
                    </a:lnTo>
                    <a:lnTo>
                      <a:pt x="803" y="70"/>
                    </a:lnTo>
                    <a:lnTo>
                      <a:pt x="811" y="70"/>
                    </a:lnTo>
                    <a:lnTo>
                      <a:pt x="814" y="71"/>
                    </a:lnTo>
                    <a:lnTo>
                      <a:pt x="817" y="73"/>
                    </a:lnTo>
                    <a:lnTo>
                      <a:pt x="821" y="74"/>
                    </a:lnTo>
                    <a:lnTo>
                      <a:pt x="823" y="74"/>
                    </a:lnTo>
                    <a:lnTo>
                      <a:pt x="826" y="76"/>
                    </a:lnTo>
                    <a:lnTo>
                      <a:pt x="826" y="81"/>
                    </a:lnTo>
                    <a:lnTo>
                      <a:pt x="824" y="83"/>
                    </a:lnTo>
                    <a:lnTo>
                      <a:pt x="824" y="89"/>
                    </a:lnTo>
                    <a:lnTo>
                      <a:pt x="826" y="89"/>
                    </a:lnTo>
                    <a:lnTo>
                      <a:pt x="828" y="90"/>
                    </a:lnTo>
                    <a:lnTo>
                      <a:pt x="831" y="89"/>
                    </a:lnTo>
                    <a:lnTo>
                      <a:pt x="833" y="81"/>
                    </a:lnTo>
                    <a:lnTo>
                      <a:pt x="843" y="74"/>
                    </a:lnTo>
                    <a:lnTo>
                      <a:pt x="849" y="71"/>
                    </a:lnTo>
                    <a:lnTo>
                      <a:pt x="852" y="68"/>
                    </a:lnTo>
                    <a:lnTo>
                      <a:pt x="852" y="61"/>
                    </a:lnTo>
                    <a:lnTo>
                      <a:pt x="844" y="65"/>
                    </a:lnTo>
                    <a:lnTo>
                      <a:pt x="844" y="64"/>
                    </a:lnTo>
                    <a:lnTo>
                      <a:pt x="846" y="63"/>
                    </a:lnTo>
                    <a:lnTo>
                      <a:pt x="846" y="56"/>
                    </a:lnTo>
                    <a:lnTo>
                      <a:pt x="847" y="54"/>
                    </a:lnTo>
                    <a:lnTo>
                      <a:pt x="847" y="52"/>
                    </a:lnTo>
                    <a:lnTo>
                      <a:pt x="844" y="47"/>
                    </a:lnTo>
                    <a:lnTo>
                      <a:pt x="839" y="45"/>
                    </a:lnTo>
                    <a:lnTo>
                      <a:pt x="833" y="42"/>
                    </a:lnTo>
                    <a:lnTo>
                      <a:pt x="827" y="41"/>
                    </a:lnTo>
                    <a:lnTo>
                      <a:pt x="822" y="39"/>
                    </a:lnTo>
                    <a:lnTo>
                      <a:pt x="819" y="34"/>
                    </a:lnTo>
                    <a:lnTo>
                      <a:pt x="819" y="31"/>
                    </a:lnTo>
                    <a:lnTo>
                      <a:pt x="821" y="30"/>
                    </a:lnTo>
                    <a:lnTo>
                      <a:pt x="823" y="29"/>
                    </a:lnTo>
                    <a:lnTo>
                      <a:pt x="824" y="26"/>
                    </a:lnTo>
                    <a:lnTo>
                      <a:pt x="824" y="21"/>
                    </a:lnTo>
                    <a:lnTo>
                      <a:pt x="823" y="20"/>
                    </a:lnTo>
                    <a:lnTo>
                      <a:pt x="822" y="17"/>
                    </a:lnTo>
                    <a:lnTo>
                      <a:pt x="822" y="12"/>
                    </a:lnTo>
                    <a:lnTo>
                      <a:pt x="823" y="11"/>
                    </a:lnTo>
                    <a:lnTo>
                      <a:pt x="826" y="10"/>
                    </a:lnTo>
                    <a:lnTo>
                      <a:pt x="828" y="10"/>
                    </a:lnTo>
                    <a:lnTo>
                      <a:pt x="831" y="8"/>
                    </a:lnTo>
                    <a:lnTo>
                      <a:pt x="833" y="8"/>
                    </a:lnTo>
                    <a:lnTo>
                      <a:pt x="833" y="5"/>
                    </a:lnTo>
                    <a:lnTo>
                      <a:pt x="832" y="2"/>
                    </a:lnTo>
                    <a:lnTo>
                      <a:pt x="832" y="1"/>
                    </a:lnTo>
                    <a:lnTo>
                      <a:pt x="8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1" name="Freeform 1244">
                <a:extLst>
                  <a:ext uri="{FF2B5EF4-FFF2-40B4-BE49-F238E27FC236}">
                    <a16:creationId xmlns:a16="http://schemas.microsoft.com/office/drawing/2014/main" id="{C84A1408-B2DA-4CCB-A8DB-102BCFD92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9312" y="2918001"/>
                <a:ext cx="41451" cy="518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0" y="0"/>
                  </a:cxn>
                  <a:cxn ang="0">
                    <a:pos x="12" y="6"/>
                  </a:cxn>
                  <a:cxn ang="0">
                    <a:pos x="19" y="16"/>
                  </a:cxn>
                  <a:cxn ang="0">
                    <a:pos x="20" y="21"/>
                  </a:cxn>
                  <a:cxn ang="0">
                    <a:pos x="20" y="24"/>
                  </a:cxn>
                  <a:cxn ang="0">
                    <a:pos x="19" y="25"/>
                  </a:cxn>
                  <a:cxn ang="0">
                    <a:pos x="17" y="25"/>
                  </a:cxn>
                  <a:cxn ang="0">
                    <a:pos x="15" y="24"/>
                  </a:cxn>
                  <a:cxn ang="0">
                    <a:pos x="13" y="22"/>
                  </a:cxn>
                  <a:cxn ang="0">
                    <a:pos x="12" y="20"/>
                  </a:cxn>
                  <a:cxn ang="0">
                    <a:pos x="9" y="17"/>
                  </a:cxn>
                  <a:cxn ang="0">
                    <a:pos x="9" y="7"/>
                  </a:cxn>
                  <a:cxn ang="0">
                    <a:pos x="6" y="6"/>
                  </a:cxn>
                  <a:cxn ang="0">
                    <a:pos x="1" y="6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3" y="0"/>
                  </a:cxn>
                </a:cxnLst>
                <a:rect l="0" t="0" r="r" b="b"/>
                <a:pathLst>
                  <a:path w="20" h="25">
                    <a:moveTo>
                      <a:pt x="3" y="0"/>
                    </a:moveTo>
                    <a:lnTo>
                      <a:pt x="10" y="0"/>
                    </a:lnTo>
                    <a:lnTo>
                      <a:pt x="12" y="6"/>
                    </a:lnTo>
                    <a:lnTo>
                      <a:pt x="19" y="16"/>
                    </a:lnTo>
                    <a:lnTo>
                      <a:pt x="20" y="21"/>
                    </a:lnTo>
                    <a:lnTo>
                      <a:pt x="20" y="24"/>
                    </a:lnTo>
                    <a:lnTo>
                      <a:pt x="19" y="25"/>
                    </a:lnTo>
                    <a:lnTo>
                      <a:pt x="17" y="25"/>
                    </a:lnTo>
                    <a:lnTo>
                      <a:pt x="15" y="24"/>
                    </a:lnTo>
                    <a:lnTo>
                      <a:pt x="13" y="22"/>
                    </a:lnTo>
                    <a:lnTo>
                      <a:pt x="12" y="20"/>
                    </a:lnTo>
                    <a:lnTo>
                      <a:pt x="9" y="17"/>
                    </a:lnTo>
                    <a:lnTo>
                      <a:pt x="9" y="7"/>
                    </a:lnTo>
                    <a:lnTo>
                      <a:pt x="6" y="6"/>
                    </a:lnTo>
                    <a:lnTo>
                      <a:pt x="1" y="6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2" name="Freeform 1245">
                <a:extLst>
                  <a:ext uri="{FF2B5EF4-FFF2-40B4-BE49-F238E27FC236}">
                    <a16:creationId xmlns:a16="http://schemas.microsoft.com/office/drawing/2014/main" id="{7CCB719B-E193-4610-B194-4A14B826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5063" y="2849603"/>
                <a:ext cx="39378" cy="683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0"/>
                  </a:cxn>
                  <a:cxn ang="0">
                    <a:pos x="9" y="1"/>
                  </a:cxn>
                  <a:cxn ang="0">
                    <a:pos x="12" y="1"/>
                  </a:cxn>
                  <a:cxn ang="0">
                    <a:pos x="15" y="0"/>
                  </a:cxn>
                  <a:cxn ang="0">
                    <a:pos x="15" y="8"/>
                  </a:cxn>
                  <a:cxn ang="0">
                    <a:pos x="14" y="10"/>
                  </a:cxn>
                  <a:cxn ang="0">
                    <a:pos x="14" y="14"/>
                  </a:cxn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0"/>
                  </a:cxn>
                  <a:cxn ang="0">
                    <a:pos x="17" y="33"/>
                  </a:cxn>
                  <a:cxn ang="0">
                    <a:pos x="12" y="25"/>
                  </a:cxn>
                  <a:cxn ang="0">
                    <a:pos x="11" y="21"/>
                  </a:cxn>
                  <a:cxn ang="0">
                    <a:pos x="11" y="16"/>
                  </a:cxn>
                  <a:cxn ang="0">
                    <a:pos x="6" y="15"/>
                  </a:cxn>
                  <a:cxn ang="0">
                    <a:pos x="4" y="11"/>
                  </a:cxn>
                  <a:cxn ang="0">
                    <a:pos x="1" y="9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19" h="33">
                    <a:moveTo>
                      <a:pt x="4" y="0"/>
                    </a:moveTo>
                    <a:lnTo>
                      <a:pt x="7" y="0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5" y="0"/>
                    </a:lnTo>
                    <a:lnTo>
                      <a:pt x="15" y="8"/>
                    </a:lnTo>
                    <a:lnTo>
                      <a:pt x="14" y="10"/>
                    </a:lnTo>
                    <a:lnTo>
                      <a:pt x="14" y="14"/>
                    </a:lnTo>
                    <a:lnTo>
                      <a:pt x="15" y="18"/>
                    </a:lnTo>
                    <a:lnTo>
                      <a:pt x="19" y="18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2" y="25"/>
                    </a:lnTo>
                    <a:lnTo>
                      <a:pt x="11" y="21"/>
                    </a:lnTo>
                    <a:lnTo>
                      <a:pt x="11" y="16"/>
                    </a:lnTo>
                    <a:lnTo>
                      <a:pt x="6" y="15"/>
                    </a:lnTo>
                    <a:lnTo>
                      <a:pt x="4" y="11"/>
                    </a:lnTo>
                    <a:lnTo>
                      <a:pt x="1" y="9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3" name="Freeform 1246">
                <a:extLst>
                  <a:ext uri="{FF2B5EF4-FFF2-40B4-BE49-F238E27FC236}">
                    <a16:creationId xmlns:a16="http://schemas.microsoft.com/office/drawing/2014/main" id="{3A7FF736-2ADD-4EAA-B2A5-8F4D36190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353" y="2215375"/>
                <a:ext cx="443524" cy="232136"/>
              </a:xfrm>
              <a:custGeom>
                <a:avLst/>
                <a:gdLst/>
                <a:ahLst/>
                <a:cxnLst>
                  <a:cxn ang="0">
                    <a:pos x="163" y="2"/>
                  </a:cxn>
                  <a:cxn ang="0">
                    <a:pos x="170" y="9"/>
                  </a:cxn>
                  <a:cxn ang="0">
                    <a:pos x="164" y="19"/>
                  </a:cxn>
                  <a:cxn ang="0">
                    <a:pos x="164" y="36"/>
                  </a:cxn>
                  <a:cxn ang="0">
                    <a:pos x="175" y="64"/>
                  </a:cxn>
                  <a:cxn ang="0">
                    <a:pos x="207" y="82"/>
                  </a:cxn>
                  <a:cxn ang="0">
                    <a:pos x="208" y="88"/>
                  </a:cxn>
                  <a:cxn ang="0">
                    <a:pos x="192" y="91"/>
                  </a:cxn>
                  <a:cxn ang="0">
                    <a:pos x="196" y="96"/>
                  </a:cxn>
                  <a:cxn ang="0">
                    <a:pos x="203" y="102"/>
                  </a:cxn>
                  <a:cxn ang="0">
                    <a:pos x="179" y="109"/>
                  </a:cxn>
                  <a:cxn ang="0">
                    <a:pos x="154" y="98"/>
                  </a:cxn>
                  <a:cxn ang="0">
                    <a:pos x="142" y="98"/>
                  </a:cxn>
                  <a:cxn ang="0">
                    <a:pos x="135" y="105"/>
                  </a:cxn>
                  <a:cxn ang="0">
                    <a:pos x="106" y="112"/>
                  </a:cxn>
                  <a:cxn ang="0">
                    <a:pos x="65" y="106"/>
                  </a:cxn>
                  <a:cxn ang="0">
                    <a:pos x="55" y="100"/>
                  </a:cxn>
                  <a:cxn ang="0">
                    <a:pos x="30" y="96"/>
                  </a:cxn>
                  <a:cxn ang="0">
                    <a:pos x="31" y="80"/>
                  </a:cxn>
                  <a:cxn ang="0">
                    <a:pos x="74" y="76"/>
                  </a:cxn>
                  <a:cxn ang="0">
                    <a:pos x="19" y="72"/>
                  </a:cxn>
                  <a:cxn ang="0">
                    <a:pos x="11" y="62"/>
                  </a:cxn>
                  <a:cxn ang="0">
                    <a:pos x="17" y="58"/>
                  </a:cxn>
                  <a:cxn ang="0">
                    <a:pos x="27" y="56"/>
                  </a:cxn>
                  <a:cxn ang="0">
                    <a:pos x="5" y="52"/>
                  </a:cxn>
                  <a:cxn ang="0">
                    <a:pos x="0" y="47"/>
                  </a:cxn>
                  <a:cxn ang="0">
                    <a:pos x="20" y="22"/>
                  </a:cxn>
                  <a:cxn ang="0">
                    <a:pos x="53" y="13"/>
                  </a:cxn>
                  <a:cxn ang="0">
                    <a:pos x="56" y="18"/>
                  </a:cxn>
                  <a:cxn ang="0">
                    <a:pos x="59" y="25"/>
                  </a:cxn>
                  <a:cxn ang="0">
                    <a:pos x="63" y="23"/>
                  </a:cxn>
                  <a:cxn ang="0">
                    <a:pos x="76" y="19"/>
                  </a:cxn>
                  <a:cxn ang="0">
                    <a:pos x="86" y="25"/>
                  </a:cxn>
                  <a:cxn ang="0">
                    <a:pos x="95" y="31"/>
                  </a:cxn>
                  <a:cxn ang="0">
                    <a:pos x="100" y="22"/>
                  </a:cxn>
                  <a:cxn ang="0">
                    <a:pos x="118" y="25"/>
                  </a:cxn>
                  <a:cxn ang="0">
                    <a:pos x="124" y="44"/>
                  </a:cxn>
                  <a:cxn ang="0">
                    <a:pos x="132" y="48"/>
                  </a:cxn>
                  <a:cxn ang="0">
                    <a:pos x="134" y="44"/>
                  </a:cxn>
                  <a:cxn ang="0">
                    <a:pos x="127" y="22"/>
                  </a:cxn>
                  <a:cxn ang="0">
                    <a:pos x="128" y="13"/>
                  </a:cxn>
                  <a:cxn ang="0">
                    <a:pos x="139" y="13"/>
                  </a:cxn>
                  <a:cxn ang="0">
                    <a:pos x="144" y="7"/>
                  </a:cxn>
                  <a:cxn ang="0">
                    <a:pos x="150" y="0"/>
                  </a:cxn>
                </a:cxnLst>
                <a:rect l="0" t="0" r="r" b="b"/>
                <a:pathLst>
                  <a:path w="214" h="112">
                    <a:moveTo>
                      <a:pt x="150" y="0"/>
                    </a:moveTo>
                    <a:lnTo>
                      <a:pt x="159" y="0"/>
                    </a:lnTo>
                    <a:lnTo>
                      <a:pt x="163" y="2"/>
                    </a:lnTo>
                    <a:lnTo>
                      <a:pt x="168" y="4"/>
                    </a:lnTo>
                    <a:lnTo>
                      <a:pt x="170" y="7"/>
                    </a:lnTo>
                    <a:lnTo>
                      <a:pt x="170" y="9"/>
                    </a:lnTo>
                    <a:lnTo>
                      <a:pt x="168" y="14"/>
                    </a:lnTo>
                    <a:lnTo>
                      <a:pt x="165" y="17"/>
                    </a:lnTo>
                    <a:lnTo>
                      <a:pt x="164" y="19"/>
                    </a:lnTo>
                    <a:lnTo>
                      <a:pt x="163" y="20"/>
                    </a:lnTo>
                    <a:lnTo>
                      <a:pt x="162" y="23"/>
                    </a:lnTo>
                    <a:lnTo>
                      <a:pt x="164" y="36"/>
                    </a:lnTo>
                    <a:lnTo>
                      <a:pt x="169" y="47"/>
                    </a:lnTo>
                    <a:lnTo>
                      <a:pt x="172" y="57"/>
                    </a:lnTo>
                    <a:lnTo>
                      <a:pt x="175" y="64"/>
                    </a:lnTo>
                    <a:lnTo>
                      <a:pt x="184" y="71"/>
                    </a:lnTo>
                    <a:lnTo>
                      <a:pt x="196" y="77"/>
                    </a:lnTo>
                    <a:lnTo>
                      <a:pt x="207" y="82"/>
                    </a:lnTo>
                    <a:lnTo>
                      <a:pt x="214" y="86"/>
                    </a:lnTo>
                    <a:lnTo>
                      <a:pt x="211" y="87"/>
                    </a:lnTo>
                    <a:lnTo>
                      <a:pt x="208" y="88"/>
                    </a:lnTo>
                    <a:lnTo>
                      <a:pt x="196" y="88"/>
                    </a:lnTo>
                    <a:lnTo>
                      <a:pt x="193" y="90"/>
                    </a:lnTo>
                    <a:lnTo>
                      <a:pt x="192" y="91"/>
                    </a:lnTo>
                    <a:lnTo>
                      <a:pt x="192" y="93"/>
                    </a:lnTo>
                    <a:lnTo>
                      <a:pt x="193" y="95"/>
                    </a:lnTo>
                    <a:lnTo>
                      <a:pt x="196" y="96"/>
                    </a:lnTo>
                    <a:lnTo>
                      <a:pt x="198" y="96"/>
                    </a:lnTo>
                    <a:lnTo>
                      <a:pt x="201" y="101"/>
                    </a:lnTo>
                    <a:lnTo>
                      <a:pt x="203" y="102"/>
                    </a:lnTo>
                    <a:lnTo>
                      <a:pt x="199" y="106"/>
                    </a:lnTo>
                    <a:lnTo>
                      <a:pt x="193" y="109"/>
                    </a:lnTo>
                    <a:lnTo>
                      <a:pt x="179" y="109"/>
                    </a:lnTo>
                    <a:lnTo>
                      <a:pt x="169" y="107"/>
                    </a:lnTo>
                    <a:lnTo>
                      <a:pt x="160" y="102"/>
                    </a:lnTo>
                    <a:lnTo>
                      <a:pt x="154" y="98"/>
                    </a:lnTo>
                    <a:lnTo>
                      <a:pt x="147" y="97"/>
                    </a:lnTo>
                    <a:lnTo>
                      <a:pt x="144" y="97"/>
                    </a:lnTo>
                    <a:lnTo>
                      <a:pt x="142" y="98"/>
                    </a:lnTo>
                    <a:lnTo>
                      <a:pt x="139" y="101"/>
                    </a:lnTo>
                    <a:lnTo>
                      <a:pt x="138" y="103"/>
                    </a:lnTo>
                    <a:lnTo>
                      <a:pt x="135" y="105"/>
                    </a:lnTo>
                    <a:lnTo>
                      <a:pt x="125" y="107"/>
                    </a:lnTo>
                    <a:lnTo>
                      <a:pt x="115" y="109"/>
                    </a:lnTo>
                    <a:lnTo>
                      <a:pt x="106" y="112"/>
                    </a:lnTo>
                    <a:lnTo>
                      <a:pt x="68" y="112"/>
                    </a:lnTo>
                    <a:lnTo>
                      <a:pt x="65" y="110"/>
                    </a:lnTo>
                    <a:lnTo>
                      <a:pt x="65" y="106"/>
                    </a:lnTo>
                    <a:lnTo>
                      <a:pt x="64" y="103"/>
                    </a:lnTo>
                    <a:lnTo>
                      <a:pt x="63" y="102"/>
                    </a:lnTo>
                    <a:lnTo>
                      <a:pt x="55" y="100"/>
                    </a:lnTo>
                    <a:lnTo>
                      <a:pt x="40" y="100"/>
                    </a:lnTo>
                    <a:lnTo>
                      <a:pt x="35" y="98"/>
                    </a:lnTo>
                    <a:lnTo>
                      <a:pt x="30" y="96"/>
                    </a:lnTo>
                    <a:lnTo>
                      <a:pt x="26" y="93"/>
                    </a:lnTo>
                    <a:lnTo>
                      <a:pt x="21" y="86"/>
                    </a:lnTo>
                    <a:lnTo>
                      <a:pt x="31" y="80"/>
                    </a:lnTo>
                    <a:lnTo>
                      <a:pt x="44" y="77"/>
                    </a:lnTo>
                    <a:lnTo>
                      <a:pt x="60" y="76"/>
                    </a:lnTo>
                    <a:lnTo>
                      <a:pt x="74" y="76"/>
                    </a:lnTo>
                    <a:lnTo>
                      <a:pt x="71" y="75"/>
                    </a:lnTo>
                    <a:lnTo>
                      <a:pt x="64" y="72"/>
                    </a:lnTo>
                    <a:lnTo>
                      <a:pt x="19" y="72"/>
                    </a:lnTo>
                    <a:lnTo>
                      <a:pt x="14" y="70"/>
                    </a:lnTo>
                    <a:lnTo>
                      <a:pt x="11" y="64"/>
                    </a:lnTo>
                    <a:lnTo>
                      <a:pt x="11" y="62"/>
                    </a:lnTo>
                    <a:lnTo>
                      <a:pt x="12" y="59"/>
                    </a:lnTo>
                    <a:lnTo>
                      <a:pt x="15" y="58"/>
                    </a:lnTo>
                    <a:lnTo>
                      <a:pt x="17" y="58"/>
                    </a:lnTo>
                    <a:lnTo>
                      <a:pt x="20" y="57"/>
                    </a:lnTo>
                    <a:lnTo>
                      <a:pt x="25" y="57"/>
                    </a:lnTo>
                    <a:lnTo>
                      <a:pt x="27" y="56"/>
                    </a:lnTo>
                    <a:lnTo>
                      <a:pt x="10" y="56"/>
                    </a:lnTo>
                    <a:lnTo>
                      <a:pt x="7" y="54"/>
                    </a:lnTo>
                    <a:lnTo>
                      <a:pt x="5" y="52"/>
                    </a:lnTo>
                    <a:lnTo>
                      <a:pt x="2" y="51"/>
                    </a:lnTo>
                    <a:lnTo>
                      <a:pt x="1" y="48"/>
                    </a:lnTo>
                    <a:lnTo>
                      <a:pt x="0" y="47"/>
                    </a:lnTo>
                    <a:lnTo>
                      <a:pt x="2" y="37"/>
                    </a:lnTo>
                    <a:lnTo>
                      <a:pt x="10" y="29"/>
                    </a:lnTo>
                    <a:lnTo>
                      <a:pt x="20" y="22"/>
                    </a:lnTo>
                    <a:lnTo>
                      <a:pt x="32" y="17"/>
                    </a:lnTo>
                    <a:lnTo>
                      <a:pt x="44" y="14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6" y="15"/>
                    </a:lnTo>
                    <a:lnTo>
                      <a:pt x="56" y="18"/>
                    </a:lnTo>
                    <a:lnTo>
                      <a:pt x="58" y="20"/>
                    </a:lnTo>
                    <a:lnTo>
                      <a:pt x="58" y="23"/>
                    </a:lnTo>
                    <a:lnTo>
                      <a:pt x="59" y="25"/>
                    </a:lnTo>
                    <a:lnTo>
                      <a:pt x="59" y="27"/>
                    </a:lnTo>
                    <a:lnTo>
                      <a:pt x="61" y="25"/>
                    </a:lnTo>
                    <a:lnTo>
                      <a:pt x="63" y="23"/>
                    </a:lnTo>
                    <a:lnTo>
                      <a:pt x="65" y="22"/>
                    </a:lnTo>
                    <a:lnTo>
                      <a:pt x="68" y="19"/>
                    </a:lnTo>
                    <a:lnTo>
                      <a:pt x="76" y="19"/>
                    </a:lnTo>
                    <a:lnTo>
                      <a:pt x="80" y="20"/>
                    </a:lnTo>
                    <a:lnTo>
                      <a:pt x="84" y="23"/>
                    </a:lnTo>
                    <a:lnTo>
                      <a:pt x="86" y="25"/>
                    </a:lnTo>
                    <a:lnTo>
                      <a:pt x="88" y="28"/>
                    </a:lnTo>
                    <a:lnTo>
                      <a:pt x="90" y="32"/>
                    </a:lnTo>
                    <a:lnTo>
                      <a:pt x="95" y="31"/>
                    </a:lnTo>
                    <a:lnTo>
                      <a:pt x="101" y="29"/>
                    </a:lnTo>
                    <a:lnTo>
                      <a:pt x="101" y="24"/>
                    </a:lnTo>
                    <a:lnTo>
                      <a:pt x="100" y="22"/>
                    </a:lnTo>
                    <a:lnTo>
                      <a:pt x="109" y="22"/>
                    </a:lnTo>
                    <a:lnTo>
                      <a:pt x="114" y="23"/>
                    </a:lnTo>
                    <a:lnTo>
                      <a:pt x="118" y="25"/>
                    </a:lnTo>
                    <a:lnTo>
                      <a:pt x="123" y="33"/>
                    </a:lnTo>
                    <a:lnTo>
                      <a:pt x="124" y="36"/>
                    </a:lnTo>
                    <a:lnTo>
                      <a:pt x="124" y="44"/>
                    </a:lnTo>
                    <a:lnTo>
                      <a:pt x="125" y="47"/>
                    </a:lnTo>
                    <a:lnTo>
                      <a:pt x="127" y="48"/>
                    </a:lnTo>
                    <a:lnTo>
                      <a:pt x="132" y="48"/>
                    </a:lnTo>
                    <a:lnTo>
                      <a:pt x="133" y="47"/>
                    </a:lnTo>
                    <a:lnTo>
                      <a:pt x="133" y="46"/>
                    </a:lnTo>
                    <a:lnTo>
                      <a:pt x="134" y="44"/>
                    </a:lnTo>
                    <a:lnTo>
                      <a:pt x="132" y="38"/>
                    </a:lnTo>
                    <a:lnTo>
                      <a:pt x="129" y="31"/>
                    </a:lnTo>
                    <a:lnTo>
                      <a:pt x="127" y="22"/>
                    </a:lnTo>
                    <a:lnTo>
                      <a:pt x="125" y="17"/>
                    </a:lnTo>
                    <a:lnTo>
                      <a:pt x="127" y="14"/>
                    </a:lnTo>
                    <a:lnTo>
                      <a:pt x="128" y="13"/>
                    </a:lnTo>
                    <a:lnTo>
                      <a:pt x="130" y="12"/>
                    </a:lnTo>
                    <a:lnTo>
                      <a:pt x="138" y="12"/>
                    </a:lnTo>
                    <a:lnTo>
                      <a:pt x="139" y="13"/>
                    </a:lnTo>
                    <a:lnTo>
                      <a:pt x="142" y="13"/>
                    </a:lnTo>
                    <a:lnTo>
                      <a:pt x="144" y="12"/>
                    </a:lnTo>
                    <a:lnTo>
                      <a:pt x="144" y="7"/>
                    </a:lnTo>
                    <a:lnTo>
                      <a:pt x="145" y="4"/>
                    </a:lnTo>
                    <a:lnTo>
                      <a:pt x="148" y="2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4" name="Freeform 1247">
                <a:extLst>
                  <a:ext uri="{FF2B5EF4-FFF2-40B4-BE49-F238E27FC236}">
                    <a16:creationId xmlns:a16="http://schemas.microsoft.com/office/drawing/2014/main" id="{79D35E0C-836F-43E0-8929-489643D51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695" y="2180140"/>
                <a:ext cx="246633" cy="161667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63" y="4"/>
                  </a:cxn>
                  <a:cxn ang="0">
                    <a:pos x="69" y="7"/>
                  </a:cxn>
                  <a:cxn ang="0">
                    <a:pos x="77" y="9"/>
                  </a:cxn>
                  <a:cxn ang="0">
                    <a:pos x="79" y="10"/>
                  </a:cxn>
                  <a:cxn ang="0">
                    <a:pos x="82" y="10"/>
                  </a:cxn>
                  <a:cxn ang="0">
                    <a:pos x="84" y="9"/>
                  </a:cxn>
                  <a:cxn ang="0">
                    <a:pos x="88" y="7"/>
                  </a:cxn>
                  <a:cxn ang="0">
                    <a:pos x="90" y="7"/>
                  </a:cxn>
                  <a:cxn ang="0">
                    <a:pos x="99" y="9"/>
                  </a:cxn>
                  <a:cxn ang="0">
                    <a:pos x="108" y="12"/>
                  </a:cxn>
                  <a:cxn ang="0">
                    <a:pos x="115" y="19"/>
                  </a:cxn>
                  <a:cxn ang="0">
                    <a:pos x="119" y="25"/>
                  </a:cxn>
                  <a:cxn ang="0">
                    <a:pos x="115" y="29"/>
                  </a:cxn>
                  <a:cxn ang="0">
                    <a:pos x="108" y="31"/>
                  </a:cxn>
                  <a:cxn ang="0">
                    <a:pos x="99" y="32"/>
                  </a:cxn>
                  <a:cxn ang="0">
                    <a:pos x="93" y="34"/>
                  </a:cxn>
                  <a:cxn ang="0">
                    <a:pos x="83" y="39"/>
                  </a:cxn>
                  <a:cxn ang="0">
                    <a:pos x="73" y="48"/>
                  </a:cxn>
                  <a:cxn ang="0">
                    <a:pos x="65" y="56"/>
                  </a:cxn>
                  <a:cxn ang="0">
                    <a:pos x="63" y="65"/>
                  </a:cxn>
                  <a:cxn ang="0">
                    <a:pos x="60" y="68"/>
                  </a:cxn>
                  <a:cxn ang="0">
                    <a:pos x="53" y="70"/>
                  </a:cxn>
                  <a:cxn ang="0">
                    <a:pos x="44" y="74"/>
                  </a:cxn>
                  <a:cxn ang="0">
                    <a:pos x="36" y="76"/>
                  </a:cxn>
                  <a:cxn ang="0">
                    <a:pos x="31" y="78"/>
                  </a:cxn>
                  <a:cxn ang="0">
                    <a:pos x="30" y="78"/>
                  </a:cxn>
                  <a:cxn ang="0">
                    <a:pos x="26" y="74"/>
                  </a:cxn>
                  <a:cxn ang="0">
                    <a:pos x="25" y="74"/>
                  </a:cxn>
                  <a:cxn ang="0">
                    <a:pos x="21" y="70"/>
                  </a:cxn>
                  <a:cxn ang="0">
                    <a:pos x="20" y="68"/>
                  </a:cxn>
                  <a:cxn ang="0">
                    <a:pos x="18" y="65"/>
                  </a:cxn>
                  <a:cxn ang="0">
                    <a:pos x="15" y="64"/>
                  </a:cxn>
                  <a:cxn ang="0">
                    <a:pos x="11" y="63"/>
                  </a:cxn>
                  <a:cxn ang="0">
                    <a:pos x="9" y="61"/>
                  </a:cxn>
                  <a:cxn ang="0">
                    <a:pos x="5" y="61"/>
                  </a:cxn>
                  <a:cxn ang="0">
                    <a:pos x="3" y="60"/>
                  </a:cxn>
                  <a:cxn ang="0">
                    <a:pos x="0" y="58"/>
                  </a:cxn>
                  <a:cxn ang="0">
                    <a:pos x="3" y="48"/>
                  </a:cxn>
                  <a:cxn ang="0">
                    <a:pos x="10" y="37"/>
                  </a:cxn>
                  <a:cxn ang="0">
                    <a:pos x="16" y="29"/>
                  </a:cxn>
                  <a:cxn ang="0">
                    <a:pos x="20" y="19"/>
                  </a:cxn>
                  <a:cxn ang="0">
                    <a:pos x="20" y="16"/>
                  </a:cxn>
                  <a:cxn ang="0">
                    <a:pos x="19" y="14"/>
                  </a:cxn>
                  <a:cxn ang="0">
                    <a:pos x="16" y="10"/>
                  </a:cxn>
                  <a:cxn ang="0">
                    <a:pos x="15" y="6"/>
                  </a:cxn>
                  <a:cxn ang="0">
                    <a:pos x="14" y="4"/>
                  </a:cxn>
                  <a:cxn ang="0">
                    <a:pos x="23" y="2"/>
                  </a:cxn>
                  <a:cxn ang="0">
                    <a:pos x="30" y="2"/>
                  </a:cxn>
                  <a:cxn ang="0">
                    <a:pos x="39" y="4"/>
                  </a:cxn>
                  <a:cxn ang="0">
                    <a:pos x="41" y="4"/>
                  </a:cxn>
                  <a:cxn ang="0">
                    <a:pos x="46" y="1"/>
                  </a:cxn>
                  <a:cxn ang="0">
                    <a:pos x="49" y="1"/>
                  </a:cxn>
                  <a:cxn ang="0">
                    <a:pos x="51" y="0"/>
                  </a:cxn>
                </a:cxnLst>
                <a:rect l="0" t="0" r="r" b="b"/>
                <a:pathLst>
                  <a:path w="119" h="78">
                    <a:moveTo>
                      <a:pt x="51" y="0"/>
                    </a:moveTo>
                    <a:lnTo>
                      <a:pt x="63" y="4"/>
                    </a:lnTo>
                    <a:lnTo>
                      <a:pt x="69" y="7"/>
                    </a:lnTo>
                    <a:lnTo>
                      <a:pt x="77" y="9"/>
                    </a:lnTo>
                    <a:lnTo>
                      <a:pt x="79" y="10"/>
                    </a:lnTo>
                    <a:lnTo>
                      <a:pt x="82" y="10"/>
                    </a:lnTo>
                    <a:lnTo>
                      <a:pt x="84" y="9"/>
                    </a:lnTo>
                    <a:lnTo>
                      <a:pt x="88" y="7"/>
                    </a:lnTo>
                    <a:lnTo>
                      <a:pt x="90" y="7"/>
                    </a:lnTo>
                    <a:lnTo>
                      <a:pt x="99" y="9"/>
                    </a:lnTo>
                    <a:lnTo>
                      <a:pt x="108" y="12"/>
                    </a:lnTo>
                    <a:lnTo>
                      <a:pt x="115" y="19"/>
                    </a:lnTo>
                    <a:lnTo>
                      <a:pt x="119" y="25"/>
                    </a:lnTo>
                    <a:lnTo>
                      <a:pt x="115" y="29"/>
                    </a:lnTo>
                    <a:lnTo>
                      <a:pt x="108" y="31"/>
                    </a:lnTo>
                    <a:lnTo>
                      <a:pt x="99" y="32"/>
                    </a:lnTo>
                    <a:lnTo>
                      <a:pt x="93" y="34"/>
                    </a:lnTo>
                    <a:lnTo>
                      <a:pt x="83" y="39"/>
                    </a:lnTo>
                    <a:lnTo>
                      <a:pt x="73" y="48"/>
                    </a:lnTo>
                    <a:lnTo>
                      <a:pt x="65" y="56"/>
                    </a:lnTo>
                    <a:lnTo>
                      <a:pt x="63" y="65"/>
                    </a:lnTo>
                    <a:lnTo>
                      <a:pt x="60" y="68"/>
                    </a:lnTo>
                    <a:lnTo>
                      <a:pt x="53" y="70"/>
                    </a:lnTo>
                    <a:lnTo>
                      <a:pt x="44" y="74"/>
                    </a:lnTo>
                    <a:lnTo>
                      <a:pt x="36" y="76"/>
                    </a:lnTo>
                    <a:lnTo>
                      <a:pt x="31" y="78"/>
                    </a:lnTo>
                    <a:lnTo>
                      <a:pt x="30" y="78"/>
                    </a:lnTo>
                    <a:lnTo>
                      <a:pt x="26" y="74"/>
                    </a:lnTo>
                    <a:lnTo>
                      <a:pt x="25" y="74"/>
                    </a:lnTo>
                    <a:lnTo>
                      <a:pt x="21" y="70"/>
                    </a:lnTo>
                    <a:lnTo>
                      <a:pt x="20" y="68"/>
                    </a:lnTo>
                    <a:lnTo>
                      <a:pt x="18" y="65"/>
                    </a:lnTo>
                    <a:lnTo>
                      <a:pt x="15" y="64"/>
                    </a:lnTo>
                    <a:lnTo>
                      <a:pt x="11" y="63"/>
                    </a:lnTo>
                    <a:lnTo>
                      <a:pt x="9" y="61"/>
                    </a:lnTo>
                    <a:lnTo>
                      <a:pt x="5" y="61"/>
                    </a:lnTo>
                    <a:lnTo>
                      <a:pt x="3" y="60"/>
                    </a:lnTo>
                    <a:lnTo>
                      <a:pt x="0" y="58"/>
                    </a:lnTo>
                    <a:lnTo>
                      <a:pt x="3" y="48"/>
                    </a:lnTo>
                    <a:lnTo>
                      <a:pt x="10" y="37"/>
                    </a:lnTo>
                    <a:lnTo>
                      <a:pt x="16" y="29"/>
                    </a:lnTo>
                    <a:lnTo>
                      <a:pt x="20" y="19"/>
                    </a:lnTo>
                    <a:lnTo>
                      <a:pt x="20" y="16"/>
                    </a:lnTo>
                    <a:lnTo>
                      <a:pt x="19" y="14"/>
                    </a:lnTo>
                    <a:lnTo>
                      <a:pt x="16" y="10"/>
                    </a:lnTo>
                    <a:lnTo>
                      <a:pt x="15" y="6"/>
                    </a:lnTo>
                    <a:lnTo>
                      <a:pt x="14" y="4"/>
                    </a:lnTo>
                    <a:lnTo>
                      <a:pt x="23" y="2"/>
                    </a:lnTo>
                    <a:lnTo>
                      <a:pt x="30" y="2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6" y="1"/>
                    </a:lnTo>
                    <a:lnTo>
                      <a:pt x="49" y="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5" name="Freeform 1248">
                <a:extLst>
                  <a:ext uri="{FF2B5EF4-FFF2-40B4-BE49-F238E27FC236}">
                    <a16:creationId xmlns:a16="http://schemas.microsoft.com/office/drawing/2014/main" id="{2FB84915-3F85-4228-B0F4-D06C46E53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514" y="2064073"/>
                <a:ext cx="296374" cy="124358"/>
              </a:xfrm>
              <a:custGeom>
                <a:avLst/>
                <a:gdLst/>
                <a:ahLst/>
                <a:cxnLst>
                  <a:cxn ang="0">
                    <a:pos x="107" y="3"/>
                  </a:cxn>
                  <a:cxn ang="0">
                    <a:pos x="108" y="12"/>
                  </a:cxn>
                  <a:cxn ang="0">
                    <a:pos x="112" y="18"/>
                  </a:cxn>
                  <a:cxn ang="0">
                    <a:pos x="123" y="23"/>
                  </a:cxn>
                  <a:cxn ang="0">
                    <a:pos x="127" y="22"/>
                  </a:cxn>
                  <a:cxn ang="0">
                    <a:pos x="131" y="18"/>
                  </a:cxn>
                  <a:cxn ang="0">
                    <a:pos x="137" y="19"/>
                  </a:cxn>
                  <a:cxn ang="0">
                    <a:pos x="142" y="24"/>
                  </a:cxn>
                  <a:cxn ang="0">
                    <a:pos x="143" y="31"/>
                  </a:cxn>
                  <a:cxn ang="0">
                    <a:pos x="139" y="38"/>
                  </a:cxn>
                  <a:cxn ang="0">
                    <a:pos x="133" y="43"/>
                  </a:cxn>
                  <a:cxn ang="0">
                    <a:pos x="129" y="47"/>
                  </a:cxn>
                  <a:cxn ang="0">
                    <a:pos x="101" y="48"/>
                  </a:cxn>
                  <a:cxn ang="0">
                    <a:pos x="85" y="51"/>
                  </a:cxn>
                  <a:cxn ang="0">
                    <a:pos x="75" y="53"/>
                  </a:cxn>
                  <a:cxn ang="0">
                    <a:pos x="49" y="60"/>
                  </a:cxn>
                  <a:cxn ang="0">
                    <a:pos x="43" y="58"/>
                  </a:cxn>
                  <a:cxn ang="0">
                    <a:pos x="39" y="54"/>
                  </a:cxn>
                  <a:cxn ang="0">
                    <a:pos x="38" y="51"/>
                  </a:cxn>
                  <a:cxn ang="0">
                    <a:pos x="42" y="48"/>
                  </a:cxn>
                  <a:cxn ang="0">
                    <a:pos x="43" y="42"/>
                  </a:cxn>
                  <a:cxn ang="0">
                    <a:pos x="40" y="41"/>
                  </a:cxn>
                  <a:cxn ang="0">
                    <a:pos x="38" y="44"/>
                  </a:cxn>
                  <a:cxn ang="0">
                    <a:pos x="21" y="47"/>
                  </a:cxn>
                  <a:cxn ang="0">
                    <a:pos x="9" y="44"/>
                  </a:cxn>
                  <a:cxn ang="0">
                    <a:pos x="0" y="41"/>
                  </a:cxn>
                  <a:cxn ang="0">
                    <a:pos x="1" y="36"/>
                  </a:cxn>
                  <a:cxn ang="0">
                    <a:pos x="0" y="32"/>
                  </a:cxn>
                  <a:cxn ang="0">
                    <a:pos x="5" y="31"/>
                  </a:cxn>
                  <a:cxn ang="0">
                    <a:pos x="9" y="28"/>
                  </a:cxn>
                  <a:cxn ang="0">
                    <a:pos x="11" y="27"/>
                  </a:cxn>
                  <a:cxn ang="0">
                    <a:pos x="16" y="21"/>
                  </a:cxn>
                  <a:cxn ang="0">
                    <a:pos x="18" y="17"/>
                  </a:cxn>
                  <a:cxn ang="0">
                    <a:pos x="25" y="15"/>
                  </a:cxn>
                  <a:cxn ang="0">
                    <a:pos x="21" y="13"/>
                  </a:cxn>
                  <a:cxn ang="0">
                    <a:pos x="37" y="10"/>
                  </a:cxn>
                  <a:cxn ang="0">
                    <a:pos x="40" y="13"/>
                  </a:cxn>
                  <a:cxn ang="0">
                    <a:pos x="42" y="17"/>
                  </a:cxn>
                  <a:cxn ang="0">
                    <a:pos x="60" y="19"/>
                  </a:cxn>
                  <a:cxn ang="0">
                    <a:pos x="90" y="32"/>
                  </a:cxn>
                  <a:cxn ang="0">
                    <a:pos x="97" y="31"/>
                  </a:cxn>
                  <a:cxn ang="0">
                    <a:pos x="99" y="27"/>
                  </a:cxn>
                  <a:cxn ang="0">
                    <a:pos x="90" y="26"/>
                  </a:cxn>
                  <a:cxn ang="0">
                    <a:pos x="94" y="24"/>
                  </a:cxn>
                  <a:cxn ang="0">
                    <a:pos x="95" y="19"/>
                  </a:cxn>
                  <a:cxn ang="0">
                    <a:pos x="90" y="18"/>
                  </a:cxn>
                  <a:cxn ang="0">
                    <a:pos x="87" y="15"/>
                  </a:cxn>
                  <a:cxn ang="0">
                    <a:pos x="88" y="8"/>
                  </a:cxn>
                  <a:cxn ang="0">
                    <a:pos x="94" y="3"/>
                  </a:cxn>
                </a:cxnLst>
                <a:rect l="0" t="0" r="r" b="b"/>
                <a:pathLst>
                  <a:path w="143" h="60">
                    <a:moveTo>
                      <a:pt x="99" y="0"/>
                    </a:moveTo>
                    <a:lnTo>
                      <a:pt x="107" y="3"/>
                    </a:lnTo>
                    <a:lnTo>
                      <a:pt x="107" y="8"/>
                    </a:lnTo>
                    <a:lnTo>
                      <a:pt x="108" y="12"/>
                    </a:lnTo>
                    <a:lnTo>
                      <a:pt x="109" y="14"/>
                    </a:lnTo>
                    <a:lnTo>
                      <a:pt x="112" y="18"/>
                    </a:lnTo>
                    <a:lnTo>
                      <a:pt x="116" y="21"/>
                    </a:lnTo>
                    <a:lnTo>
                      <a:pt x="123" y="23"/>
                    </a:lnTo>
                    <a:lnTo>
                      <a:pt x="126" y="23"/>
                    </a:lnTo>
                    <a:lnTo>
                      <a:pt x="127" y="22"/>
                    </a:lnTo>
                    <a:lnTo>
                      <a:pt x="128" y="19"/>
                    </a:lnTo>
                    <a:lnTo>
                      <a:pt x="131" y="18"/>
                    </a:lnTo>
                    <a:lnTo>
                      <a:pt x="133" y="18"/>
                    </a:lnTo>
                    <a:lnTo>
                      <a:pt x="137" y="19"/>
                    </a:lnTo>
                    <a:lnTo>
                      <a:pt x="139" y="21"/>
                    </a:lnTo>
                    <a:lnTo>
                      <a:pt x="142" y="24"/>
                    </a:lnTo>
                    <a:lnTo>
                      <a:pt x="143" y="28"/>
                    </a:lnTo>
                    <a:lnTo>
                      <a:pt x="143" y="31"/>
                    </a:lnTo>
                    <a:lnTo>
                      <a:pt x="141" y="34"/>
                    </a:lnTo>
                    <a:lnTo>
                      <a:pt x="139" y="38"/>
                    </a:lnTo>
                    <a:lnTo>
                      <a:pt x="137" y="41"/>
                    </a:lnTo>
                    <a:lnTo>
                      <a:pt x="133" y="43"/>
                    </a:lnTo>
                    <a:lnTo>
                      <a:pt x="132" y="46"/>
                    </a:lnTo>
                    <a:lnTo>
                      <a:pt x="129" y="47"/>
                    </a:lnTo>
                    <a:lnTo>
                      <a:pt x="103" y="47"/>
                    </a:lnTo>
                    <a:lnTo>
                      <a:pt x="101" y="48"/>
                    </a:lnTo>
                    <a:lnTo>
                      <a:pt x="94" y="49"/>
                    </a:lnTo>
                    <a:lnTo>
                      <a:pt x="85" y="51"/>
                    </a:lnTo>
                    <a:lnTo>
                      <a:pt x="79" y="52"/>
                    </a:lnTo>
                    <a:lnTo>
                      <a:pt x="75" y="53"/>
                    </a:lnTo>
                    <a:lnTo>
                      <a:pt x="63" y="58"/>
                    </a:lnTo>
                    <a:lnTo>
                      <a:pt x="49" y="60"/>
                    </a:lnTo>
                    <a:lnTo>
                      <a:pt x="47" y="60"/>
                    </a:lnTo>
                    <a:lnTo>
                      <a:pt x="43" y="58"/>
                    </a:lnTo>
                    <a:lnTo>
                      <a:pt x="40" y="57"/>
                    </a:lnTo>
                    <a:lnTo>
                      <a:pt x="39" y="54"/>
                    </a:lnTo>
                    <a:lnTo>
                      <a:pt x="38" y="53"/>
                    </a:lnTo>
                    <a:lnTo>
                      <a:pt x="38" y="51"/>
                    </a:lnTo>
                    <a:lnTo>
                      <a:pt x="39" y="49"/>
                    </a:lnTo>
                    <a:lnTo>
                      <a:pt x="42" y="48"/>
                    </a:lnTo>
                    <a:lnTo>
                      <a:pt x="49" y="48"/>
                    </a:lnTo>
                    <a:lnTo>
                      <a:pt x="43" y="42"/>
                    </a:lnTo>
                    <a:lnTo>
                      <a:pt x="43" y="39"/>
                    </a:lnTo>
                    <a:lnTo>
                      <a:pt x="40" y="41"/>
                    </a:lnTo>
                    <a:lnTo>
                      <a:pt x="39" y="42"/>
                    </a:lnTo>
                    <a:lnTo>
                      <a:pt x="38" y="44"/>
                    </a:lnTo>
                    <a:lnTo>
                      <a:pt x="29" y="46"/>
                    </a:lnTo>
                    <a:lnTo>
                      <a:pt x="21" y="47"/>
                    </a:lnTo>
                    <a:lnTo>
                      <a:pt x="16" y="47"/>
                    </a:lnTo>
                    <a:lnTo>
                      <a:pt x="9" y="44"/>
                    </a:lnTo>
                    <a:lnTo>
                      <a:pt x="4" y="44"/>
                    </a:lnTo>
                    <a:lnTo>
                      <a:pt x="0" y="41"/>
                    </a:lnTo>
                    <a:lnTo>
                      <a:pt x="0" y="37"/>
                    </a:lnTo>
                    <a:lnTo>
                      <a:pt x="1" y="36"/>
                    </a:lnTo>
                    <a:lnTo>
                      <a:pt x="1" y="33"/>
                    </a:lnTo>
                    <a:lnTo>
                      <a:pt x="0" y="32"/>
                    </a:lnTo>
                    <a:lnTo>
                      <a:pt x="3" y="32"/>
                    </a:lnTo>
                    <a:lnTo>
                      <a:pt x="5" y="31"/>
                    </a:lnTo>
                    <a:lnTo>
                      <a:pt x="6" y="29"/>
                    </a:lnTo>
                    <a:lnTo>
                      <a:pt x="9" y="28"/>
                    </a:lnTo>
                    <a:lnTo>
                      <a:pt x="13" y="28"/>
                    </a:lnTo>
                    <a:lnTo>
                      <a:pt x="11" y="27"/>
                    </a:lnTo>
                    <a:lnTo>
                      <a:pt x="11" y="21"/>
                    </a:lnTo>
                    <a:lnTo>
                      <a:pt x="16" y="21"/>
                    </a:lnTo>
                    <a:lnTo>
                      <a:pt x="15" y="19"/>
                    </a:lnTo>
                    <a:lnTo>
                      <a:pt x="18" y="17"/>
                    </a:lnTo>
                    <a:lnTo>
                      <a:pt x="20" y="15"/>
                    </a:lnTo>
                    <a:lnTo>
                      <a:pt x="25" y="15"/>
                    </a:lnTo>
                    <a:lnTo>
                      <a:pt x="23" y="14"/>
                    </a:lnTo>
                    <a:lnTo>
                      <a:pt x="21" y="13"/>
                    </a:lnTo>
                    <a:lnTo>
                      <a:pt x="21" y="10"/>
                    </a:lnTo>
                    <a:lnTo>
                      <a:pt x="37" y="10"/>
                    </a:lnTo>
                    <a:lnTo>
                      <a:pt x="38" y="12"/>
                    </a:lnTo>
                    <a:lnTo>
                      <a:pt x="40" y="13"/>
                    </a:lnTo>
                    <a:lnTo>
                      <a:pt x="42" y="14"/>
                    </a:lnTo>
                    <a:lnTo>
                      <a:pt x="42" y="17"/>
                    </a:lnTo>
                    <a:lnTo>
                      <a:pt x="52" y="17"/>
                    </a:lnTo>
                    <a:lnTo>
                      <a:pt x="60" y="19"/>
                    </a:lnTo>
                    <a:lnTo>
                      <a:pt x="78" y="29"/>
                    </a:lnTo>
                    <a:lnTo>
                      <a:pt x="90" y="32"/>
                    </a:lnTo>
                    <a:lnTo>
                      <a:pt x="94" y="32"/>
                    </a:lnTo>
                    <a:lnTo>
                      <a:pt x="97" y="31"/>
                    </a:lnTo>
                    <a:lnTo>
                      <a:pt x="98" y="29"/>
                    </a:lnTo>
                    <a:lnTo>
                      <a:pt x="99" y="27"/>
                    </a:lnTo>
                    <a:lnTo>
                      <a:pt x="92" y="27"/>
                    </a:lnTo>
                    <a:lnTo>
                      <a:pt x="90" y="26"/>
                    </a:lnTo>
                    <a:lnTo>
                      <a:pt x="92" y="26"/>
                    </a:lnTo>
                    <a:lnTo>
                      <a:pt x="94" y="24"/>
                    </a:lnTo>
                    <a:lnTo>
                      <a:pt x="95" y="24"/>
                    </a:lnTo>
                    <a:lnTo>
                      <a:pt x="95" y="19"/>
                    </a:lnTo>
                    <a:lnTo>
                      <a:pt x="93" y="18"/>
                    </a:lnTo>
                    <a:lnTo>
                      <a:pt x="90" y="18"/>
                    </a:lnTo>
                    <a:lnTo>
                      <a:pt x="88" y="17"/>
                    </a:lnTo>
                    <a:lnTo>
                      <a:pt x="87" y="15"/>
                    </a:lnTo>
                    <a:lnTo>
                      <a:pt x="85" y="13"/>
                    </a:lnTo>
                    <a:lnTo>
                      <a:pt x="88" y="8"/>
                    </a:lnTo>
                    <a:lnTo>
                      <a:pt x="90" y="5"/>
                    </a:lnTo>
                    <a:lnTo>
                      <a:pt x="94" y="3"/>
                    </a:lnTo>
                    <a:lnTo>
                      <a:pt x="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6" name="Freeform 1249">
                <a:extLst>
                  <a:ext uri="{FF2B5EF4-FFF2-40B4-BE49-F238E27FC236}">
                    <a16:creationId xmlns:a16="http://schemas.microsoft.com/office/drawing/2014/main" id="{95BC829D-99B1-4F15-8895-FB7A88CDF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063" y="2107598"/>
                <a:ext cx="39378" cy="31091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9" y="0"/>
                  </a:cxn>
                  <a:cxn ang="0">
                    <a:pos x="16" y="7"/>
                  </a:cxn>
                  <a:cxn ang="0">
                    <a:pos x="14" y="11"/>
                  </a:cxn>
                  <a:cxn ang="0">
                    <a:pos x="10" y="13"/>
                  </a:cxn>
                  <a:cxn ang="0">
                    <a:pos x="8" y="15"/>
                  </a:cxn>
                  <a:cxn ang="0">
                    <a:pos x="5" y="15"/>
                  </a:cxn>
                  <a:cxn ang="0">
                    <a:pos x="3" y="13"/>
                  </a:cxn>
                  <a:cxn ang="0">
                    <a:pos x="1" y="11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14" y="1"/>
                  </a:cxn>
                  <a:cxn ang="0">
                    <a:pos x="16" y="0"/>
                  </a:cxn>
                </a:cxnLst>
                <a:rect l="0" t="0" r="r" b="b"/>
                <a:pathLst>
                  <a:path w="19" h="15">
                    <a:moveTo>
                      <a:pt x="16" y="0"/>
                    </a:moveTo>
                    <a:lnTo>
                      <a:pt x="19" y="0"/>
                    </a:lnTo>
                    <a:lnTo>
                      <a:pt x="16" y="7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8" y="15"/>
                    </a:lnTo>
                    <a:lnTo>
                      <a:pt x="5" y="15"/>
                    </a:lnTo>
                    <a:lnTo>
                      <a:pt x="3" y="13"/>
                    </a:lnTo>
                    <a:lnTo>
                      <a:pt x="1" y="11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14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7" name="Freeform 1250">
                <a:extLst>
                  <a:ext uri="{FF2B5EF4-FFF2-40B4-BE49-F238E27FC236}">
                    <a16:creationId xmlns:a16="http://schemas.microsoft.com/office/drawing/2014/main" id="{7D8F7933-D558-4105-A7E5-8336971F6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835" y="2064073"/>
                <a:ext cx="31089" cy="103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5" y="5"/>
                  </a:cxn>
                  <a:cxn ang="0">
                    <a:pos x="3" y="5"/>
                  </a:cxn>
                  <a:cxn ang="0">
                    <a:pos x="2" y="4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5">
                    <a:moveTo>
                      <a:pt x="0" y="0"/>
                    </a:moveTo>
                    <a:lnTo>
                      <a:pt x="15" y="0"/>
                    </a:lnTo>
                    <a:lnTo>
                      <a:pt x="15" y="5"/>
                    </a:lnTo>
                    <a:lnTo>
                      <a:pt x="3" y="5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8" name="Freeform 1251">
                <a:extLst>
                  <a:ext uri="{FF2B5EF4-FFF2-40B4-BE49-F238E27FC236}">
                    <a16:creationId xmlns:a16="http://schemas.microsoft.com/office/drawing/2014/main" id="{2810B8B3-4822-448A-BE49-6C38C0184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2161" y="2032983"/>
                <a:ext cx="167876" cy="87051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9" y="2"/>
                  </a:cxn>
                  <a:cxn ang="0">
                    <a:pos x="81" y="4"/>
                  </a:cxn>
                  <a:cxn ang="0">
                    <a:pos x="81" y="7"/>
                  </a:cxn>
                  <a:cxn ang="0">
                    <a:pos x="80" y="8"/>
                  </a:cxn>
                  <a:cxn ang="0">
                    <a:pos x="75" y="10"/>
                  </a:cxn>
                  <a:cxn ang="0">
                    <a:pos x="78" y="15"/>
                  </a:cxn>
                  <a:cxn ang="0">
                    <a:pos x="79" y="17"/>
                  </a:cxn>
                  <a:cxn ang="0">
                    <a:pos x="79" y="19"/>
                  </a:cxn>
                  <a:cxn ang="0">
                    <a:pos x="61" y="32"/>
                  </a:cxn>
                  <a:cxn ang="0">
                    <a:pos x="59" y="32"/>
                  </a:cxn>
                  <a:cxn ang="0">
                    <a:pos x="58" y="30"/>
                  </a:cxn>
                  <a:cxn ang="0">
                    <a:pos x="55" y="25"/>
                  </a:cxn>
                  <a:cxn ang="0">
                    <a:pos x="54" y="24"/>
                  </a:cxn>
                  <a:cxn ang="0">
                    <a:pos x="53" y="22"/>
                  </a:cxn>
                  <a:cxn ang="0">
                    <a:pos x="51" y="20"/>
                  </a:cxn>
                  <a:cxn ang="0">
                    <a:pos x="50" y="24"/>
                  </a:cxn>
                  <a:cxn ang="0">
                    <a:pos x="45" y="32"/>
                  </a:cxn>
                  <a:cxn ang="0">
                    <a:pos x="41" y="33"/>
                  </a:cxn>
                  <a:cxn ang="0">
                    <a:pos x="38" y="33"/>
                  </a:cxn>
                  <a:cxn ang="0">
                    <a:pos x="36" y="37"/>
                  </a:cxn>
                  <a:cxn ang="0">
                    <a:pos x="35" y="39"/>
                  </a:cxn>
                  <a:cxn ang="0">
                    <a:pos x="33" y="41"/>
                  </a:cxn>
                  <a:cxn ang="0">
                    <a:pos x="29" y="42"/>
                  </a:cxn>
                  <a:cxn ang="0">
                    <a:pos x="26" y="41"/>
                  </a:cxn>
                  <a:cxn ang="0">
                    <a:pos x="25" y="39"/>
                  </a:cxn>
                  <a:cxn ang="0">
                    <a:pos x="22" y="38"/>
                  </a:cxn>
                  <a:cxn ang="0">
                    <a:pos x="22" y="36"/>
                  </a:cxn>
                  <a:cxn ang="0">
                    <a:pos x="20" y="37"/>
                  </a:cxn>
                  <a:cxn ang="0">
                    <a:pos x="15" y="37"/>
                  </a:cxn>
                  <a:cxn ang="0">
                    <a:pos x="14" y="36"/>
                  </a:cxn>
                  <a:cxn ang="0">
                    <a:pos x="10" y="36"/>
                  </a:cxn>
                  <a:cxn ang="0">
                    <a:pos x="7" y="37"/>
                  </a:cxn>
                  <a:cxn ang="0">
                    <a:pos x="6" y="39"/>
                  </a:cxn>
                  <a:cxn ang="0">
                    <a:pos x="4" y="39"/>
                  </a:cxn>
                  <a:cxn ang="0">
                    <a:pos x="2" y="38"/>
                  </a:cxn>
                  <a:cxn ang="0">
                    <a:pos x="1" y="36"/>
                  </a:cxn>
                  <a:cxn ang="0">
                    <a:pos x="0" y="34"/>
                  </a:cxn>
                  <a:cxn ang="0">
                    <a:pos x="0" y="32"/>
                  </a:cxn>
                  <a:cxn ang="0">
                    <a:pos x="2" y="30"/>
                  </a:cxn>
                  <a:cxn ang="0">
                    <a:pos x="4" y="29"/>
                  </a:cxn>
                  <a:cxn ang="0">
                    <a:pos x="6" y="28"/>
                  </a:cxn>
                  <a:cxn ang="0">
                    <a:pos x="9" y="25"/>
                  </a:cxn>
                  <a:cxn ang="0">
                    <a:pos x="28" y="18"/>
                  </a:cxn>
                  <a:cxn ang="0">
                    <a:pos x="38" y="8"/>
                  </a:cxn>
                  <a:cxn ang="0">
                    <a:pos x="43" y="4"/>
                  </a:cxn>
                  <a:cxn ang="0">
                    <a:pos x="49" y="3"/>
                  </a:cxn>
                  <a:cxn ang="0">
                    <a:pos x="59" y="3"/>
                  </a:cxn>
                  <a:cxn ang="0">
                    <a:pos x="65" y="2"/>
                  </a:cxn>
                  <a:cxn ang="0">
                    <a:pos x="73" y="0"/>
                  </a:cxn>
                </a:cxnLst>
                <a:rect l="0" t="0" r="r" b="b"/>
                <a:pathLst>
                  <a:path w="81" h="42">
                    <a:moveTo>
                      <a:pt x="73" y="0"/>
                    </a:moveTo>
                    <a:lnTo>
                      <a:pt x="79" y="2"/>
                    </a:lnTo>
                    <a:lnTo>
                      <a:pt x="81" y="4"/>
                    </a:lnTo>
                    <a:lnTo>
                      <a:pt x="81" y="7"/>
                    </a:lnTo>
                    <a:lnTo>
                      <a:pt x="80" y="8"/>
                    </a:lnTo>
                    <a:lnTo>
                      <a:pt x="75" y="10"/>
                    </a:lnTo>
                    <a:lnTo>
                      <a:pt x="78" y="15"/>
                    </a:lnTo>
                    <a:lnTo>
                      <a:pt x="79" y="17"/>
                    </a:lnTo>
                    <a:lnTo>
                      <a:pt x="79" y="19"/>
                    </a:lnTo>
                    <a:lnTo>
                      <a:pt x="61" y="32"/>
                    </a:lnTo>
                    <a:lnTo>
                      <a:pt x="59" y="32"/>
                    </a:lnTo>
                    <a:lnTo>
                      <a:pt x="58" y="30"/>
                    </a:lnTo>
                    <a:lnTo>
                      <a:pt x="55" y="25"/>
                    </a:lnTo>
                    <a:lnTo>
                      <a:pt x="54" y="24"/>
                    </a:lnTo>
                    <a:lnTo>
                      <a:pt x="53" y="22"/>
                    </a:lnTo>
                    <a:lnTo>
                      <a:pt x="51" y="20"/>
                    </a:lnTo>
                    <a:lnTo>
                      <a:pt x="50" y="24"/>
                    </a:lnTo>
                    <a:lnTo>
                      <a:pt x="45" y="32"/>
                    </a:lnTo>
                    <a:lnTo>
                      <a:pt x="41" y="33"/>
                    </a:lnTo>
                    <a:lnTo>
                      <a:pt x="38" y="33"/>
                    </a:lnTo>
                    <a:lnTo>
                      <a:pt x="36" y="37"/>
                    </a:lnTo>
                    <a:lnTo>
                      <a:pt x="35" y="39"/>
                    </a:lnTo>
                    <a:lnTo>
                      <a:pt x="33" y="41"/>
                    </a:lnTo>
                    <a:lnTo>
                      <a:pt x="29" y="42"/>
                    </a:lnTo>
                    <a:lnTo>
                      <a:pt x="26" y="41"/>
                    </a:lnTo>
                    <a:lnTo>
                      <a:pt x="25" y="39"/>
                    </a:lnTo>
                    <a:lnTo>
                      <a:pt x="22" y="38"/>
                    </a:lnTo>
                    <a:lnTo>
                      <a:pt x="22" y="36"/>
                    </a:lnTo>
                    <a:lnTo>
                      <a:pt x="20" y="37"/>
                    </a:lnTo>
                    <a:lnTo>
                      <a:pt x="15" y="37"/>
                    </a:lnTo>
                    <a:lnTo>
                      <a:pt x="14" y="36"/>
                    </a:lnTo>
                    <a:lnTo>
                      <a:pt x="10" y="36"/>
                    </a:lnTo>
                    <a:lnTo>
                      <a:pt x="7" y="37"/>
                    </a:lnTo>
                    <a:lnTo>
                      <a:pt x="6" y="39"/>
                    </a:lnTo>
                    <a:lnTo>
                      <a:pt x="4" y="39"/>
                    </a:lnTo>
                    <a:lnTo>
                      <a:pt x="2" y="38"/>
                    </a:lnTo>
                    <a:lnTo>
                      <a:pt x="1" y="36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2" y="30"/>
                    </a:lnTo>
                    <a:lnTo>
                      <a:pt x="4" y="29"/>
                    </a:lnTo>
                    <a:lnTo>
                      <a:pt x="6" y="28"/>
                    </a:lnTo>
                    <a:lnTo>
                      <a:pt x="9" y="25"/>
                    </a:lnTo>
                    <a:lnTo>
                      <a:pt x="28" y="18"/>
                    </a:lnTo>
                    <a:lnTo>
                      <a:pt x="38" y="8"/>
                    </a:lnTo>
                    <a:lnTo>
                      <a:pt x="43" y="4"/>
                    </a:lnTo>
                    <a:lnTo>
                      <a:pt x="49" y="3"/>
                    </a:lnTo>
                    <a:lnTo>
                      <a:pt x="59" y="3"/>
                    </a:lnTo>
                    <a:lnTo>
                      <a:pt x="65" y="2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9" name="Freeform 1252">
                <a:extLst>
                  <a:ext uri="{FF2B5EF4-FFF2-40B4-BE49-F238E27FC236}">
                    <a16:creationId xmlns:a16="http://schemas.microsoft.com/office/drawing/2014/main" id="{22D30FDD-0E73-4C9C-B856-24FADCE79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996" y="1966658"/>
                <a:ext cx="97410" cy="31091"/>
              </a:xfrm>
              <a:custGeom>
                <a:avLst/>
                <a:gdLst/>
                <a:ahLst/>
                <a:cxnLst>
                  <a:cxn ang="0">
                    <a:pos x="30" y="0"/>
                  </a:cxn>
                  <a:cxn ang="0">
                    <a:pos x="35" y="0"/>
                  </a:cxn>
                  <a:cxn ang="0">
                    <a:pos x="39" y="2"/>
                  </a:cxn>
                  <a:cxn ang="0">
                    <a:pos x="42" y="3"/>
                  </a:cxn>
                  <a:cxn ang="0">
                    <a:pos x="45" y="7"/>
                  </a:cxn>
                  <a:cxn ang="0">
                    <a:pos x="47" y="10"/>
                  </a:cxn>
                  <a:cxn ang="0">
                    <a:pos x="45" y="11"/>
                  </a:cxn>
                  <a:cxn ang="0">
                    <a:pos x="42" y="13"/>
                  </a:cxn>
                  <a:cxn ang="0">
                    <a:pos x="40" y="15"/>
                  </a:cxn>
                  <a:cxn ang="0">
                    <a:pos x="16" y="15"/>
                  </a:cxn>
                  <a:cxn ang="0">
                    <a:pos x="14" y="13"/>
                  </a:cxn>
                  <a:cxn ang="0">
                    <a:pos x="11" y="11"/>
                  </a:cxn>
                  <a:cxn ang="0">
                    <a:pos x="6" y="11"/>
                  </a:cxn>
                  <a:cxn ang="0">
                    <a:pos x="4" y="12"/>
                  </a:cxn>
                  <a:cxn ang="0">
                    <a:pos x="2" y="13"/>
                  </a:cxn>
                  <a:cxn ang="0">
                    <a:pos x="0" y="15"/>
                  </a:cxn>
                  <a:cxn ang="0">
                    <a:pos x="2" y="11"/>
                  </a:cxn>
                  <a:cxn ang="0">
                    <a:pos x="9" y="7"/>
                  </a:cxn>
                  <a:cxn ang="0">
                    <a:pos x="17" y="3"/>
                  </a:cxn>
                  <a:cxn ang="0">
                    <a:pos x="25" y="1"/>
                  </a:cxn>
                  <a:cxn ang="0">
                    <a:pos x="30" y="0"/>
                  </a:cxn>
                </a:cxnLst>
                <a:rect l="0" t="0" r="r" b="b"/>
                <a:pathLst>
                  <a:path w="47" h="15">
                    <a:moveTo>
                      <a:pt x="30" y="0"/>
                    </a:moveTo>
                    <a:lnTo>
                      <a:pt x="35" y="0"/>
                    </a:lnTo>
                    <a:lnTo>
                      <a:pt x="39" y="2"/>
                    </a:lnTo>
                    <a:lnTo>
                      <a:pt x="42" y="3"/>
                    </a:lnTo>
                    <a:lnTo>
                      <a:pt x="45" y="7"/>
                    </a:lnTo>
                    <a:lnTo>
                      <a:pt x="47" y="10"/>
                    </a:lnTo>
                    <a:lnTo>
                      <a:pt x="45" y="11"/>
                    </a:lnTo>
                    <a:lnTo>
                      <a:pt x="42" y="13"/>
                    </a:lnTo>
                    <a:lnTo>
                      <a:pt x="40" y="15"/>
                    </a:lnTo>
                    <a:lnTo>
                      <a:pt x="16" y="15"/>
                    </a:lnTo>
                    <a:lnTo>
                      <a:pt x="14" y="13"/>
                    </a:lnTo>
                    <a:lnTo>
                      <a:pt x="11" y="11"/>
                    </a:lnTo>
                    <a:lnTo>
                      <a:pt x="6" y="11"/>
                    </a:lnTo>
                    <a:lnTo>
                      <a:pt x="4" y="12"/>
                    </a:lnTo>
                    <a:lnTo>
                      <a:pt x="2" y="13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9" y="7"/>
                    </a:lnTo>
                    <a:lnTo>
                      <a:pt x="17" y="3"/>
                    </a:lnTo>
                    <a:lnTo>
                      <a:pt x="25" y="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0" name="Freeform 1253">
                <a:extLst>
                  <a:ext uri="{FF2B5EF4-FFF2-40B4-BE49-F238E27FC236}">
                    <a16:creationId xmlns:a16="http://schemas.microsoft.com/office/drawing/2014/main" id="{4AB8C394-B24C-42C0-903C-307E19641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069" y="1999820"/>
                <a:ext cx="84976" cy="43527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6" y="0"/>
                  </a:cxn>
                  <a:cxn ang="0">
                    <a:pos x="39" y="1"/>
                  </a:cxn>
                  <a:cxn ang="0">
                    <a:pos x="41" y="4"/>
                  </a:cxn>
                  <a:cxn ang="0">
                    <a:pos x="38" y="6"/>
                  </a:cxn>
                  <a:cxn ang="0">
                    <a:pos x="33" y="7"/>
                  </a:cxn>
                  <a:cxn ang="0">
                    <a:pos x="29" y="9"/>
                  </a:cxn>
                  <a:cxn ang="0">
                    <a:pos x="35" y="9"/>
                  </a:cxn>
                  <a:cxn ang="0">
                    <a:pos x="34" y="15"/>
                  </a:cxn>
                  <a:cxn ang="0">
                    <a:pos x="28" y="19"/>
                  </a:cxn>
                  <a:cxn ang="0">
                    <a:pos x="21" y="20"/>
                  </a:cxn>
                  <a:cxn ang="0">
                    <a:pos x="14" y="21"/>
                  </a:cxn>
                  <a:cxn ang="0">
                    <a:pos x="10" y="21"/>
                  </a:cxn>
                  <a:cxn ang="0">
                    <a:pos x="8" y="19"/>
                  </a:cxn>
                  <a:cxn ang="0">
                    <a:pos x="5" y="18"/>
                  </a:cxn>
                  <a:cxn ang="0">
                    <a:pos x="0" y="13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9" y="2"/>
                  </a:cxn>
                  <a:cxn ang="0">
                    <a:pos x="18" y="1"/>
                  </a:cxn>
                  <a:cxn ang="0">
                    <a:pos x="28" y="0"/>
                  </a:cxn>
                </a:cxnLst>
                <a:rect l="0" t="0" r="r" b="b"/>
                <a:pathLst>
                  <a:path w="41" h="21">
                    <a:moveTo>
                      <a:pt x="28" y="0"/>
                    </a:moveTo>
                    <a:lnTo>
                      <a:pt x="36" y="0"/>
                    </a:lnTo>
                    <a:lnTo>
                      <a:pt x="39" y="1"/>
                    </a:lnTo>
                    <a:lnTo>
                      <a:pt x="41" y="4"/>
                    </a:lnTo>
                    <a:lnTo>
                      <a:pt x="38" y="6"/>
                    </a:lnTo>
                    <a:lnTo>
                      <a:pt x="33" y="7"/>
                    </a:lnTo>
                    <a:lnTo>
                      <a:pt x="29" y="9"/>
                    </a:lnTo>
                    <a:lnTo>
                      <a:pt x="35" y="9"/>
                    </a:lnTo>
                    <a:lnTo>
                      <a:pt x="34" y="15"/>
                    </a:lnTo>
                    <a:lnTo>
                      <a:pt x="28" y="19"/>
                    </a:lnTo>
                    <a:lnTo>
                      <a:pt x="21" y="20"/>
                    </a:lnTo>
                    <a:lnTo>
                      <a:pt x="14" y="21"/>
                    </a:lnTo>
                    <a:lnTo>
                      <a:pt x="10" y="21"/>
                    </a:lnTo>
                    <a:lnTo>
                      <a:pt x="8" y="19"/>
                    </a:lnTo>
                    <a:lnTo>
                      <a:pt x="5" y="18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9" y="2"/>
                    </a:lnTo>
                    <a:lnTo>
                      <a:pt x="18" y="1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1" name="Freeform 1254">
                <a:extLst>
                  <a:ext uri="{FF2B5EF4-FFF2-40B4-BE49-F238E27FC236}">
                    <a16:creationId xmlns:a16="http://schemas.microsoft.com/office/drawing/2014/main" id="{04DF415E-38BE-4C99-ABE5-3DA495E4F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690" y="2003965"/>
                <a:ext cx="29015" cy="24872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8" y="3"/>
                  </a:cxn>
                  <a:cxn ang="0">
                    <a:pos x="9" y="4"/>
                  </a:cxn>
                  <a:cxn ang="0">
                    <a:pos x="12" y="5"/>
                  </a:cxn>
                  <a:cxn ang="0">
                    <a:pos x="13" y="5"/>
                  </a:cxn>
                  <a:cxn ang="0">
                    <a:pos x="14" y="7"/>
                  </a:cxn>
                  <a:cxn ang="0">
                    <a:pos x="13" y="8"/>
                  </a:cxn>
                  <a:cxn ang="0">
                    <a:pos x="12" y="11"/>
                  </a:cxn>
                  <a:cxn ang="0">
                    <a:pos x="10" y="12"/>
                  </a:cxn>
                  <a:cxn ang="0">
                    <a:pos x="5" y="12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3" y="0"/>
                  </a:cxn>
                </a:cxnLst>
                <a:rect l="0" t="0" r="r" b="b"/>
                <a:pathLst>
                  <a:path w="14" h="12">
                    <a:moveTo>
                      <a:pt x="3" y="0"/>
                    </a:moveTo>
                    <a:lnTo>
                      <a:pt x="8" y="3"/>
                    </a:lnTo>
                    <a:lnTo>
                      <a:pt x="9" y="4"/>
                    </a:lnTo>
                    <a:lnTo>
                      <a:pt x="12" y="5"/>
                    </a:lnTo>
                    <a:lnTo>
                      <a:pt x="13" y="5"/>
                    </a:lnTo>
                    <a:lnTo>
                      <a:pt x="14" y="7"/>
                    </a:lnTo>
                    <a:lnTo>
                      <a:pt x="13" y="8"/>
                    </a:lnTo>
                    <a:lnTo>
                      <a:pt x="12" y="11"/>
                    </a:lnTo>
                    <a:lnTo>
                      <a:pt x="10" y="12"/>
                    </a:lnTo>
                    <a:lnTo>
                      <a:pt x="5" y="12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2" name="Freeform 1255">
                <a:extLst>
                  <a:ext uri="{FF2B5EF4-FFF2-40B4-BE49-F238E27FC236}">
                    <a16:creationId xmlns:a16="http://schemas.microsoft.com/office/drawing/2014/main" id="{4FD42EBA-15F3-47D6-B301-EFF1307F0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644" y="2219520"/>
                <a:ext cx="143006" cy="111922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55" y="0"/>
                  </a:cxn>
                  <a:cxn ang="0">
                    <a:pos x="56" y="1"/>
                  </a:cxn>
                  <a:cxn ang="0">
                    <a:pos x="59" y="2"/>
                  </a:cxn>
                  <a:cxn ang="0">
                    <a:pos x="59" y="3"/>
                  </a:cxn>
                  <a:cxn ang="0">
                    <a:pos x="58" y="7"/>
                  </a:cxn>
                  <a:cxn ang="0">
                    <a:pos x="56" y="10"/>
                  </a:cxn>
                  <a:cxn ang="0">
                    <a:pos x="54" y="12"/>
                  </a:cxn>
                  <a:cxn ang="0">
                    <a:pos x="50" y="15"/>
                  </a:cxn>
                  <a:cxn ang="0">
                    <a:pos x="47" y="16"/>
                  </a:cxn>
                  <a:cxn ang="0">
                    <a:pos x="45" y="18"/>
                  </a:cxn>
                  <a:cxn ang="0">
                    <a:pos x="47" y="18"/>
                  </a:cxn>
                  <a:cxn ang="0">
                    <a:pos x="50" y="17"/>
                  </a:cxn>
                  <a:cxn ang="0">
                    <a:pos x="53" y="17"/>
                  </a:cxn>
                  <a:cxn ang="0">
                    <a:pos x="55" y="16"/>
                  </a:cxn>
                  <a:cxn ang="0">
                    <a:pos x="58" y="17"/>
                  </a:cxn>
                  <a:cxn ang="0">
                    <a:pos x="59" y="17"/>
                  </a:cxn>
                  <a:cxn ang="0">
                    <a:pos x="60" y="18"/>
                  </a:cxn>
                  <a:cxn ang="0">
                    <a:pos x="60" y="22"/>
                  </a:cxn>
                  <a:cxn ang="0">
                    <a:pos x="59" y="22"/>
                  </a:cxn>
                  <a:cxn ang="0">
                    <a:pos x="59" y="25"/>
                  </a:cxn>
                  <a:cxn ang="0">
                    <a:pos x="61" y="25"/>
                  </a:cxn>
                  <a:cxn ang="0">
                    <a:pos x="64" y="26"/>
                  </a:cxn>
                  <a:cxn ang="0">
                    <a:pos x="66" y="26"/>
                  </a:cxn>
                  <a:cxn ang="0">
                    <a:pos x="69" y="27"/>
                  </a:cxn>
                  <a:cxn ang="0">
                    <a:pos x="68" y="37"/>
                  </a:cxn>
                  <a:cxn ang="0">
                    <a:pos x="65" y="42"/>
                  </a:cxn>
                  <a:cxn ang="0">
                    <a:pos x="63" y="45"/>
                  </a:cxn>
                  <a:cxn ang="0">
                    <a:pos x="59" y="46"/>
                  </a:cxn>
                  <a:cxn ang="0">
                    <a:pos x="53" y="47"/>
                  </a:cxn>
                  <a:cxn ang="0">
                    <a:pos x="50" y="49"/>
                  </a:cxn>
                  <a:cxn ang="0">
                    <a:pos x="49" y="50"/>
                  </a:cxn>
                  <a:cxn ang="0">
                    <a:pos x="47" y="52"/>
                  </a:cxn>
                  <a:cxn ang="0">
                    <a:pos x="46" y="54"/>
                  </a:cxn>
                  <a:cxn ang="0">
                    <a:pos x="41" y="54"/>
                  </a:cxn>
                  <a:cxn ang="0">
                    <a:pos x="39" y="52"/>
                  </a:cxn>
                  <a:cxn ang="0">
                    <a:pos x="37" y="51"/>
                  </a:cxn>
                  <a:cxn ang="0">
                    <a:pos x="36" y="49"/>
                  </a:cxn>
                  <a:cxn ang="0">
                    <a:pos x="35" y="47"/>
                  </a:cxn>
                  <a:cxn ang="0">
                    <a:pos x="24" y="40"/>
                  </a:cxn>
                  <a:cxn ang="0">
                    <a:pos x="11" y="34"/>
                  </a:cxn>
                  <a:cxn ang="0">
                    <a:pos x="0" y="26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9" y="21"/>
                  </a:cxn>
                  <a:cxn ang="0">
                    <a:pos x="12" y="22"/>
                  </a:cxn>
                  <a:cxn ang="0">
                    <a:pos x="17" y="23"/>
                  </a:cxn>
                  <a:cxn ang="0">
                    <a:pos x="24" y="23"/>
                  </a:cxn>
                  <a:cxn ang="0">
                    <a:pos x="24" y="12"/>
                  </a:cxn>
                  <a:cxn ang="0">
                    <a:pos x="19" y="12"/>
                  </a:cxn>
                  <a:cxn ang="0">
                    <a:pos x="15" y="11"/>
                  </a:cxn>
                  <a:cxn ang="0">
                    <a:pos x="14" y="11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12" y="6"/>
                  </a:cxn>
                  <a:cxn ang="0">
                    <a:pos x="12" y="5"/>
                  </a:cxn>
                  <a:cxn ang="0">
                    <a:pos x="14" y="3"/>
                  </a:cxn>
                  <a:cxn ang="0">
                    <a:pos x="21" y="0"/>
                  </a:cxn>
                </a:cxnLst>
                <a:rect l="0" t="0" r="r" b="b"/>
                <a:pathLst>
                  <a:path w="69" h="54">
                    <a:moveTo>
                      <a:pt x="21" y="0"/>
                    </a:moveTo>
                    <a:lnTo>
                      <a:pt x="55" y="0"/>
                    </a:lnTo>
                    <a:lnTo>
                      <a:pt x="56" y="1"/>
                    </a:lnTo>
                    <a:lnTo>
                      <a:pt x="59" y="2"/>
                    </a:lnTo>
                    <a:lnTo>
                      <a:pt x="59" y="3"/>
                    </a:lnTo>
                    <a:lnTo>
                      <a:pt x="58" y="7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0" y="15"/>
                    </a:lnTo>
                    <a:lnTo>
                      <a:pt x="47" y="16"/>
                    </a:lnTo>
                    <a:lnTo>
                      <a:pt x="45" y="18"/>
                    </a:lnTo>
                    <a:lnTo>
                      <a:pt x="47" y="18"/>
                    </a:lnTo>
                    <a:lnTo>
                      <a:pt x="50" y="17"/>
                    </a:lnTo>
                    <a:lnTo>
                      <a:pt x="53" y="17"/>
                    </a:lnTo>
                    <a:lnTo>
                      <a:pt x="55" y="16"/>
                    </a:lnTo>
                    <a:lnTo>
                      <a:pt x="58" y="17"/>
                    </a:lnTo>
                    <a:lnTo>
                      <a:pt x="59" y="17"/>
                    </a:lnTo>
                    <a:lnTo>
                      <a:pt x="60" y="18"/>
                    </a:lnTo>
                    <a:lnTo>
                      <a:pt x="60" y="22"/>
                    </a:lnTo>
                    <a:lnTo>
                      <a:pt x="59" y="22"/>
                    </a:lnTo>
                    <a:lnTo>
                      <a:pt x="59" y="25"/>
                    </a:lnTo>
                    <a:lnTo>
                      <a:pt x="61" y="25"/>
                    </a:lnTo>
                    <a:lnTo>
                      <a:pt x="64" y="26"/>
                    </a:lnTo>
                    <a:lnTo>
                      <a:pt x="66" y="26"/>
                    </a:lnTo>
                    <a:lnTo>
                      <a:pt x="69" y="27"/>
                    </a:lnTo>
                    <a:lnTo>
                      <a:pt x="68" y="37"/>
                    </a:lnTo>
                    <a:lnTo>
                      <a:pt x="65" y="42"/>
                    </a:lnTo>
                    <a:lnTo>
                      <a:pt x="63" y="45"/>
                    </a:lnTo>
                    <a:lnTo>
                      <a:pt x="59" y="46"/>
                    </a:lnTo>
                    <a:lnTo>
                      <a:pt x="53" y="47"/>
                    </a:lnTo>
                    <a:lnTo>
                      <a:pt x="50" y="49"/>
                    </a:lnTo>
                    <a:lnTo>
                      <a:pt x="49" y="50"/>
                    </a:lnTo>
                    <a:lnTo>
                      <a:pt x="47" y="52"/>
                    </a:lnTo>
                    <a:lnTo>
                      <a:pt x="46" y="54"/>
                    </a:lnTo>
                    <a:lnTo>
                      <a:pt x="41" y="54"/>
                    </a:lnTo>
                    <a:lnTo>
                      <a:pt x="39" y="52"/>
                    </a:lnTo>
                    <a:lnTo>
                      <a:pt x="37" y="51"/>
                    </a:lnTo>
                    <a:lnTo>
                      <a:pt x="36" y="49"/>
                    </a:lnTo>
                    <a:lnTo>
                      <a:pt x="35" y="47"/>
                    </a:lnTo>
                    <a:lnTo>
                      <a:pt x="24" y="40"/>
                    </a:lnTo>
                    <a:lnTo>
                      <a:pt x="11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9" y="21"/>
                    </a:lnTo>
                    <a:lnTo>
                      <a:pt x="12" y="22"/>
                    </a:lnTo>
                    <a:lnTo>
                      <a:pt x="17" y="23"/>
                    </a:lnTo>
                    <a:lnTo>
                      <a:pt x="24" y="23"/>
                    </a:lnTo>
                    <a:lnTo>
                      <a:pt x="24" y="12"/>
                    </a:lnTo>
                    <a:lnTo>
                      <a:pt x="19" y="12"/>
                    </a:lnTo>
                    <a:lnTo>
                      <a:pt x="15" y="11"/>
                    </a:lnTo>
                    <a:lnTo>
                      <a:pt x="14" y="11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12" y="6"/>
                    </a:lnTo>
                    <a:lnTo>
                      <a:pt x="12" y="5"/>
                    </a:lnTo>
                    <a:lnTo>
                      <a:pt x="14" y="3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3" name="Freeform 1256">
                <a:extLst>
                  <a:ext uri="{FF2B5EF4-FFF2-40B4-BE49-F238E27FC236}">
                    <a16:creationId xmlns:a16="http://schemas.microsoft.com/office/drawing/2014/main" id="{2CE31708-FFC0-40DC-883C-F2FA28E7D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9830" y="2074435"/>
                <a:ext cx="157514" cy="80833"/>
              </a:xfrm>
              <a:custGeom>
                <a:avLst/>
                <a:gdLst/>
                <a:ahLst/>
                <a:cxnLst>
                  <a:cxn ang="0">
                    <a:pos x="46" y="0"/>
                  </a:cxn>
                  <a:cxn ang="0">
                    <a:pos x="52" y="4"/>
                  </a:cxn>
                  <a:cxn ang="0">
                    <a:pos x="62" y="5"/>
                  </a:cxn>
                  <a:cxn ang="0">
                    <a:pos x="66" y="2"/>
                  </a:cxn>
                  <a:cxn ang="0">
                    <a:pos x="75" y="4"/>
                  </a:cxn>
                  <a:cxn ang="0">
                    <a:pos x="76" y="12"/>
                  </a:cxn>
                  <a:cxn ang="0">
                    <a:pos x="74" y="38"/>
                  </a:cxn>
                  <a:cxn ang="0">
                    <a:pos x="66" y="39"/>
                  </a:cxn>
                  <a:cxn ang="0">
                    <a:pos x="44" y="38"/>
                  </a:cxn>
                  <a:cxn ang="0">
                    <a:pos x="45" y="34"/>
                  </a:cxn>
                  <a:cxn ang="0">
                    <a:pos x="46" y="31"/>
                  </a:cxn>
                  <a:cxn ang="0">
                    <a:pos x="47" y="28"/>
                  </a:cxn>
                  <a:cxn ang="0">
                    <a:pos x="51" y="26"/>
                  </a:cxn>
                  <a:cxn ang="0">
                    <a:pos x="56" y="24"/>
                  </a:cxn>
                  <a:cxn ang="0">
                    <a:pos x="56" y="23"/>
                  </a:cxn>
                  <a:cxn ang="0">
                    <a:pos x="52" y="22"/>
                  </a:cxn>
                  <a:cxn ang="0">
                    <a:pos x="32" y="24"/>
                  </a:cxn>
                  <a:cxn ang="0">
                    <a:pos x="21" y="26"/>
                  </a:cxn>
                  <a:cxn ang="0">
                    <a:pos x="17" y="23"/>
                  </a:cxn>
                  <a:cxn ang="0">
                    <a:pos x="11" y="22"/>
                  </a:cxn>
                  <a:cxn ang="0">
                    <a:pos x="5" y="17"/>
                  </a:cxn>
                  <a:cxn ang="0">
                    <a:pos x="0" y="13"/>
                  </a:cxn>
                  <a:cxn ang="0">
                    <a:pos x="1" y="7"/>
                  </a:cxn>
                  <a:cxn ang="0">
                    <a:pos x="0" y="2"/>
                  </a:cxn>
                  <a:cxn ang="0">
                    <a:pos x="10" y="4"/>
                  </a:cxn>
                  <a:cxn ang="0">
                    <a:pos x="35" y="19"/>
                  </a:cxn>
                  <a:cxn ang="0">
                    <a:pos x="26" y="12"/>
                  </a:cxn>
                  <a:cxn ang="0">
                    <a:pos x="32" y="8"/>
                  </a:cxn>
                  <a:cxn ang="0">
                    <a:pos x="42" y="14"/>
                  </a:cxn>
                  <a:cxn ang="0">
                    <a:pos x="49" y="7"/>
                  </a:cxn>
                  <a:cxn ang="0">
                    <a:pos x="36" y="4"/>
                  </a:cxn>
                  <a:cxn ang="0">
                    <a:pos x="37" y="0"/>
                  </a:cxn>
                </a:cxnLst>
                <a:rect l="0" t="0" r="r" b="b"/>
                <a:pathLst>
                  <a:path w="76" h="39">
                    <a:moveTo>
                      <a:pt x="37" y="0"/>
                    </a:moveTo>
                    <a:lnTo>
                      <a:pt x="46" y="0"/>
                    </a:lnTo>
                    <a:lnTo>
                      <a:pt x="49" y="2"/>
                    </a:lnTo>
                    <a:lnTo>
                      <a:pt x="52" y="4"/>
                    </a:lnTo>
                    <a:lnTo>
                      <a:pt x="56" y="5"/>
                    </a:lnTo>
                    <a:lnTo>
                      <a:pt x="62" y="5"/>
                    </a:lnTo>
                    <a:lnTo>
                      <a:pt x="64" y="3"/>
                    </a:lnTo>
                    <a:lnTo>
                      <a:pt x="66" y="2"/>
                    </a:lnTo>
                    <a:lnTo>
                      <a:pt x="72" y="2"/>
                    </a:lnTo>
                    <a:lnTo>
                      <a:pt x="75" y="4"/>
                    </a:lnTo>
                    <a:lnTo>
                      <a:pt x="76" y="7"/>
                    </a:lnTo>
                    <a:lnTo>
                      <a:pt x="76" y="12"/>
                    </a:lnTo>
                    <a:lnTo>
                      <a:pt x="72" y="31"/>
                    </a:lnTo>
                    <a:lnTo>
                      <a:pt x="74" y="38"/>
                    </a:lnTo>
                    <a:lnTo>
                      <a:pt x="70" y="38"/>
                    </a:lnTo>
                    <a:lnTo>
                      <a:pt x="66" y="39"/>
                    </a:lnTo>
                    <a:lnTo>
                      <a:pt x="45" y="39"/>
                    </a:lnTo>
                    <a:lnTo>
                      <a:pt x="44" y="38"/>
                    </a:lnTo>
                    <a:lnTo>
                      <a:pt x="44" y="36"/>
                    </a:lnTo>
                    <a:lnTo>
                      <a:pt x="45" y="34"/>
                    </a:lnTo>
                    <a:lnTo>
                      <a:pt x="47" y="33"/>
                    </a:lnTo>
                    <a:lnTo>
                      <a:pt x="46" y="31"/>
                    </a:lnTo>
                    <a:lnTo>
                      <a:pt x="47" y="29"/>
                    </a:lnTo>
                    <a:lnTo>
                      <a:pt x="47" y="28"/>
                    </a:lnTo>
                    <a:lnTo>
                      <a:pt x="50" y="27"/>
                    </a:lnTo>
                    <a:lnTo>
                      <a:pt x="51" y="26"/>
                    </a:lnTo>
                    <a:lnTo>
                      <a:pt x="54" y="26"/>
                    </a:lnTo>
                    <a:lnTo>
                      <a:pt x="56" y="24"/>
                    </a:lnTo>
                    <a:lnTo>
                      <a:pt x="57" y="23"/>
                    </a:lnTo>
                    <a:lnTo>
                      <a:pt x="56" y="23"/>
                    </a:lnTo>
                    <a:lnTo>
                      <a:pt x="54" y="22"/>
                    </a:lnTo>
                    <a:lnTo>
                      <a:pt x="52" y="22"/>
                    </a:lnTo>
                    <a:lnTo>
                      <a:pt x="44" y="23"/>
                    </a:lnTo>
                    <a:lnTo>
                      <a:pt x="32" y="24"/>
                    </a:lnTo>
                    <a:lnTo>
                      <a:pt x="22" y="26"/>
                    </a:lnTo>
                    <a:lnTo>
                      <a:pt x="21" y="26"/>
                    </a:lnTo>
                    <a:lnTo>
                      <a:pt x="19" y="24"/>
                    </a:lnTo>
                    <a:lnTo>
                      <a:pt x="17" y="23"/>
                    </a:lnTo>
                    <a:lnTo>
                      <a:pt x="17" y="22"/>
                    </a:lnTo>
                    <a:lnTo>
                      <a:pt x="11" y="22"/>
                    </a:lnTo>
                    <a:lnTo>
                      <a:pt x="10" y="17"/>
                    </a:lnTo>
                    <a:lnTo>
                      <a:pt x="5" y="17"/>
                    </a:lnTo>
                    <a:lnTo>
                      <a:pt x="2" y="14"/>
                    </a:lnTo>
                    <a:lnTo>
                      <a:pt x="0" y="13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2"/>
                    </a:lnTo>
                    <a:lnTo>
                      <a:pt x="10" y="4"/>
                    </a:lnTo>
                    <a:lnTo>
                      <a:pt x="29" y="19"/>
                    </a:lnTo>
                    <a:lnTo>
                      <a:pt x="35" y="19"/>
                    </a:lnTo>
                    <a:lnTo>
                      <a:pt x="30" y="16"/>
                    </a:lnTo>
                    <a:lnTo>
                      <a:pt x="26" y="12"/>
                    </a:lnTo>
                    <a:lnTo>
                      <a:pt x="26" y="7"/>
                    </a:lnTo>
                    <a:lnTo>
                      <a:pt x="32" y="8"/>
                    </a:lnTo>
                    <a:lnTo>
                      <a:pt x="37" y="10"/>
                    </a:lnTo>
                    <a:lnTo>
                      <a:pt x="42" y="14"/>
                    </a:lnTo>
                    <a:lnTo>
                      <a:pt x="49" y="16"/>
                    </a:lnTo>
                    <a:lnTo>
                      <a:pt x="49" y="7"/>
                    </a:lnTo>
                    <a:lnTo>
                      <a:pt x="41" y="7"/>
                    </a:lnTo>
                    <a:lnTo>
                      <a:pt x="36" y="4"/>
                    </a:lnTo>
                    <a:lnTo>
                      <a:pt x="35" y="2"/>
                    </a:lnTo>
                    <a:lnTo>
                      <a:pt x="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4" name="Freeform 1257">
                <a:extLst>
                  <a:ext uri="{FF2B5EF4-FFF2-40B4-BE49-F238E27FC236}">
                    <a16:creationId xmlns:a16="http://schemas.microsoft.com/office/drawing/2014/main" id="{90E3A0EC-A4F2-4158-B959-3172B448A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2110" y="2397768"/>
                <a:ext cx="93265" cy="55962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26" y="3"/>
                  </a:cxn>
                  <a:cxn ang="0">
                    <a:pos x="34" y="8"/>
                  </a:cxn>
                  <a:cxn ang="0">
                    <a:pos x="41" y="15"/>
                  </a:cxn>
                  <a:cxn ang="0">
                    <a:pos x="45" y="21"/>
                  </a:cxn>
                  <a:cxn ang="0">
                    <a:pos x="42" y="23"/>
                  </a:cxn>
                  <a:cxn ang="0">
                    <a:pos x="35" y="27"/>
                  </a:cxn>
                  <a:cxn ang="0">
                    <a:pos x="20" y="23"/>
                  </a:cxn>
                  <a:cxn ang="0">
                    <a:pos x="11" y="21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4"/>
                  </a:cxn>
                  <a:cxn ang="0">
                    <a:pos x="1" y="13"/>
                  </a:cxn>
                  <a:cxn ang="0">
                    <a:pos x="8" y="13"/>
                  </a:cxn>
                  <a:cxn ang="0">
                    <a:pos x="11" y="10"/>
                  </a:cxn>
                  <a:cxn ang="0">
                    <a:pos x="12" y="8"/>
                  </a:cxn>
                  <a:cxn ang="0">
                    <a:pos x="12" y="7"/>
                  </a:cxn>
                  <a:cxn ang="0">
                    <a:pos x="15" y="2"/>
                  </a:cxn>
                  <a:cxn ang="0">
                    <a:pos x="17" y="0"/>
                  </a:cxn>
                </a:cxnLst>
                <a:rect l="0" t="0" r="r" b="b"/>
                <a:pathLst>
                  <a:path w="45" h="27">
                    <a:moveTo>
                      <a:pt x="17" y="0"/>
                    </a:moveTo>
                    <a:lnTo>
                      <a:pt x="20" y="0"/>
                    </a:lnTo>
                    <a:lnTo>
                      <a:pt x="26" y="3"/>
                    </a:lnTo>
                    <a:lnTo>
                      <a:pt x="34" y="8"/>
                    </a:lnTo>
                    <a:lnTo>
                      <a:pt x="41" y="15"/>
                    </a:lnTo>
                    <a:lnTo>
                      <a:pt x="45" y="21"/>
                    </a:lnTo>
                    <a:lnTo>
                      <a:pt x="42" y="23"/>
                    </a:lnTo>
                    <a:lnTo>
                      <a:pt x="35" y="27"/>
                    </a:lnTo>
                    <a:lnTo>
                      <a:pt x="20" y="23"/>
                    </a:lnTo>
                    <a:lnTo>
                      <a:pt x="11" y="21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1" y="13"/>
                    </a:lnTo>
                    <a:lnTo>
                      <a:pt x="8" y="13"/>
                    </a:lnTo>
                    <a:lnTo>
                      <a:pt x="11" y="10"/>
                    </a:lnTo>
                    <a:lnTo>
                      <a:pt x="12" y="8"/>
                    </a:lnTo>
                    <a:lnTo>
                      <a:pt x="12" y="7"/>
                    </a:lnTo>
                    <a:lnTo>
                      <a:pt x="15" y="2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5" name="Freeform 1258">
                <a:extLst>
                  <a:ext uri="{FF2B5EF4-FFF2-40B4-BE49-F238E27FC236}">
                    <a16:creationId xmlns:a16="http://schemas.microsoft.com/office/drawing/2014/main" id="{E2224BC8-FA46-41DB-81E5-C55454B7D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158" y="2198793"/>
                <a:ext cx="126426" cy="10156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34" y="1"/>
                  </a:cxn>
                  <a:cxn ang="0">
                    <a:pos x="47" y="3"/>
                  </a:cxn>
                  <a:cxn ang="0">
                    <a:pos x="61" y="5"/>
                  </a:cxn>
                  <a:cxn ang="0">
                    <a:pos x="61" y="11"/>
                  </a:cxn>
                  <a:cxn ang="0">
                    <a:pos x="58" y="12"/>
                  </a:cxn>
                  <a:cxn ang="0">
                    <a:pos x="56" y="15"/>
                  </a:cxn>
                  <a:cxn ang="0">
                    <a:pos x="53" y="16"/>
                  </a:cxn>
                  <a:cxn ang="0">
                    <a:pos x="49" y="22"/>
                  </a:cxn>
                  <a:cxn ang="0">
                    <a:pos x="44" y="27"/>
                  </a:cxn>
                  <a:cxn ang="0">
                    <a:pos x="38" y="31"/>
                  </a:cxn>
                  <a:cxn ang="0">
                    <a:pos x="30" y="32"/>
                  </a:cxn>
                  <a:cxn ang="0">
                    <a:pos x="27" y="32"/>
                  </a:cxn>
                  <a:cxn ang="0">
                    <a:pos x="25" y="31"/>
                  </a:cxn>
                  <a:cxn ang="0">
                    <a:pos x="20" y="31"/>
                  </a:cxn>
                  <a:cxn ang="0">
                    <a:pos x="20" y="33"/>
                  </a:cxn>
                  <a:cxn ang="0">
                    <a:pos x="19" y="36"/>
                  </a:cxn>
                  <a:cxn ang="0">
                    <a:pos x="24" y="36"/>
                  </a:cxn>
                  <a:cxn ang="0">
                    <a:pos x="23" y="40"/>
                  </a:cxn>
                  <a:cxn ang="0">
                    <a:pos x="22" y="42"/>
                  </a:cxn>
                  <a:cxn ang="0">
                    <a:pos x="15" y="49"/>
                  </a:cxn>
                  <a:cxn ang="0">
                    <a:pos x="7" y="49"/>
                  </a:cxn>
                  <a:cxn ang="0">
                    <a:pos x="7" y="37"/>
                  </a:cxn>
                  <a:cxn ang="0">
                    <a:pos x="3" y="31"/>
                  </a:cxn>
                  <a:cxn ang="0">
                    <a:pos x="3" y="23"/>
                  </a:cxn>
                  <a:cxn ang="0">
                    <a:pos x="0" y="17"/>
                  </a:cxn>
                  <a:cxn ang="0">
                    <a:pos x="0" y="10"/>
                  </a:cxn>
                  <a:cxn ang="0">
                    <a:pos x="10" y="10"/>
                  </a:cxn>
                  <a:cxn ang="0">
                    <a:pos x="10" y="6"/>
                  </a:cxn>
                  <a:cxn ang="0">
                    <a:pos x="12" y="5"/>
                  </a:cxn>
                  <a:cxn ang="0">
                    <a:pos x="13" y="2"/>
                  </a:cxn>
                  <a:cxn ang="0">
                    <a:pos x="14" y="1"/>
                  </a:cxn>
                  <a:cxn ang="0">
                    <a:pos x="17" y="0"/>
                  </a:cxn>
                </a:cxnLst>
                <a:rect l="0" t="0" r="r" b="b"/>
                <a:pathLst>
                  <a:path w="61" h="49">
                    <a:moveTo>
                      <a:pt x="17" y="0"/>
                    </a:moveTo>
                    <a:lnTo>
                      <a:pt x="20" y="0"/>
                    </a:lnTo>
                    <a:lnTo>
                      <a:pt x="34" y="1"/>
                    </a:lnTo>
                    <a:lnTo>
                      <a:pt x="47" y="3"/>
                    </a:lnTo>
                    <a:lnTo>
                      <a:pt x="61" y="5"/>
                    </a:lnTo>
                    <a:lnTo>
                      <a:pt x="61" y="11"/>
                    </a:lnTo>
                    <a:lnTo>
                      <a:pt x="58" y="12"/>
                    </a:lnTo>
                    <a:lnTo>
                      <a:pt x="56" y="15"/>
                    </a:lnTo>
                    <a:lnTo>
                      <a:pt x="53" y="16"/>
                    </a:lnTo>
                    <a:lnTo>
                      <a:pt x="49" y="22"/>
                    </a:lnTo>
                    <a:lnTo>
                      <a:pt x="44" y="27"/>
                    </a:lnTo>
                    <a:lnTo>
                      <a:pt x="38" y="31"/>
                    </a:lnTo>
                    <a:lnTo>
                      <a:pt x="30" y="32"/>
                    </a:lnTo>
                    <a:lnTo>
                      <a:pt x="27" y="32"/>
                    </a:lnTo>
                    <a:lnTo>
                      <a:pt x="25" y="31"/>
                    </a:lnTo>
                    <a:lnTo>
                      <a:pt x="20" y="31"/>
                    </a:lnTo>
                    <a:lnTo>
                      <a:pt x="20" y="33"/>
                    </a:lnTo>
                    <a:lnTo>
                      <a:pt x="19" y="36"/>
                    </a:lnTo>
                    <a:lnTo>
                      <a:pt x="24" y="36"/>
                    </a:lnTo>
                    <a:lnTo>
                      <a:pt x="23" y="40"/>
                    </a:lnTo>
                    <a:lnTo>
                      <a:pt x="22" y="42"/>
                    </a:lnTo>
                    <a:lnTo>
                      <a:pt x="15" y="49"/>
                    </a:lnTo>
                    <a:lnTo>
                      <a:pt x="7" y="49"/>
                    </a:lnTo>
                    <a:lnTo>
                      <a:pt x="7" y="37"/>
                    </a:lnTo>
                    <a:lnTo>
                      <a:pt x="3" y="31"/>
                    </a:lnTo>
                    <a:lnTo>
                      <a:pt x="3" y="23"/>
                    </a:lnTo>
                    <a:lnTo>
                      <a:pt x="0" y="17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0" y="6"/>
                    </a:lnTo>
                    <a:lnTo>
                      <a:pt x="12" y="5"/>
                    </a:lnTo>
                    <a:lnTo>
                      <a:pt x="13" y="2"/>
                    </a:lnTo>
                    <a:lnTo>
                      <a:pt x="14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6" name="Freeform 1259">
                <a:extLst>
                  <a:ext uri="{FF2B5EF4-FFF2-40B4-BE49-F238E27FC236}">
                    <a16:creationId xmlns:a16="http://schemas.microsoft.com/office/drawing/2014/main" id="{C25EA5E6-5519-4FBB-BA86-63C281D96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380" y="2018475"/>
                <a:ext cx="41451" cy="331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"/>
                  </a:cxn>
                  <a:cxn ang="0">
                    <a:pos x="10" y="5"/>
                  </a:cxn>
                  <a:cxn ang="0">
                    <a:pos x="15" y="9"/>
                  </a:cxn>
                  <a:cxn ang="0">
                    <a:pos x="20" y="11"/>
                  </a:cxn>
                  <a:cxn ang="0">
                    <a:pos x="20" y="14"/>
                  </a:cxn>
                  <a:cxn ang="0">
                    <a:pos x="18" y="15"/>
                  </a:cxn>
                  <a:cxn ang="0">
                    <a:pos x="16" y="16"/>
                  </a:cxn>
                  <a:cxn ang="0">
                    <a:pos x="11" y="16"/>
                  </a:cxn>
                  <a:cxn ang="0">
                    <a:pos x="10" y="14"/>
                  </a:cxn>
                  <a:cxn ang="0">
                    <a:pos x="6" y="11"/>
                  </a:cxn>
                  <a:cxn ang="0">
                    <a:pos x="3" y="9"/>
                  </a:cxn>
                  <a:cxn ang="0">
                    <a:pos x="2" y="6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20" h="16">
                    <a:moveTo>
                      <a:pt x="0" y="0"/>
                    </a:moveTo>
                    <a:lnTo>
                      <a:pt x="6" y="1"/>
                    </a:lnTo>
                    <a:lnTo>
                      <a:pt x="10" y="5"/>
                    </a:lnTo>
                    <a:lnTo>
                      <a:pt x="15" y="9"/>
                    </a:lnTo>
                    <a:lnTo>
                      <a:pt x="20" y="11"/>
                    </a:lnTo>
                    <a:lnTo>
                      <a:pt x="20" y="14"/>
                    </a:lnTo>
                    <a:lnTo>
                      <a:pt x="18" y="15"/>
                    </a:lnTo>
                    <a:lnTo>
                      <a:pt x="16" y="16"/>
                    </a:lnTo>
                    <a:lnTo>
                      <a:pt x="11" y="16"/>
                    </a:lnTo>
                    <a:lnTo>
                      <a:pt x="10" y="14"/>
                    </a:lnTo>
                    <a:lnTo>
                      <a:pt x="6" y="11"/>
                    </a:lnTo>
                    <a:lnTo>
                      <a:pt x="3" y="9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7" name="Freeform 1260">
                <a:extLst>
                  <a:ext uri="{FF2B5EF4-FFF2-40B4-BE49-F238E27FC236}">
                    <a16:creationId xmlns:a16="http://schemas.microsoft.com/office/drawing/2014/main" id="{C3D4FEC6-6A8C-452E-8273-C73619173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50" y="2132468"/>
                <a:ext cx="29015" cy="2280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1" y="1"/>
                  </a:cxn>
                  <a:cxn ang="0">
                    <a:pos x="13" y="3"/>
                  </a:cxn>
                  <a:cxn ang="0">
                    <a:pos x="14" y="5"/>
                  </a:cxn>
                  <a:cxn ang="0">
                    <a:pos x="14" y="9"/>
                  </a:cxn>
                  <a:cxn ang="0">
                    <a:pos x="11" y="11"/>
                  </a:cxn>
                  <a:cxn ang="0">
                    <a:pos x="0" y="11"/>
                  </a:cxn>
                  <a:cxn ang="0">
                    <a:pos x="1" y="8"/>
                  </a:cxn>
                  <a:cxn ang="0">
                    <a:pos x="3" y="5"/>
                  </a:cxn>
                  <a:cxn ang="0">
                    <a:pos x="5" y="3"/>
                  </a:cxn>
                  <a:cxn ang="0">
                    <a:pos x="8" y="1"/>
                  </a:cxn>
                  <a:cxn ang="0">
                    <a:pos x="11" y="0"/>
                  </a:cxn>
                </a:cxnLst>
                <a:rect l="0" t="0" r="r" b="b"/>
                <a:pathLst>
                  <a:path w="14" h="11">
                    <a:moveTo>
                      <a:pt x="11" y="0"/>
                    </a:moveTo>
                    <a:lnTo>
                      <a:pt x="11" y="1"/>
                    </a:lnTo>
                    <a:lnTo>
                      <a:pt x="13" y="3"/>
                    </a:lnTo>
                    <a:lnTo>
                      <a:pt x="14" y="5"/>
                    </a:lnTo>
                    <a:lnTo>
                      <a:pt x="14" y="9"/>
                    </a:lnTo>
                    <a:lnTo>
                      <a:pt x="11" y="11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3" y="5"/>
                    </a:lnTo>
                    <a:lnTo>
                      <a:pt x="5" y="3"/>
                    </a:lnTo>
                    <a:lnTo>
                      <a:pt x="8" y="1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8" name="Freeform 1261">
                <a:extLst>
                  <a:ext uri="{FF2B5EF4-FFF2-40B4-BE49-F238E27FC236}">
                    <a16:creationId xmlns:a16="http://schemas.microsoft.com/office/drawing/2014/main" id="{41C47D41-BCF6-47EF-ADF6-88A23FEB3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8744" y="1933495"/>
                <a:ext cx="155441" cy="84979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7" y="0"/>
                  </a:cxn>
                  <a:cxn ang="0">
                    <a:pos x="20" y="3"/>
                  </a:cxn>
                  <a:cxn ang="0">
                    <a:pos x="22" y="4"/>
                  </a:cxn>
                  <a:cxn ang="0">
                    <a:pos x="26" y="8"/>
                  </a:cxn>
                  <a:cxn ang="0">
                    <a:pos x="31" y="8"/>
                  </a:cxn>
                  <a:cxn ang="0">
                    <a:pos x="32" y="6"/>
                  </a:cxn>
                  <a:cxn ang="0">
                    <a:pos x="35" y="4"/>
                  </a:cxn>
                  <a:cxn ang="0">
                    <a:pos x="40" y="4"/>
                  </a:cxn>
                  <a:cxn ang="0">
                    <a:pos x="44" y="8"/>
                  </a:cxn>
                  <a:cxn ang="0">
                    <a:pos x="45" y="11"/>
                  </a:cxn>
                  <a:cxn ang="0">
                    <a:pos x="46" y="12"/>
                  </a:cxn>
                  <a:cxn ang="0">
                    <a:pos x="47" y="14"/>
                  </a:cxn>
                  <a:cxn ang="0">
                    <a:pos x="50" y="14"/>
                  </a:cxn>
                  <a:cxn ang="0">
                    <a:pos x="51" y="12"/>
                  </a:cxn>
                  <a:cxn ang="0">
                    <a:pos x="54" y="11"/>
                  </a:cxn>
                  <a:cxn ang="0">
                    <a:pos x="55" y="11"/>
                  </a:cxn>
                  <a:cxn ang="0">
                    <a:pos x="59" y="12"/>
                  </a:cxn>
                  <a:cxn ang="0">
                    <a:pos x="61" y="13"/>
                  </a:cxn>
                  <a:cxn ang="0">
                    <a:pos x="67" y="19"/>
                  </a:cxn>
                  <a:cxn ang="0">
                    <a:pos x="65" y="22"/>
                  </a:cxn>
                  <a:cxn ang="0">
                    <a:pos x="64" y="24"/>
                  </a:cxn>
                  <a:cxn ang="0">
                    <a:pos x="66" y="26"/>
                  </a:cxn>
                  <a:cxn ang="0">
                    <a:pos x="69" y="28"/>
                  </a:cxn>
                  <a:cxn ang="0">
                    <a:pos x="72" y="29"/>
                  </a:cxn>
                  <a:cxn ang="0">
                    <a:pos x="75" y="34"/>
                  </a:cxn>
                  <a:cxn ang="0">
                    <a:pos x="75" y="37"/>
                  </a:cxn>
                  <a:cxn ang="0">
                    <a:pos x="74" y="38"/>
                  </a:cxn>
                  <a:cxn ang="0">
                    <a:pos x="71" y="39"/>
                  </a:cxn>
                  <a:cxn ang="0">
                    <a:pos x="70" y="41"/>
                  </a:cxn>
                  <a:cxn ang="0">
                    <a:pos x="64" y="41"/>
                  </a:cxn>
                  <a:cxn ang="0">
                    <a:pos x="54" y="31"/>
                  </a:cxn>
                  <a:cxn ang="0">
                    <a:pos x="45" y="31"/>
                  </a:cxn>
                  <a:cxn ang="0">
                    <a:pos x="40" y="29"/>
                  </a:cxn>
                  <a:cxn ang="0">
                    <a:pos x="36" y="28"/>
                  </a:cxn>
                  <a:cxn ang="0">
                    <a:pos x="31" y="28"/>
                  </a:cxn>
                  <a:cxn ang="0">
                    <a:pos x="30" y="27"/>
                  </a:cxn>
                  <a:cxn ang="0">
                    <a:pos x="27" y="26"/>
                  </a:cxn>
                  <a:cxn ang="0">
                    <a:pos x="23" y="26"/>
                  </a:cxn>
                  <a:cxn ang="0">
                    <a:pos x="21" y="27"/>
                  </a:cxn>
                  <a:cxn ang="0">
                    <a:pos x="11" y="27"/>
                  </a:cxn>
                  <a:cxn ang="0">
                    <a:pos x="8" y="26"/>
                  </a:cxn>
                  <a:cxn ang="0">
                    <a:pos x="6" y="23"/>
                  </a:cxn>
                  <a:cxn ang="0">
                    <a:pos x="8" y="21"/>
                  </a:cxn>
                  <a:cxn ang="0">
                    <a:pos x="12" y="21"/>
                  </a:cxn>
                  <a:cxn ang="0">
                    <a:pos x="15" y="19"/>
                  </a:cxn>
                  <a:cxn ang="0">
                    <a:pos x="18" y="19"/>
                  </a:cxn>
                  <a:cxn ang="0">
                    <a:pos x="17" y="18"/>
                  </a:cxn>
                  <a:cxn ang="0">
                    <a:pos x="17" y="16"/>
                  </a:cxn>
                  <a:cxn ang="0">
                    <a:pos x="18" y="14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6" y="16"/>
                  </a:cxn>
                  <a:cxn ang="0">
                    <a:pos x="5" y="14"/>
                  </a:cxn>
                  <a:cxn ang="0">
                    <a:pos x="7" y="9"/>
                  </a:cxn>
                  <a:cxn ang="0">
                    <a:pos x="3" y="9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3" y="3"/>
                  </a:cxn>
                  <a:cxn ang="0">
                    <a:pos x="6" y="2"/>
                  </a:cxn>
                  <a:cxn ang="0">
                    <a:pos x="10" y="0"/>
                  </a:cxn>
                </a:cxnLst>
                <a:rect l="0" t="0" r="r" b="b"/>
                <a:pathLst>
                  <a:path w="75" h="41">
                    <a:moveTo>
                      <a:pt x="10" y="0"/>
                    </a:moveTo>
                    <a:lnTo>
                      <a:pt x="17" y="0"/>
                    </a:lnTo>
                    <a:lnTo>
                      <a:pt x="20" y="3"/>
                    </a:lnTo>
                    <a:lnTo>
                      <a:pt x="22" y="4"/>
                    </a:lnTo>
                    <a:lnTo>
                      <a:pt x="26" y="8"/>
                    </a:lnTo>
                    <a:lnTo>
                      <a:pt x="31" y="8"/>
                    </a:lnTo>
                    <a:lnTo>
                      <a:pt x="32" y="6"/>
                    </a:lnTo>
                    <a:lnTo>
                      <a:pt x="35" y="4"/>
                    </a:lnTo>
                    <a:lnTo>
                      <a:pt x="40" y="4"/>
                    </a:lnTo>
                    <a:lnTo>
                      <a:pt x="44" y="8"/>
                    </a:lnTo>
                    <a:lnTo>
                      <a:pt x="45" y="11"/>
                    </a:lnTo>
                    <a:lnTo>
                      <a:pt x="46" y="12"/>
                    </a:lnTo>
                    <a:lnTo>
                      <a:pt x="47" y="14"/>
                    </a:lnTo>
                    <a:lnTo>
                      <a:pt x="50" y="14"/>
                    </a:lnTo>
                    <a:lnTo>
                      <a:pt x="51" y="12"/>
                    </a:lnTo>
                    <a:lnTo>
                      <a:pt x="54" y="11"/>
                    </a:lnTo>
                    <a:lnTo>
                      <a:pt x="55" y="11"/>
                    </a:lnTo>
                    <a:lnTo>
                      <a:pt x="59" y="12"/>
                    </a:lnTo>
                    <a:lnTo>
                      <a:pt x="61" y="13"/>
                    </a:lnTo>
                    <a:lnTo>
                      <a:pt x="67" y="19"/>
                    </a:lnTo>
                    <a:lnTo>
                      <a:pt x="65" y="22"/>
                    </a:lnTo>
                    <a:lnTo>
                      <a:pt x="64" y="24"/>
                    </a:lnTo>
                    <a:lnTo>
                      <a:pt x="66" y="26"/>
                    </a:lnTo>
                    <a:lnTo>
                      <a:pt x="69" y="28"/>
                    </a:lnTo>
                    <a:lnTo>
                      <a:pt x="72" y="29"/>
                    </a:lnTo>
                    <a:lnTo>
                      <a:pt x="75" y="34"/>
                    </a:lnTo>
                    <a:lnTo>
                      <a:pt x="75" y="37"/>
                    </a:lnTo>
                    <a:lnTo>
                      <a:pt x="74" y="38"/>
                    </a:lnTo>
                    <a:lnTo>
                      <a:pt x="71" y="39"/>
                    </a:lnTo>
                    <a:lnTo>
                      <a:pt x="70" y="41"/>
                    </a:lnTo>
                    <a:lnTo>
                      <a:pt x="64" y="41"/>
                    </a:lnTo>
                    <a:lnTo>
                      <a:pt x="54" y="31"/>
                    </a:lnTo>
                    <a:lnTo>
                      <a:pt x="45" y="31"/>
                    </a:lnTo>
                    <a:lnTo>
                      <a:pt x="40" y="29"/>
                    </a:lnTo>
                    <a:lnTo>
                      <a:pt x="36" y="28"/>
                    </a:lnTo>
                    <a:lnTo>
                      <a:pt x="31" y="28"/>
                    </a:lnTo>
                    <a:lnTo>
                      <a:pt x="30" y="27"/>
                    </a:lnTo>
                    <a:lnTo>
                      <a:pt x="27" y="26"/>
                    </a:lnTo>
                    <a:lnTo>
                      <a:pt x="23" y="26"/>
                    </a:lnTo>
                    <a:lnTo>
                      <a:pt x="21" y="27"/>
                    </a:lnTo>
                    <a:lnTo>
                      <a:pt x="11" y="27"/>
                    </a:lnTo>
                    <a:lnTo>
                      <a:pt x="8" y="26"/>
                    </a:lnTo>
                    <a:lnTo>
                      <a:pt x="6" y="23"/>
                    </a:lnTo>
                    <a:lnTo>
                      <a:pt x="8" y="21"/>
                    </a:lnTo>
                    <a:lnTo>
                      <a:pt x="12" y="21"/>
                    </a:lnTo>
                    <a:lnTo>
                      <a:pt x="15" y="19"/>
                    </a:lnTo>
                    <a:lnTo>
                      <a:pt x="18" y="19"/>
                    </a:lnTo>
                    <a:lnTo>
                      <a:pt x="17" y="18"/>
                    </a:lnTo>
                    <a:lnTo>
                      <a:pt x="17" y="16"/>
                    </a:lnTo>
                    <a:lnTo>
                      <a:pt x="18" y="14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6" y="16"/>
                    </a:lnTo>
                    <a:lnTo>
                      <a:pt x="5" y="14"/>
                    </a:lnTo>
                    <a:lnTo>
                      <a:pt x="7" y="9"/>
                    </a:lnTo>
                    <a:lnTo>
                      <a:pt x="3" y="9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3"/>
                    </a:lnTo>
                    <a:lnTo>
                      <a:pt x="6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9" name="Freeform 1262">
                <a:extLst>
                  <a:ext uri="{FF2B5EF4-FFF2-40B4-BE49-F238E27FC236}">
                    <a16:creationId xmlns:a16="http://schemas.microsoft.com/office/drawing/2014/main" id="{D6151241-9874-477B-AD38-194ECF602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282" y="2003965"/>
                <a:ext cx="31089" cy="1450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0"/>
                  </a:cxn>
                  <a:cxn ang="0">
                    <a:pos x="10" y="2"/>
                  </a:cxn>
                  <a:cxn ang="0">
                    <a:pos x="15" y="4"/>
                  </a:cxn>
                  <a:cxn ang="0">
                    <a:pos x="14" y="5"/>
                  </a:cxn>
                  <a:cxn ang="0">
                    <a:pos x="10" y="7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2" y="3"/>
                  </a:cxn>
                  <a:cxn ang="0">
                    <a:pos x="5" y="0"/>
                  </a:cxn>
                </a:cxnLst>
                <a:rect l="0" t="0" r="r" b="b"/>
                <a:pathLst>
                  <a:path w="15" h="7">
                    <a:moveTo>
                      <a:pt x="5" y="0"/>
                    </a:moveTo>
                    <a:lnTo>
                      <a:pt x="9" y="0"/>
                    </a:lnTo>
                    <a:lnTo>
                      <a:pt x="10" y="2"/>
                    </a:lnTo>
                    <a:lnTo>
                      <a:pt x="15" y="4"/>
                    </a:lnTo>
                    <a:lnTo>
                      <a:pt x="14" y="5"/>
                    </a:lnTo>
                    <a:lnTo>
                      <a:pt x="10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0" name="Freeform 1263">
                <a:extLst>
                  <a:ext uri="{FF2B5EF4-FFF2-40B4-BE49-F238E27FC236}">
                    <a16:creationId xmlns:a16="http://schemas.microsoft.com/office/drawing/2014/main" id="{511FAD55-B5E2-4483-9FF8-56466B369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288" y="2053708"/>
                <a:ext cx="412436" cy="13057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29" y="5"/>
                  </a:cxn>
                  <a:cxn ang="0">
                    <a:pos x="40" y="14"/>
                  </a:cxn>
                  <a:cxn ang="0">
                    <a:pos x="51" y="15"/>
                  </a:cxn>
                  <a:cxn ang="0">
                    <a:pos x="55" y="12"/>
                  </a:cxn>
                  <a:cxn ang="0">
                    <a:pos x="63" y="14"/>
                  </a:cxn>
                  <a:cxn ang="0">
                    <a:pos x="65" y="18"/>
                  </a:cxn>
                  <a:cxn ang="0">
                    <a:pos x="71" y="19"/>
                  </a:cxn>
                  <a:cxn ang="0">
                    <a:pos x="78" y="22"/>
                  </a:cxn>
                  <a:cxn ang="0">
                    <a:pos x="81" y="24"/>
                  </a:cxn>
                  <a:cxn ang="0">
                    <a:pos x="66" y="28"/>
                  </a:cxn>
                  <a:cxn ang="0">
                    <a:pos x="73" y="32"/>
                  </a:cxn>
                  <a:cxn ang="0">
                    <a:pos x="84" y="33"/>
                  </a:cxn>
                  <a:cxn ang="0">
                    <a:pos x="81" y="34"/>
                  </a:cxn>
                  <a:cxn ang="0">
                    <a:pos x="86" y="38"/>
                  </a:cxn>
                  <a:cxn ang="0">
                    <a:pos x="101" y="41"/>
                  </a:cxn>
                  <a:cxn ang="0">
                    <a:pos x="130" y="41"/>
                  </a:cxn>
                  <a:cxn ang="0">
                    <a:pos x="167" y="32"/>
                  </a:cxn>
                  <a:cxn ang="0">
                    <a:pos x="192" y="36"/>
                  </a:cxn>
                  <a:cxn ang="0">
                    <a:pos x="197" y="44"/>
                  </a:cxn>
                  <a:cxn ang="0">
                    <a:pos x="194" y="46"/>
                  </a:cxn>
                  <a:cxn ang="0">
                    <a:pos x="199" y="48"/>
                  </a:cxn>
                  <a:cxn ang="0">
                    <a:pos x="190" y="59"/>
                  </a:cxn>
                  <a:cxn ang="0">
                    <a:pos x="174" y="63"/>
                  </a:cxn>
                  <a:cxn ang="0">
                    <a:pos x="162" y="62"/>
                  </a:cxn>
                  <a:cxn ang="0">
                    <a:pos x="158" y="59"/>
                  </a:cxn>
                  <a:cxn ang="0">
                    <a:pos x="153" y="57"/>
                  </a:cxn>
                  <a:cxn ang="0">
                    <a:pos x="147" y="62"/>
                  </a:cxn>
                  <a:cxn ang="0">
                    <a:pos x="108" y="63"/>
                  </a:cxn>
                  <a:cxn ang="0">
                    <a:pos x="95" y="61"/>
                  </a:cxn>
                  <a:cxn ang="0">
                    <a:pos x="89" y="56"/>
                  </a:cxn>
                  <a:cxn ang="0">
                    <a:pos x="83" y="61"/>
                  </a:cxn>
                  <a:cxn ang="0">
                    <a:pos x="78" y="63"/>
                  </a:cxn>
                  <a:cxn ang="0">
                    <a:pos x="60" y="57"/>
                  </a:cxn>
                  <a:cxn ang="0">
                    <a:pos x="49" y="44"/>
                  </a:cxn>
                  <a:cxn ang="0">
                    <a:pos x="52" y="38"/>
                  </a:cxn>
                  <a:cxn ang="0">
                    <a:pos x="45" y="27"/>
                  </a:cxn>
                  <a:cxn ang="0">
                    <a:pos x="35" y="19"/>
                  </a:cxn>
                  <a:cxn ang="0">
                    <a:pos x="29" y="20"/>
                  </a:cxn>
                  <a:cxn ang="0">
                    <a:pos x="17" y="17"/>
                  </a:cxn>
                  <a:cxn ang="0">
                    <a:pos x="2" y="9"/>
                  </a:cxn>
                  <a:cxn ang="0">
                    <a:pos x="0" y="4"/>
                  </a:cxn>
                  <a:cxn ang="0">
                    <a:pos x="4" y="2"/>
                  </a:cxn>
                </a:cxnLst>
                <a:rect l="0" t="0" r="r" b="b"/>
                <a:pathLst>
                  <a:path w="199" h="63">
                    <a:moveTo>
                      <a:pt x="7" y="0"/>
                    </a:moveTo>
                    <a:lnTo>
                      <a:pt x="12" y="0"/>
                    </a:lnTo>
                    <a:lnTo>
                      <a:pt x="21" y="2"/>
                    </a:lnTo>
                    <a:lnTo>
                      <a:pt x="29" y="5"/>
                    </a:lnTo>
                    <a:lnTo>
                      <a:pt x="34" y="10"/>
                    </a:lnTo>
                    <a:lnTo>
                      <a:pt x="40" y="14"/>
                    </a:lnTo>
                    <a:lnTo>
                      <a:pt x="47" y="15"/>
                    </a:lnTo>
                    <a:lnTo>
                      <a:pt x="51" y="15"/>
                    </a:lnTo>
                    <a:lnTo>
                      <a:pt x="54" y="14"/>
                    </a:lnTo>
                    <a:lnTo>
                      <a:pt x="55" y="12"/>
                    </a:lnTo>
                    <a:lnTo>
                      <a:pt x="63" y="12"/>
                    </a:lnTo>
                    <a:lnTo>
                      <a:pt x="63" y="14"/>
                    </a:lnTo>
                    <a:lnTo>
                      <a:pt x="64" y="17"/>
                    </a:lnTo>
                    <a:lnTo>
                      <a:pt x="65" y="18"/>
                    </a:lnTo>
                    <a:lnTo>
                      <a:pt x="68" y="19"/>
                    </a:lnTo>
                    <a:lnTo>
                      <a:pt x="71" y="19"/>
                    </a:lnTo>
                    <a:lnTo>
                      <a:pt x="74" y="20"/>
                    </a:lnTo>
                    <a:lnTo>
                      <a:pt x="78" y="22"/>
                    </a:lnTo>
                    <a:lnTo>
                      <a:pt x="80" y="23"/>
                    </a:lnTo>
                    <a:lnTo>
                      <a:pt x="81" y="24"/>
                    </a:lnTo>
                    <a:lnTo>
                      <a:pt x="65" y="24"/>
                    </a:lnTo>
                    <a:lnTo>
                      <a:pt x="66" y="28"/>
                    </a:lnTo>
                    <a:lnTo>
                      <a:pt x="68" y="29"/>
                    </a:lnTo>
                    <a:lnTo>
                      <a:pt x="73" y="32"/>
                    </a:lnTo>
                    <a:lnTo>
                      <a:pt x="81" y="32"/>
                    </a:lnTo>
                    <a:lnTo>
                      <a:pt x="84" y="33"/>
                    </a:lnTo>
                    <a:lnTo>
                      <a:pt x="83" y="34"/>
                    </a:lnTo>
                    <a:lnTo>
                      <a:pt x="81" y="34"/>
                    </a:lnTo>
                    <a:lnTo>
                      <a:pt x="81" y="38"/>
                    </a:lnTo>
                    <a:lnTo>
                      <a:pt x="86" y="38"/>
                    </a:lnTo>
                    <a:lnTo>
                      <a:pt x="88" y="37"/>
                    </a:lnTo>
                    <a:lnTo>
                      <a:pt x="101" y="41"/>
                    </a:lnTo>
                    <a:lnTo>
                      <a:pt x="115" y="42"/>
                    </a:lnTo>
                    <a:lnTo>
                      <a:pt x="130" y="41"/>
                    </a:lnTo>
                    <a:lnTo>
                      <a:pt x="153" y="33"/>
                    </a:lnTo>
                    <a:lnTo>
                      <a:pt x="167" y="32"/>
                    </a:lnTo>
                    <a:lnTo>
                      <a:pt x="180" y="33"/>
                    </a:lnTo>
                    <a:lnTo>
                      <a:pt x="192" y="36"/>
                    </a:lnTo>
                    <a:lnTo>
                      <a:pt x="199" y="43"/>
                    </a:lnTo>
                    <a:lnTo>
                      <a:pt x="197" y="44"/>
                    </a:lnTo>
                    <a:lnTo>
                      <a:pt x="196" y="44"/>
                    </a:lnTo>
                    <a:lnTo>
                      <a:pt x="194" y="46"/>
                    </a:lnTo>
                    <a:lnTo>
                      <a:pt x="194" y="48"/>
                    </a:lnTo>
                    <a:lnTo>
                      <a:pt x="199" y="48"/>
                    </a:lnTo>
                    <a:lnTo>
                      <a:pt x="197" y="56"/>
                    </a:lnTo>
                    <a:lnTo>
                      <a:pt x="190" y="59"/>
                    </a:lnTo>
                    <a:lnTo>
                      <a:pt x="183" y="62"/>
                    </a:lnTo>
                    <a:lnTo>
                      <a:pt x="174" y="63"/>
                    </a:lnTo>
                    <a:lnTo>
                      <a:pt x="165" y="63"/>
                    </a:lnTo>
                    <a:lnTo>
                      <a:pt x="162" y="62"/>
                    </a:lnTo>
                    <a:lnTo>
                      <a:pt x="159" y="61"/>
                    </a:lnTo>
                    <a:lnTo>
                      <a:pt x="158" y="59"/>
                    </a:lnTo>
                    <a:lnTo>
                      <a:pt x="157" y="57"/>
                    </a:lnTo>
                    <a:lnTo>
                      <a:pt x="153" y="57"/>
                    </a:lnTo>
                    <a:lnTo>
                      <a:pt x="149" y="61"/>
                    </a:lnTo>
                    <a:lnTo>
                      <a:pt x="147" y="62"/>
                    </a:lnTo>
                    <a:lnTo>
                      <a:pt x="114" y="62"/>
                    </a:lnTo>
                    <a:lnTo>
                      <a:pt x="108" y="63"/>
                    </a:lnTo>
                    <a:lnTo>
                      <a:pt x="100" y="62"/>
                    </a:lnTo>
                    <a:lnTo>
                      <a:pt x="95" y="61"/>
                    </a:lnTo>
                    <a:lnTo>
                      <a:pt x="94" y="56"/>
                    </a:lnTo>
                    <a:lnTo>
                      <a:pt x="89" y="56"/>
                    </a:lnTo>
                    <a:lnTo>
                      <a:pt x="85" y="59"/>
                    </a:lnTo>
                    <a:lnTo>
                      <a:pt x="83" y="61"/>
                    </a:lnTo>
                    <a:lnTo>
                      <a:pt x="80" y="63"/>
                    </a:lnTo>
                    <a:lnTo>
                      <a:pt x="78" y="63"/>
                    </a:lnTo>
                    <a:lnTo>
                      <a:pt x="69" y="61"/>
                    </a:lnTo>
                    <a:lnTo>
                      <a:pt x="60" y="57"/>
                    </a:lnTo>
                    <a:lnTo>
                      <a:pt x="52" y="51"/>
                    </a:lnTo>
                    <a:lnTo>
                      <a:pt x="49" y="44"/>
                    </a:lnTo>
                    <a:lnTo>
                      <a:pt x="49" y="42"/>
                    </a:lnTo>
                    <a:lnTo>
                      <a:pt x="52" y="38"/>
                    </a:lnTo>
                    <a:lnTo>
                      <a:pt x="54" y="38"/>
                    </a:lnTo>
                    <a:lnTo>
                      <a:pt x="45" y="27"/>
                    </a:lnTo>
                    <a:lnTo>
                      <a:pt x="37" y="17"/>
                    </a:lnTo>
                    <a:lnTo>
                      <a:pt x="35" y="19"/>
                    </a:lnTo>
                    <a:lnTo>
                      <a:pt x="32" y="20"/>
                    </a:lnTo>
                    <a:lnTo>
                      <a:pt x="29" y="20"/>
                    </a:lnTo>
                    <a:lnTo>
                      <a:pt x="24" y="19"/>
                    </a:lnTo>
                    <a:lnTo>
                      <a:pt x="17" y="17"/>
                    </a:lnTo>
                    <a:lnTo>
                      <a:pt x="9" y="13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1" name="Freeform 1264">
                <a:extLst>
                  <a:ext uri="{FF2B5EF4-FFF2-40B4-BE49-F238E27FC236}">
                    <a16:creationId xmlns:a16="http://schemas.microsoft.com/office/drawing/2014/main" id="{0B763113-BE0D-4FE2-8893-4052740D3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432" y="2124179"/>
                <a:ext cx="72539" cy="55962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22" y="0"/>
                  </a:cxn>
                  <a:cxn ang="0">
                    <a:pos x="33" y="8"/>
                  </a:cxn>
                  <a:cxn ang="0">
                    <a:pos x="34" y="10"/>
                  </a:cxn>
                  <a:cxn ang="0">
                    <a:pos x="35" y="14"/>
                  </a:cxn>
                  <a:cxn ang="0">
                    <a:pos x="35" y="18"/>
                  </a:cxn>
                  <a:cxn ang="0">
                    <a:pos x="34" y="22"/>
                  </a:cxn>
                  <a:cxn ang="0">
                    <a:pos x="33" y="24"/>
                  </a:cxn>
                  <a:cxn ang="0">
                    <a:pos x="30" y="25"/>
                  </a:cxn>
                  <a:cxn ang="0">
                    <a:pos x="27" y="27"/>
                  </a:cxn>
                  <a:cxn ang="0">
                    <a:pos x="23" y="25"/>
                  </a:cxn>
                  <a:cxn ang="0">
                    <a:pos x="17" y="23"/>
                  </a:cxn>
                  <a:cxn ang="0">
                    <a:pos x="9" y="19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3"/>
                  </a:cxn>
                  <a:cxn ang="0">
                    <a:pos x="2" y="12"/>
                  </a:cxn>
                  <a:cxn ang="0">
                    <a:pos x="4" y="10"/>
                  </a:cxn>
                  <a:cxn ang="0">
                    <a:pos x="5" y="9"/>
                  </a:cxn>
                  <a:cxn ang="0">
                    <a:pos x="7" y="9"/>
                  </a:cxn>
                  <a:cxn ang="0">
                    <a:pos x="9" y="8"/>
                  </a:cxn>
                  <a:cxn ang="0">
                    <a:pos x="9" y="5"/>
                  </a:cxn>
                  <a:cxn ang="0">
                    <a:pos x="14" y="0"/>
                  </a:cxn>
                </a:cxnLst>
                <a:rect l="0" t="0" r="r" b="b"/>
                <a:pathLst>
                  <a:path w="35" h="27">
                    <a:moveTo>
                      <a:pt x="14" y="0"/>
                    </a:moveTo>
                    <a:lnTo>
                      <a:pt x="22" y="0"/>
                    </a:lnTo>
                    <a:lnTo>
                      <a:pt x="33" y="8"/>
                    </a:lnTo>
                    <a:lnTo>
                      <a:pt x="34" y="10"/>
                    </a:lnTo>
                    <a:lnTo>
                      <a:pt x="35" y="14"/>
                    </a:lnTo>
                    <a:lnTo>
                      <a:pt x="35" y="18"/>
                    </a:lnTo>
                    <a:lnTo>
                      <a:pt x="34" y="22"/>
                    </a:lnTo>
                    <a:lnTo>
                      <a:pt x="33" y="24"/>
                    </a:lnTo>
                    <a:lnTo>
                      <a:pt x="30" y="25"/>
                    </a:lnTo>
                    <a:lnTo>
                      <a:pt x="27" y="27"/>
                    </a:lnTo>
                    <a:lnTo>
                      <a:pt x="23" y="25"/>
                    </a:lnTo>
                    <a:lnTo>
                      <a:pt x="17" y="23"/>
                    </a:lnTo>
                    <a:lnTo>
                      <a:pt x="9" y="19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2" y="12"/>
                    </a:lnTo>
                    <a:lnTo>
                      <a:pt x="4" y="10"/>
                    </a:lnTo>
                    <a:lnTo>
                      <a:pt x="5" y="9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9" y="5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2" name="Freeform 1265">
                <a:extLst>
                  <a:ext uri="{FF2B5EF4-FFF2-40B4-BE49-F238E27FC236}">
                    <a16:creationId xmlns:a16="http://schemas.microsoft.com/office/drawing/2014/main" id="{0AE49FA8-A67F-49C0-B05A-D7545BE2F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723" y="2018475"/>
                <a:ext cx="68395" cy="20725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3" y="0"/>
                  </a:cxn>
                  <a:cxn ang="0">
                    <a:pos x="33" y="7"/>
                  </a:cxn>
                  <a:cxn ang="0">
                    <a:pos x="31" y="9"/>
                  </a:cxn>
                  <a:cxn ang="0">
                    <a:pos x="29" y="10"/>
                  </a:cxn>
                  <a:cxn ang="0">
                    <a:pos x="23" y="10"/>
                  </a:cxn>
                  <a:cxn ang="0">
                    <a:pos x="16" y="9"/>
                  </a:cxn>
                  <a:cxn ang="0">
                    <a:pos x="9" y="6"/>
                  </a:cxn>
                  <a:cxn ang="0">
                    <a:pos x="3" y="5"/>
                  </a:cxn>
                  <a:cxn ang="0">
                    <a:pos x="0" y="5"/>
                  </a:cxn>
                  <a:cxn ang="0">
                    <a:pos x="8" y="2"/>
                  </a:cxn>
                  <a:cxn ang="0">
                    <a:pos x="18" y="0"/>
                  </a:cxn>
                </a:cxnLst>
                <a:rect l="0" t="0" r="r" b="b"/>
                <a:pathLst>
                  <a:path w="33" h="10">
                    <a:moveTo>
                      <a:pt x="18" y="0"/>
                    </a:moveTo>
                    <a:lnTo>
                      <a:pt x="33" y="0"/>
                    </a:lnTo>
                    <a:lnTo>
                      <a:pt x="33" y="7"/>
                    </a:lnTo>
                    <a:lnTo>
                      <a:pt x="31" y="9"/>
                    </a:lnTo>
                    <a:lnTo>
                      <a:pt x="29" y="10"/>
                    </a:lnTo>
                    <a:lnTo>
                      <a:pt x="23" y="10"/>
                    </a:lnTo>
                    <a:lnTo>
                      <a:pt x="16" y="9"/>
                    </a:lnTo>
                    <a:lnTo>
                      <a:pt x="9" y="6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8" y="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3" name="Freeform 1266">
                <a:extLst>
                  <a:ext uri="{FF2B5EF4-FFF2-40B4-BE49-F238E27FC236}">
                    <a16:creationId xmlns:a16="http://schemas.microsoft.com/office/drawing/2014/main" id="{38EC4620-08B7-47FF-9B76-83FC0924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982" y="1956295"/>
                <a:ext cx="78756" cy="58034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0" y="2"/>
                  </a:cxn>
                  <a:cxn ang="0">
                    <a:pos x="14" y="3"/>
                  </a:cxn>
                  <a:cxn ang="0">
                    <a:pos x="17" y="5"/>
                  </a:cxn>
                  <a:cxn ang="0">
                    <a:pos x="20" y="6"/>
                  </a:cxn>
                  <a:cxn ang="0">
                    <a:pos x="24" y="6"/>
                  </a:cxn>
                  <a:cxn ang="0">
                    <a:pos x="24" y="8"/>
                  </a:cxn>
                  <a:cxn ang="0">
                    <a:pos x="25" y="10"/>
                  </a:cxn>
                  <a:cxn ang="0">
                    <a:pos x="28" y="11"/>
                  </a:cxn>
                  <a:cxn ang="0">
                    <a:pos x="34" y="11"/>
                  </a:cxn>
                  <a:cxn ang="0">
                    <a:pos x="37" y="12"/>
                  </a:cxn>
                  <a:cxn ang="0">
                    <a:pos x="38" y="12"/>
                  </a:cxn>
                  <a:cxn ang="0">
                    <a:pos x="38" y="25"/>
                  </a:cxn>
                  <a:cxn ang="0">
                    <a:pos x="28" y="27"/>
                  </a:cxn>
                  <a:cxn ang="0">
                    <a:pos x="18" y="28"/>
                  </a:cxn>
                  <a:cxn ang="0">
                    <a:pos x="12" y="27"/>
                  </a:cxn>
                  <a:cxn ang="0">
                    <a:pos x="9" y="25"/>
                  </a:cxn>
                  <a:cxn ang="0">
                    <a:pos x="9" y="23"/>
                  </a:cxn>
                  <a:cxn ang="0">
                    <a:pos x="12" y="22"/>
                  </a:cxn>
                  <a:cxn ang="0">
                    <a:pos x="13" y="22"/>
                  </a:cxn>
                  <a:cxn ang="0">
                    <a:pos x="14" y="21"/>
                  </a:cxn>
                  <a:cxn ang="0">
                    <a:pos x="12" y="18"/>
                  </a:cxn>
                  <a:cxn ang="0">
                    <a:pos x="8" y="16"/>
                  </a:cxn>
                  <a:cxn ang="0">
                    <a:pos x="5" y="15"/>
                  </a:cxn>
                  <a:cxn ang="0">
                    <a:pos x="3" y="12"/>
                  </a:cxn>
                  <a:cxn ang="0">
                    <a:pos x="1" y="10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7" y="0"/>
                  </a:cxn>
                </a:cxnLst>
                <a:rect l="0" t="0" r="r" b="b"/>
                <a:pathLst>
                  <a:path w="38" h="28">
                    <a:moveTo>
                      <a:pt x="7" y="0"/>
                    </a:moveTo>
                    <a:lnTo>
                      <a:pt x="9" y="0"/>
                    </a:lnTo>
                    <a:lnTo>
                      <a:pt x="10" y="2"/>
                    </a:lnTo>
                    <a:lnTo>
                      <a:pt x="14" y="3"/>
                    </a:lnTo>
                    <a:lnTo>
                      <a:pt x="17" y="5"/>
                    </a:lnTo>
                    <a:lnTo>
                      <a:pt x="20" y="6"/>
                    </a:lnTo>
                    <a:lnTo>
                      <a:pt x="24" y="6"/>
                    </a:lnTo>
                    <a:lnTo>
                      <a:pt x="24" y="8"/>
                    </a:lnTo>
                    <a:lnTo>
                      <a:pt x="25" y="10"/>
                    </a:lnTo>
                    <a:lnTo>
                      <a:pt x="28" y="11"/>
                    </a:lnTo>
                    <a:lnTo>
                      <a:pt x="34" y="11"/>
                    </a:lnTo>
                    <a:lnTo>
                      <a:pt x="37" y="12"/>
                    </a:lnTo>
                    <a:lnTo>
                      <a:pt x="38" y="12"/>
                    </a:lnTo>
                    <a:lnTo>
                      <a:pt x="38" y="25"/>
                    </a:lnTo>
                    <a:lnTo>
                      <a:pt x="28" y="27"/>
                    </a:lnTo>
                    <a:lnTo>
                      <a:pt x="18" y="28"/>
                    </a:lnTo>
                    <a:lnTo>
                      <a:pt x="12" y="27"/>
                    </a:lnTo>
                    <a:lnTo>
                      <a:pt x="9" y="25"/>
                    </a:lnTo>
                    <a:lnTo>
                      <a:pt x="9" y="23"/>
                    </a:lnTo>
                    <a:lnTo>
                      <a:pt x="12" y="22"/>
                    </a:lnTo>
                    <a:lnTo>
                      <a:pt x="13" y="22"/>
                    </a:lnTo>
                    <a:lnTo>
                      <a:pt x="14" y="21"/>
                    </a:lnTo>
                    <a:lnTo>
                      <a:pt x="12" y="18"/>
                    </a:lnTo>
                    <a:lnTo>
                      <a:pt x="8" y="16"/>
                    </a:lnTo>
                    <a:lnTo>
                      <a:pt x="5" y="15"/>
                    </a:lnTo>
                    <a:lnTo>
                      <a:pt x="3" y="12"/>
                    </a:lnTo>
                    <a:lnTo>
                      <a:pt x="1" y="10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4" name="Freeform 1267">
                <a:extLst>
                  <a:ext uri="{FF2B5EF4-FFF2-40B4-BE49-F238E27FC236}">
                    <a16:creationId xmlns:a16="http://schemas.microsoft.com/office/drawing/2014/main" id="{B8F5745F-810A-45D7-A119-61A37001C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966" y="1898262"/>
                <a:ext cx="29015" cy="186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" y="0"/>
                  </a:cxn>
                  <a:cxn ang="0">
                    <a:pos x="14" y="9"/>
                  </a:cxn>
                  <a:cxn ang="0">
                    <a:pos x="7" y="9"/>
                  </a:cxn>
                  <a:cxn ang="0">
                    <a:pos x="4" y="6"/>
                  </a:cxn>
                  <a:cxn ang="0">
                    <a:pos x="2" y="5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14" h="9">
                    <a:moveTo>
                      <a:pt x="0" y="0"/>
                    </a:moveTo>
                    <a:lnTo>
                      <a:pt x="14" y="0"/>
                    </a:lnTo>
                    <a:lnTo>
                      <a:pt x="14" y="9"/>
                    </a:lnTo>
                    <a:lnTo>
                      <a:pt x="7" y="9"/>
                    </a:lnTo>
                    <a:lnTo>
                      <a:pt x="4" y="6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5" name="Freeform 1268">
                <a:extLst>
                  <a:ext uri="{FF2B5EF4-FFF2-40B4-BE49-F238E27FC236}">
                    <a16:creationId xmlns:a16="http://schemas.microsoft.com/office/drawing/2014/main" id="{8228D563-73EB-49E8-8E93-DE0843CBB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940" y="1821573"/>
                <a:ext cx="259068" cy="178248"/>
              </a:xfrm>
              <a:custGeom>
                <a:avLst/>
                <a:gdLst/>
                <a:ahLst/>
                <a:cxnLst>
                  <a:cxn ang="0">
                    <a:pos x="47" y="5"/>
                  </a:cxn>
                  <a:cxn ang="0">
                    <a:pos x="55" y="17"/>
                  </a:cxn>
                  <a:cxn ang="0">
                    <a:pos x="61" y="23"/>
                  </a:cxn>
                  <a:cxn ang="0">
                    <a:pos x="71" y="23"/>
                  </a:cxn>
                  <a:cxn ang="0">
                    <a:pos x="80" y="26"/>
                  </a:cxn>
                  <a:cxn ang="0">
                    <a:pos x="82" y="33"/>
                  </a:cxn>
                  <a:cxn ang="0">
                    <a:pos x="89" y="29"/>
                  </a:cxn>
                  <a:cxn ang="0">
                    <a:pos x="96" y="28"/>
                  </a:cxn>
                  <a:cxn ang="0">
                    <a:pos x="100" y="38"/>
                  </a:cxn>
                  <a:cxn ang="0">
                    <a:pos x="99" y="44"/>
                  </a:cxn>
                  <a:cxn ang="0">
                    <a:pos x="105" y="46"/>
                  </a:cxn>
                  <a:cxn ang="0">
                    <a:pos x="125" y="52"/>
                  </a:cxn>
                  <a:cxn ang="0">
                    <a:pos x="115" y="60"/>
                  </a:cxn>
                  <a:cxn ang="0">
                    <a:pos x="105" y="67"/>
                  </a:cxn>
                  <a:cxn ang="0">
                    <a:pos x="96" y="73"/>
                  </a:cxn>
                  <a:cxn ang="0">
                    <a:pos x="91" y="70"/>
                  </a:cxn>
                  <a:cxn ang="0">
                    <a:pos x="87" y="67"/>
                  </a:cxn>
                  <a:cxn ang="0">
                    <a:pos x="86" y="73"/>
                  </a:cxn>
                  <a:cxn ang="0">
                    <a:pos x="90" y="78"/>
                  </a:cxn>
                  <a:cxn ang="0">
                    <a:pos x="81" y="85"/>
                  </a:cxn>
                  <a:cxn ang="0">
                    <a:pos x="71" y="78"/>
                  </a:cxn>
                  <a:cxn ang="0">
                    <a:pos x="67" y="83"/>
                  </a:cxn>
                  <a:cxn ang="0">
                    <a:pos x="49" y="85"/>
                  </a:cxn>
                  <a:cxn ang="0">
                    <a:pos x="42" y="78"/>
                  </a:cxn>
                  <a:cxn ang="0">
                    <a:pos x="43" y="76"/>
                  </a:cxn>
                  <a:cxn ang="0">
                    <a:pos x="30" y="66"/>
                  </a:cxn>
                  <a:cxn ang="0">
                    <a:pos x="47" y="58"/>
                  </a:cxn>
                  <a:cxn ang="0">
                    <a:pos x="51" y="56"/>
                  </a:cxn>
                  <a:cxn ang="0">
                    <a:pos x="37" y="56"/>
                  </a:cxn>
                  <a:cxn ang="0">
                    <a:pos x="30" y="58"/>
                  </a:cxn>
                  <a:cxn ang="0">
                    <a:pos x="26" y="52"/>
                  </a:cxn>
                  <a:cxn ang="0">
                    <a:pos x="15" y="56"/>
                  </a:cxn>
                  <a:cxn ang="0">
                    <a:pos x="17" y="51"/>
                  </a:cxn>
                  <a:cxn ang="0">
                    <a:pos x="15" y="46"/>
                  </a:cxn>
                  <a:cxn ang="0">
                    <a:pos x="0" y="33"/>
                  </a:cxn>
                  <a:cxn ang="0">
                    <a:pos x="12" y="36"/>
                  </a:cxn>
                  <a:cxn ang="0">
                    <a:pos x="22" y="34"/>
                  </a:cxn>
                  <a:cxn ang="0">
                    <a:pos x="3" y="23"/>
                  </a:cxn>
                  <a:cxn ang="0">
                    <a:pos x="17" y="21"/>
                  </a:cxn>
                  <a:cxn ang="0">
                    <a:pos x="25" y="24"/>
                  </a:cxn>
                  <a:cxn ang="0">
                    <a:pos x="26" y="18"/>
                  </a:cxn>
                  <a:cxn ang="0">
                    <a:pos x="16" y="19"/>
                  </a:cxn>
                  <a:cxn ang="0">
                    <a:pos x="12" y="14"/>
                  </a:cxn>
                  <a:cxn ang="0">
                    <a:pos x="35" y="9"/>
                  </a:cxn>
                  <a:cxn ang="0">
                    <a:pos x="22" y="3"/>
                  </a:cxn>
                </a:cxnLst>
                <a:rect l="0" t="0" r="r" b="b"/>
                <a:pathLst>
                  <a:path w="125" h="86">
                    <a:moveTo>
                      <a:pt x="22" y="0"/>
                    </a:moveTo>
                    <a:lnTo>
                      <a:pt x="36" y="3"/>
                    </a:lnTo>
                    <a:lnTo>
                      <a:pt x="47" y="5"/>
                    </a:lnTo>
                    <a:lnTo>
                      <a:pt x="52" y="10"/>
                    </a:lnTo>
                    <a:lnTo>
                      <a:pt x="54" y="13"/>
                    </a:lnTo>
                    <a:lnTo>
                      <a:pt x="55" y="17"/>
                    </a:lnTo>
                    <a:lnTo>
                      <a:pt x="56" y="19"/>
                    </a:lnTo>
                    <a:lnTo>
                      <a:pt x="59" y="22"/>
                    </a:lnTo>
                    <a:lnTo>
                      <a:pt x="61" y="23"/>
                    </a:lnTo>
                    <a:lnTo>
                      <a:pt x="65" y="24"/>
                    </a:lnTo>
                    <a:lnTo>
                      <a:pt x="67" y="24"/>
                    </a:lnTo>
                    <a:lnTo>
                      <a:pt x="71" y="23"/>
                    </a:lnTo>
                    <a:lnTo>
                      <a:pt x="74" y="23"/>
                    </a:lnTo>
                    <a:lnTo>
                      <a:pt x="77" y="24"/>
                    </a:lnTo>
                    <a:lnTo>
                      <a:pt x="80" y="26"/>
                    </a:lnTo>
                    <a:lnTo>
                      <a:pt x="81" y="28"/>
                    </a:lnTo>
                    <a:lnTo>
                      <a:pt x="82" y="29"/>
                    </a:lnTo>
                    <a:lnTo>
                      <a:pt x="82" y="33"/>
                    </a:lnTo>
                    <a:lnTo>
                      <a:pt x="84" y="36"/>
                    </a:lnTo>
                    <a:lnTo>
                      <a:pt x="89" y="36"/>
                    </a:lnTo>
                    <a:lnTo>
                      <a:pt x="89" y="29"/>
                    </a:lnTo>
                    <a:lnTo>
                      <a:pt x="87" y="27"/>
                    </a:lnTo>
                    <a:lnTo>
                      <a:pt x="94" y="27"/>
                    </a:lnTo>
                    <a:lnTo>
                      <a:pt x="96" y="28"/>
                    </a:lnTo>
                    <a:lnTo>
                      <a:pt x="96" y="36"/>
                    </a:lnTo>
                    <a:lnTo>
                      <a:pt x="97" y="37"/>
                    </a:lnTo>
                    <a:lnTo>
                      <a:pt x="100" y="38"/>
                    </a:lnTo>
                    <a:lnTo>
                      <a:pt x="101" y="39"/>
                    </a:lnTo>
                    <a:lnTo>
                      <a:pt x="101" y="42"/>
                    </a:lnTo>
                    <a:lnTo>
                      <a:pt x="99" y="44"/>
                    </a:lnTo>
                    <a:lnTo>
                      <a:pt x="99" y="47"/>
                    </a:lnTo>
                    <a:lnTo>
                      <a:pt x="104" y="47"/>
                    </a:lnTo>
                    <a:lnTo>
                      <a:pt x="105" y="46"/>
                    </a:lnTo>
                    <a:lnTo>
                      <a:pt x="111" y="47"/>
                    </a:lnTo>
                    <a:lnTo>
                      <a:pt x="119" y="49"/>
                    </a:lnTo>
                    <a:lnTo>
                      <a:pt x="125" y="52"/>
                    </a:lnTo>
                    <a:lnTo>
                      <a:pt x="125" y="58"/>
                    </a:lnTo>
                    <a:lnTo>
                      <a:pt x="124" y="60"/>
                    </a:lnTo>
                    <a:lnTo>
                      <a:pt x="115" y="60"/>
                    </a:lnTo>
                    <a:lnTo>
                      <a:pt x="111" y="61"/>
                    </a:lnTo>
                    <a:lnTo>
                      <a:pt x="107" y="63"/>
                    </a:lnTo>
                    <a:lnTo>
                      <a:pt x="105" y="67"/>
                    </a:lnTo>
                    <a:lnTo>
                      <a:pt x="101" y="70"/>
                    </a:lnTo>
                    <a:lnTo>
                      <a:pt x="99" y="72"/>
                    </a:lnTo>
                    <a:lnTo>
                      <a:pt x="96" y="73"/>
                    </a:lnTo>
                    <a:lnTo>
                      <a:pt x="94" y="73"/>
                    </a:lnTo>
                    <a:lnTo>
                      <a:pt x="92" y="72"/>
                    </a:lnTo>
                    <a:lnTo>
                      <a:pt x="91" y="70"/>
                    </a:lnTo>
                    <a:lnTo>
                      <a:pt x="91" y="67"/>
                    </a:lnTo>
                    <a:lnTo>
                      <a:pt x="90" y="65"/>
                    </a:lnTo>
                    <a:lnTo>
                      <a:pt x="87" y="67"/>
                    </a:lnTo>
                    <a:lnTo>
                      <a:pt x="86" y="70"/>
                    </a:lnTo>
                    <a:lnTo>
                      <a:pt x="85" y="71"/>
                    </a:lnTo>
                    <a:lnTo>
                      <a:pt x="86" y="73"/>
                    </a:lnTo>
                    <a:lnTo>
                      <a:pt x="87" y="75"/>
                    </a:lnTo>
                    <a:lnTo>
                      <a:pt x="89" y="77"/>
                    </a:lnTo>
                    <a:lnTo>
                      <a:pt x="90" y="78"/>
                    </a:lnTo>
                    <a:lnTo>
                      <a:pt x="84" y="78"/>
                    </a:lnTo>
                    <a:lnTo>
                      <a:pt x="84" y="85"/>
                    </a:lnTo>
                    <a:lnTo>
                      <a:pt x="81" y="85"/>
                    </a:lnTo>
                    <a:lnTo>
                      <a:pt x="77" y="82"/>
                    </a:lnTo>
                    <a:lnTo>
                      <a:pt x="75" y="81"/>
                    </a:lnTo>
                    <a:lnTo>
                      <a:pt x="71" y="78"/>
                    </a:lnTo>
                    <a:lnTo>
                      <a:pt x="69" y="77"/>
                    </a:lnTo>
                    <a:lnTo>
                      <a:pt x="69" y="81"/>
                    </a:lnTo>
                    <a:lnTo>
                      <a:pt x="67" y="83"/>
                    </a:lnTo>
                    <a:lnTo>
                      <a:pt x="62" y="86"/>
                    </a:lnTo>
                    <a:lnTo>
                      <a:pt x="52" y="86"/>
                    </a:lnTo>
                    <a:lnTo>
                      <a:pt x="49" y="85"/>
                    </a:lnTo>
                    <a:lnTo>
                      <a:pt x="46" y="83"/>
                    </a:lnTo>
                    <a:lnTo>
                      <a:pt x="43" y="81"/>
                    </a:lnTo>
                    <a:lnTo>
                      <a:pt x="42" y="78"/>
                    </a:lnTo>
                    <a:lnTo>
                      <a:pt x="45" y="78"/>
                    </a:lnTo>
                    <a:lnTo>
                      <a:pt x="47" y="76"/>
                    </a:lnTo>
                    <a:lnTo>
                      <a:pt x="43" y="76"/>
                    </a:lnTo>
                    <a:lnTo>
                      <a:pt x="36" y="73"/>
                    </a:lnTo>
                    <a:lnTo>
                      <a:pt x="31" y="68"/>
                    </a:lnTo>
                    <a:lnTo>
                      <a:pt x="30" y="66"/>
                    </a:lnTo>
                    <a:lnTo>
                      <a:pt x="32" y="62"/>
                    </a:lnTo>
                    <a:lnTo>
                      <a:pt x="38" y="60"/>
                    </a:lnTo>
                    <a:lnTo>
                      <a:pt x="47" y="58"/>
                    </a:lnTo>
                    <a:lnTo>
                      <a:pt x="60" y="58"/>
                    </a:lnTo>
                    <a:lnTo>
                      <a:pt x="56" y="57"/>
                    </a:lnTo>
                    <a:lnTo>
                      <a:pt x="51" y="56"/>
                    </a:lnTo>
                    <a:lnTo>
                      <a:pt x="47" y="54"/>
                    </a:lnTo>
                    <a:lnTo>
                      <a:pt x="40" y="54"/>
                    </a:lnTo>
                    <a:lnTo>
                      <a:pt x="37" y="56"/>
                    </a:lnTo>
                    <a:lnTo>
                      <a:pt x="36" y="57"/>
                    </a:lnTo>
                    <a:lnTo>
                      <a:pt x="33" y="58"/>
                    </a:lnTo>
                    <a:lnTo>
                      <a:pt x="30" y="58"/>
                    </a:lnTo>
                    <a:lnTo>
                      <a:pt x="27" y="56"/>
                    </a:lnTo>
                    <a:lnTo>
                      <a:pt x="27" y="53"/>
                    </a:lnTo>
                    <a:lnTo>
                      <a:pt x="26" y="52"/>
                    </a:lnTo>
                    <a:lnTo>
                      <a:pt x="21" y="54"/>
                    </a:lnTo>
                    <a:lnTo>
                      <a:pt x="20" y="56"/>
                    </a:lnTo>
                    <a:lnTo>
                      <a:pt x="15" y="56"/>
                    </a:lnTo>
                    <a:lnTo>
                      <a:pt x="13" y="54"/>
                    </a:lnTo>
                    <a:lnTo>
                      <a:pt x="13" y="52"/>
                    </a:lnTo>
                    <a:lnTo>
                      <a:pt x="17" y="51"/>
                    </a:lnTo>
                    <a:lnTo>
                      <a:pt x="20" y="49"/>
                    </a:lnTo>
                    <a:lnTo>
                      <a:pt x="23" y="46"/>
                    </a:lnTo>
                    <a:lnTo>
                      <a:pt x="15" y="46"/>
                    </a:lnTo>
                    <a:lnTo>
                      <a:pt x="7" y="43"/>
                    </a:lnTo>
                    <a:lnTo>
                      <a:pt x="2" y="39"/>
                    </a:lnTo>
                    <a:lnTo>
                      <a:pt x="0" y="33"/>
                    </a:lnTo>
                    <a:lnTo>
                      <a:pt x="6" y="33"/>
                    </a:lnTo>
                    <a:lnTo>
                      <a:pt x="8" y="34"/>
                    </a:lnTo>
                    <a:lnTo>
                      <a:pt x="12" y="36"/>
                    </a:lnTo>
                    <a:lnTo>
                      <a:pt x="15" y="37"/>
                    </a:lnTo>
                    <a:lnTo>
                      <a:pt x="20" y="37"/>
                    </a:lnTo>
                    <a:lnTo>
                      <a:pt x="22" y="34"/>
                    </a:lnTo>
                    <a:lnTo>
                      <a:pt x="7" y="29"/>
                    </a:lnTo>
                    <a:lnTo>
                      <a:pt x="3" y="26"/>
                    </a:lnTo>
                    <a:lnTo>
                      <a:pt x="3" y="23"/>
                    </a:lnTo>
                    <a:lnTo>
                      <a:pt x="5" y="22"/>
                    </a:lnTo>
                    <a:lnTo>
                      <a:pt x="7" y="21"/>
                    </a:lnTo>
                    <a:lnTo>
                      <a:pt x="17" y="21"/>
                    </a:lnTo>
                    <a:lnTo>
                      <a:pt x="20" y="22"/>
                    </a:lnTo>
                    <a:lnTo>
                      <a:pt x="21" y="24"/>
                    </a:lnTo>
                    <a:lnTo>
                      <a:pt x="25" y="24"/>
                    </a:lnTo>
                    <a:lnTo>
                      <a:pt x="26" y="22"/>
                    </a:lnTo>
                    <a:lnTo>
                      <a:pt x="28" y="19"/>
                    </a:lnTo>
                    <a:lnTo>
                      <a:pt x="26" y="18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6" y="19"/>
                    </a:lnTo>
                    <a:lnTo>
                      <a:pt x="15" y="18"/>
                    </a:lnTo>
                    <a:lnTo>
                      <a:pt x="13" y="16"/>
                    </a:lnTo>
                    <a:lnTo>
                      <a:pt x="12" y="14"/>
                    </a:lnTo>
                    <a:lnTo>
                      <a:pt x="12" y="13"/>
                    </a:lnTo>
                    <a:lnTo>
                      <a:pt x="20" y="9"/>
                    </a:lnTo>
                    <a:lnTo>
                      <a:pt x="35" y="9"/>
                    </a:lnTo>
                    <a:lnTo>
                      <a:pt x="30" y="7"/>
                    </a:lnTo>
                    <a:lnTo>
                      <a:pt x="26" y="7"/>
                    </a:lnTo>
                    <a:lnTo>
                      <a:pt x="22" y="3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6" name="Freeform 1269">
                <a:extLst>
                  <a:ext uri="{FF2B5EF4-FFF2-40B4-BE49-F238E27FC236}">
                    <a16:creationId xmlns:a16="http://schemas.microsoft.com/office/drawing/2014/main" id="{F8529063-2457-48F3-AE4D-A244CD980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267" y="2559433"/>
                <a:ext cx="172022" cy="107777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5" y="4"/>
                  </a:cxn>
                  <a:cxn ang="0">
                    <a:pos x="27" y="7"/>
                  </a:cxn>
                  <a:cxn ang="0">
                    <a:pos x="29" y="9"/>
                  </a:cxn>
                  <a:cxn ang="0">
                    <a:pos x="30" y="12"/>
                  </a:cxn>
                  <a:cxn ang="0">
                    <a:pos x="34" y="8"/>
                  </a:cxn>
                  <a:cxn ang="0">
                    <a:pos x="40" y="14"/>
                  </a:cxn>
                  <a:cxn ang="0">
                    <a:pos x="48" y="17"/>
                  </a:cxn>
                  <a:cxn ang="0">
                    <a:pos x="57" y="19"/>
                  </a:cxn>
                  <a:cxn ang="0">
                    <a:pos x="63" y="24"/>
                  </a:cxn>
                  <a:cxn ang="0">
                    <a:pos x="63" y="27"/>
                  </a:cxn>
                  <a:cxn ang="0">
                    <a:pos x="64" y="29"/>
                  </a:cxn>
                  <a:cxn ang="0">
                    <a:pos x="64" y="31"/>
                  </a:cxn>
                  <a:cxn ang="0">
                    <a:pos x="65" y="32"/>
                  </a:cxn>
                  <a:cxn ang="0">
                    <a:pos x="69" y="34"/>
                  </a:cxn>
                  <a:cxn ang="0">
                    <a:pos x="72" y="34"/>
                  </a:cxn>
                  <a:cxn ang="0">
                    <a:pos x="75" y="36"/>
                  </a:cxn>
                  <a:cxn ang="0">
                    <a:pos x="78" y="37"/>
                  </a:cxn>
                  <a:cxn ang="0">
                    <a:pos x="80" y="37"/>
                  </a:cxn>
                  <a:cxn ang="0">
                    <a:pos x="83" y="39"/>
                  </a:cxn>
                  <a:cxn ang="0">
                    <a:pos x="79" y="42"/>
                  </a:cxn>
                  <a:cxn ang="0">
                    <a:pos x="75" y="43"/>
                  </a:cxn>
                  <a:cxn ang="0">
                    <a:pos x="73" y="44"/>
                  </a:cxn>
                  <a:cxn ang="0">
                    <a:pos x="58" y="44"/>
                  </a:cxn>
                  <a:cxn ang="0">
                    <a:pos x="55" y="43"/>
                  </a:cxn>
                  <a:cxn ang="0">
                    <a:pos x="54" y="41"/>
                  </a:cxn>
                  <a:cxn ang="0">
                    <a:pos x="49" y="38"/>
                  </a:cxn>
                  <a:cxn ang="0">
                    <a:pos x="47" y="36"/>
                  </a:cxn>
                  <a:cxn ang="0">
                    <a:pos x="44" y="34"/>
                  </a:cxn>
                  <a:cxn ang="0">
                    <a:pos x="43" y="34"/>
                  </a:cxn>
                  <a:cxn ang="0">
                    <a:pos x="40" y="42"/>
                  </a:cxn>
                  <a:cxn ang="0">
                    <a:pos x="37" y="44"/>
                  </a:cxn>
                  <a:cxn ang="0">
                    <a:pos x="34" y="47"/>
                  </a:cxn>
                  <a:cxn ang="0">
                    <a:pos x="30" y="49"/>
                  </a:cxn>
                  <a:cxn ang="0">
                    <a:pos x="24" y="49"/>
                  </a:cxn>
                  <a:cxn ang="0">
                    <a:pos x="22" y="52"/>
                  </a:cxn>
                  <a:cxn ang="0">
                    <a:pos x="18" y="52"/>
                  </a:cxn>
                  <a:cxn ang="0">
                    <a:pos x="17" y="51"/>
                  </a:cxn>
                  <a:cxn ang="0">
                    <a:pos x="17" y="47"/>
                  </a:cxn>
                  <a:cxn ang="0">
                    <a:pos x="18" y="44"/>
                  </a:cxn>
                  <a:cxn ang="0">
                    <a:pos x="0" y="44"/>
                  </a:cxn>
                  <a:cxn ang="0">
                    <a:pos x="0" y="42"/>
                  </a:cxn>
                  <a:cxn ang="0">
                    <a:pos x="1" y="39"/>
                  </a:cxn>
                  <a:cxn ang="0">
                    <a:pos x="4" y="37"/>
                  </a:cxn>
                  <a:cxn ang="0">
                    <a:pos x="5" y="37"/>
                  </a:cxn>
                  <a:cxn ang="0">
                    <a:pos x="6" y="36"/>
                  </a:cxn>
                  <a:cxn ang="0">
                    <a:pos x="9" y="34"/>
                  </a:cxn>
                  <a:cxn ang="0">
                    <a:pos x="10" y="33"/>
                  </a:cxn>
                  <a:cxn ang="0">
                    <a:pos x="10" y="18"/>
                  </a:cxn>
                  <a:cxn ang="0">
                    <a:pos x="13" y="10"/>
                  </a:cxn>
                  <a:cxn ang="0">
                    <a:pos x="17" y="4"/>
                  </a:cxn>
                  <a:cxn ang="0">
                    <a:pos x="24" y="0"/>
                  </a:cxn>
                </a:cxnLst>
                <a:rect l="0" t="0" r="r" b="b"/>
                <a:pathLst>
                  <a:path w="83" h="52">
                    <a:moveTo>
                      <a:pt x="24" y="0"/>
                    </a:moveTo>
                    <a:lnTo>
                      <a:pt x="25" y="4"/>
                    </a:lnTo>
                    <a:lnTo>
                      <a:pt x="27" y="7"/>
                    </a:lnTo>
                    <a:lnTo>
                      <a:pt x="29" y="9"/>
                    </a:lnTo>
                    <a:lnTo>
                      <a:pt x="30" y="12"/>
                    </a:lnTo>
                    <a:lnTo>
                      <a:pt x="34" y="8"/>
                    </a:lnTo>
                    <a:lnTo>
                      <a:pt x="40" y="14"/>
                    </a:lnTo>
                    <a:lnTo>
                      <a:pt x="48" y="17"/>
                    </a:lnTo>
                    <a:lnTo>
                      <a:pt x="57" y="19"/>
                    </a:lnTo>
                    <a:lnTo>
                      <a:pt x="63" y="24"/>
                    </a:lnTo>
                    <a:lnTo>
                      <a:pt x="63" y="27"/>
                    </a:lnTo>
                    <a:lnTo>
                      <a:pt x="64" y="29"/>
                    </a:lnTo>
                    <a:lnTo>
                      <a:pt x="64" y="31"/>
                    </a:lnTo>
                    <a:lnTo>
                      <a:pt x="65" y="32"/>
                    </a:lnTo>
                    <a:lnTo>
                      <a:pt x="69" y="34"/>
                    </a:lnTo>
                    <a:lnTo>
                      <a:pt x="72" y="34"/>
                    </a:lnTo>
                    <a:lnTo>
                      <a:pt x="75" y="36"/>
                    </a:lnTo>
                    <a:lnTo>
                      <a:pt x="78" y="37"/>
                    </a:lnTo>
                    <a:lnTo>
                      <a:pt x="80" y="37"/>
                    </a:lnTo>
                    <a:lnTo>
                      <a:pt x="83" y="39"/>
                    </a:lnTo>
                    <a:lnTo>
                      <a:pt x="79" y="42"/>
                    </a:lnTo>
                    <a:lnTo>
                      <a:pt x="75" y="43"/>
                    </a:lnTo>
                    <a:lnTo>
                      <a:pt x="73" y="44"/>
                    </a:lnTo>
                    <a:lnTo>
                      <a:pt x="58" y="44"/>
                    </a:lnTo>
                    <a:lnTo>
                      <a:pt x="55" y="43"/>
                    </a:lnTo>
                    <a:lnTo>
                      <a:pt x="54" y="41"/>
                    </a:lnTo>
                    <a:lnTo>
                      <a:pt x="49" y="38"/>
                    </a:lnTo>
                    <a:lnTo>
                      <a:pt x="47" y="36"/>
                    </a:lnTo>
                    <a:lnTo>
                      <a:pt x="44" y="34"/>
                    </a:lnTo>
                    <a:lnTo>
                      <a:pt x="43" y="34"/>
                    </a:lnTo>
                    <a:lnTo>
                      <a:pt x="40" y="42"/>
                    </a:lnTo>
                    <a:lnTo>
                      <a:pt x="37" y="44"/>
                    </a:lnTo>
                    <a:lnTo>
                      <a:pt x="34" y="47"/>
                    </a:lnTo>
                    <a:lnTo>
                      <a:pt x="30" y="49"/>
                    </a:lnTo>
                    <a:lnTo>
                      <a:pt x="24" y="49"/>
                    </a:lnTo>
                    <a:lnTo>
                      <a:pt x="22" y="52"/>
                    </a:lnTo>
                    <a:lnTo>
                      <a:pt x="18" y="52"/>
                    </a:lnTo>
                    <a:lnTo>
                      <a:pt x="17" y="51"/>
                    </a:lnTo>
                    <a:lnTo>
                      <a:pt x="17" y="47"/>
                    </a:lnTo>
                    <a:lnTo>
                      <a:pt x="18" y="44"/>
                    </a:lnTo>
                    <a:lnTo>
                      <a:pt x="0" y="44"/>
                    </a:lnTo>
                    <a:lnTo>
                      <a:pt x="0" y="42"/>
                    </a:lnTo>
                    <a:lnTo>
                      <a:pt x="1" y="39"/>
                    </a:lnTo>
                    <a:lnTo>
                      <a:pt x="4" y="37"/>
                    </a:lnTo>
                    <a:lnTo>
                      <a:pt x="5" y="37"/>
                    </a:lnTo>
                    <a:lnTo>
                      <a:pt x="6" y="36"/>
                    </a:lnTo>
                    <a:lnTo>
                      <a:pt x="9" y="34"/>
                    </a:lnTo>
                    <a:lnTo>
                      <a:pt x="10" y="33"/>
                    </a:lnTo>
                    <a:lnTo>
                      <a:pt x="10" y="18"/>
                    </a:lnTo>
                    <a:lnTo>
                      <a:pt x="13" y="10"/>
                    </a:lnTo>
                    <a:lnTo>
                      <a:pt x="17" y="4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7" name="Freeform 1270">
                <a:extLst>
                  <a:ext uri="{FF2B5EF4-FFF2-40B4-BE49-F238E27FC236}">
                    <a16:creationId xmlns:a16="http://schemas.microsoft.com/office/drawing/2014/main" id="{C2904281-44EE-4BD3-8F6A-9725042C1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754" y="2464092"/>
                <a:ext cx="53887" cy="414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20" y="1"/>
                  </a:cxn>
                  <a:cxn ang="0">
                    <a:pos x="24" y="5"/>
                  </a:cxn>
                  <a:cxn ang="0">
                    <a:pos x="26" y="11"/>
                  </a:cxn>
                  <a:cxn ang="0">
                    <a:pos x="24" y="16"/>
                  </a:cxn>
                  <a:cxn ang="0">
                    <a:pos x="16" y="19"/>
                  </a:cxn>
                  <a:cxn ang="0">
                    <a:pos x="14" y="20"/>
                  </a:cxn>
                  <a:cxn ang="0">
                    <a:pos x="11" y="20"/>
                  </a:cxn>
                  <a:cxn ang="0">
                    <a:pos x="6" y="19"/>
                  </a:cxn>
                  <a:cxn ang="0">
                    <a:pos x="4" y="17"/>
                  </a:cxn>
                  <a:cxn ang="0">
                    <a:pos x="1" y="14"/>
                  </a:cxn>
                  <a:cxn ang="0">
                    <a:pos x="0" y="11"/>
                  </a:cxn>
                  <a:cxn ang="0">
                    <a:pos x="2" y="5"/>
                  </a:cxn>
                  <a:cxn ang="0">
                    <a:pos x="6" y="1"/>
                  </a:cxn>
                  <a:cxn ang="0">
                    <a:pos x="12" y="0"/>
                  </a:cxn>
                </a:cxnLst>
                <a:rect l="0" t="0" r="r" b="b"/>
                <a:pathLst>
                  <a:path w="26" h="20">
                    <a:moveTo>
                      <a:pt x="12" y="0"/>
                    </a:moveTo>
                    <a:lnTo>
                      <a:pt x="20" y="1"/>
                    </a:lnTo>
                    <a:lnTo>
                      <a:pt x="24" y="5"/>
                    </a:lnTo>
                    <a:lnTo>
                      <a:pt x="26" y="11"/>
                    </a:lnTo>
                    <a:lnTo>
                      <a:pt x="24" y="16"/>
                    </a:lnTo>
                    <a:lnTo>
                      <a:pt x="16" y="19"/>
                    </a:lnTo>
                    <a:lnTo>
                      <a:pt x="14" y="20"/>
                    </a:lnTo>
                    <a:lnTo>
                      <a:pt x="11" y="20"/>
                    </a:lnTo>
                    <a:lnTo>
                      <a:pt x="6" y="19"/>
                    </a:lnTo>
                    <a:lnTo>
                      <a:pt x="4" y="17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8" name="Freeform 1271">
                <a:extLst>
                  <a:ext uri="{FF2B5EF4-FFF2-40B4-BE49-F238E27FC236}">
                    <a16:creationId xmlns:a16="http://schemas.microsoft.com/office/drawing/2014/main" id="{6EA241DA-37D5-4A88-A6EF-4C942AF82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313" y="2671356"/>
                <a:ext cx="43524" cy="35236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7" y="0"/>
                  </a:cxn>
                  <a:cxn ang="0">
                    <a:pos x="18" y="2"/>
                  </a:cxn>
                  <a:cxn ang="0">
                    <a:pos x="21" y="3"/>
                  </a:cxn>
                  <a:cxn ang="0">
                    <a:pos x="16" y="8"/>
                  </a:cxn>
                  <a:cxn ang="0">
                    <a:pos x="7" y="14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2" y="8"/>
                  </a:cxn>
                  <a:cxn ang="0">
                    <a:pos x="6" y="5"/>
                  </a:cxn>
                  <a:cxn ang="0">
                    <a:pos x="8" y="4"/>
                  </a:cxn>
                  <a:cxn ang="0">
                    <a:pos x="10" y="2"/>
                  </a:cxn>
                  <a:cxn ang="0">
                    <a:pos x="13" y="2"/>
                  </a:cxn>
                  <a:cxn ang="0">
                    <a:pos x="16" y="0"/>
                  </a:cxn>
                </a:cxnLst>
                <a:rect l="0" t="0" r="r" b="b"/>
                <a:pathLst>
                  <a:path w="21" h="17">
                    <a:moveTo>
                      <a:pt x="16" y="0"/>
                    </a:moveTo>
                    <a:lnTo>
                      <a:pt x="17" y="0"/>
                    </a:lnTo>
                    <a:lnTo>
                      <a:pt x="18" y="2"/>
                    </a:lnTo>
                    <a:lnTo>
                      <a:pt x="21" y="3"/>
                    </a:lnTo>
                    <a:lnTo>
                      <a:pt x="16" y="8"/>
                    </a:lnTo>
                    <a:lnTo>
                      <a:pt x="7" y="14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6" y="5"/>
                    </a:lnTo>
                    <a:lnTo>
                      <a:pt x="8" y="4"/>
                    </a:lnTo>
                    <a:lnTo>
                      <a:pt x="10" y="2"/>
                    </a:lnTo>
                    <a:lnTo>
                      <a:pt x="13" y="2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9" name="Freeform 1272">
                <a:extLst>
                  <a:ext uri="{FF2B5EF4-FFF2-40B4-BE49-F238E27FC236}">
                    <a16:creationId xmlns:a16="http://schemas.microsoft.com/office/drawing/2014/main" id="{91A8A17E-02ED-4DDC-B5BF-89818BF9A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636" y="2219520"/>
                <a:ext cx="113991" cy="4559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8" y="0"/>
                  </a:cxn>
                  <a:cxn ang="0">
                    <a:pos x="15" y="1"/>
                  </a:cxn>
                  <a:cxn ang="0">
                    <a:pos x="20" y="1"/>
                  </a:cxn>
                  <a:cxn ang="0">
                    <a:pos x="28" y="2"/>
                  </a:cxn>
                  <a:cxn ang="0">
                    <a:pos x="38" y="5"/>
                  </a:cxn>
                  <a:cxn ang="0">
                    <a:pos x="48" y="10"/>
                  </a:cxn>
                  <a:cxn ang="0">
                    <a:pos x="55" y="15"/>
                  </a:cxn>
                  <a:cxn ang="0">
                    <a:pos x="53" y="20"/>
                  </a:cxn>
                  <a:cxn ang="0">
                    <a:pos x="50" y="21"/>
                  </a:cxn>
                  <a:cxn ang="0">
                    <a:pos x="44" y="21"/>
                  </a:cxn>
                  <a:cxn ang="0">
                    <a:pos x="39" y="18"/>
                  </a:cxn>
                  <a:cxn ang="0">
                    <a:pos x="33" y="18"/>
                  </a:cxn>
                  <a:cxn ang="0">
                    <a:pos x="29" y="20"/>
                  </a:cxn>
                  <a:cxn ang="0">
                    <a:pos x="25" y="22"/>
                  </a:cxn>
                  <a:cxn ang="0">
                    <a:pos x="15" y="22"/>
                  </a:cxn>
                  <a:cxn ang="0">
                    <a:pos x="12" y="21"/>
                  </a:cxn>
                  <a:cxn ang="0">
                    <a:pos x="9" y="18"/>
                  </a:cxn>
                  <a:cxn ang="0">
                    <a:pos x="9" y="13"/>
                  </a:cxn>
                  <a:cxn ang="0">
                    <a:pos x="4" y="11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55" h="22">
                    <a:moveTo>
                      <a:pt x="5" y="0"/>
                    </a:moveTo>
                    <a:lnTo>
                      <a:pt x="8" y="0"/>
                    </a:lnTo>
                    <a:lnTo>
                      <a:pt x="15" y="1"/>
                    </a:lnTo>
                    <a:lnTo>
                      <a:pt x="20" y="1"/>
                    </a:lnTo>
                    <a:lnTo>
                      <a:pt x="28" y="2"/>
                    </a:lnTo>
                    <a:lnTo>
                      <a:pt x="38" y="5"/>
                    </a:lnTo>
                    <a:lnTo>
                      <a:pt x="48" y="10"/>
                    </a:lnTo>
                    <a:lnTo>
                      <a:pt x="55" y="15"/>
                    </a:lnTo>
                    <a:lnTo>
                      <a:pt x="53" y="20"/>
                    </a:lnTo>
                    <a:lnTo>
                      <a:pt x="50" y="21"/>
                    </a:lnTo>
                    <a:lnTo>
                      <a:pt x="44" y="21"/>
                    </a:lnTo>
                    <a:lnTo>
                      <a:pt x="39" y="18"/>
                    </a:lnTo>
                    <a:lnTo>
                      <a:pt x="33" y="18"/>
                    </a:lnTo>
                    <a:lnTo>
                      <a:pt x="29" y="20"/>
                    </a:lnTo>
                    <a:lnTo>
                      <a:pt x="25" y="22"/>
                    </a:lnTo>
                    <a:lnTo>
                      <a:pt x="15" y="22"/>
                    </a:lnTo>
                    <a:lnTo>
                      <a:pt x="12" y="21"/>
                    </a:lnTo>
                    <a:lnTo>
                      <a:pt x="9" y="18"/>
                    </a:lnTo>
                    <a:lnTo>
                      <a:pt x="9" y="13"/>
                    </a:lnTo>
                    <a:lnTo>
                      <a:pt x="4" y="11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0" name="Freeform 1273">
                <a:extLst>
                  <a:ext uri="{FF2B5EF4-FFF2-40B4-BE49-F238E27FC236}">
                    <a16:creationId xmlns:a16="http://schemas.microsoft.com/office/drawing/2014/main" id="{E4B62CB2-22BB-48B2-87D9-C2F99D8BB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997" y="2698302"/>
                <a:ext cx="29015" cy="2280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0" y="0"/>
                  </a:cxn>
                  <a:cxn ang="0">
                    <a:pos x="12" y="1"/>
                  </a:cxn>
                  <a:cxn ang="0">
                    <a:pos x="14" y="3"/>
                  </a:cxn>
                  <a:cxn ang="0">
                    <a:pos x="12" y="8"/>
                  </a:cxn>
                  <a:cxn ang="0">
                    <a:pos x="10" y="9"/>
                  </a:cxn>
                  <a:cxn ang="0">
                    <a:pos x="9" y="11"/>
                  </a:cxn>
                  <a:cxn ang="0">
                    <a:pos x="7" y="11"/>
                  </a:cxn>
                  <a:cxn ang="0">
                    <a:pos x="5" y="10"/>
                  </a:cxn>
                  <a:cxn ang="0">
                    <a:pos x="3" y="9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14" h="11">
                    <a:moveTo>
                      <a:pt x="4" y="0"/>
                    </a:moveTo>
                    <a:lnTo>
                      <a:pt x="10" y="0"/>
                    </a:lnTo>
                    <a:lnTo>
                      <a:pt x="12" y="1"/>
                    </a:lnTo>
                    <a:lnTo>
                      <a:pt x="14" y="3"/>
                    </a:lnTo>
                    <a:lnTo>
                      <a:pt x="12" y="8"/>
                    </a:lnTo>
                    <a:lnTo>
                      <a:pt x="10" y="9"/>
                    </a:lnTo>
                    <a:lnTo>
                      <a:pt x="9" y="11"/>
                    </a:lnTo>
                    <a:lnTo>
                      <a:pt x="7" y="11"/>
                    </a:lnTo>
                    <a:lnTo>
                      <a:pt x="5" y="10"/>
                    </a:lnTo>
                    <a:lnTo>
                      <a:pt x="3" y="9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1" name="Freeform 1274">
                <a:extLst>
                  <a:ext uri="{FF2B5EF4-FFF2-40B4-BE49-F238E27FC236}">
                    <a16:creationId xmlns:a16="http://schemas.microsoft.com/office/drawing/2014/main" id="{E1C5CF99-4274-4B0B-888F-8A9E7DEE4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930" y="2466165"/>
                <a:ext cx="26945" cy="16581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8" y="0"/>
                  </a:cxn>
                  <a:cxn ang="0">
                    <a:pos x="13" y="5"/>
                  </a:cxn>
                  <a:cxn ang="0">
                    <a:pos x="13" y="6"/>
                  </a:cxn>
                  <a:cxn ang="0">
                    <a:pos x="10" y="6"/>
                  </a:cxn>
                  <a:cxn ang="0">
                    <a:pos x="9" y="8"/>
                  </a:cxn>
                  <a:cxn ang="0">
                    <a:pos x="4" y="8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13" h="8">
                    <a:moveTo>
                      <a:pt x="4" y="0"/>
                    </a:moveTo>
                    <a:lnTo>
                      <a:pt x="8" y="0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0" y="6"/>
                    </a:lnTo>
                    <a:lnTo>
                      <a:pt x="9" y="8"/>
                    </a:lnTo>
                    <a:lnTo>
                      <a:pt x="4" y="8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2" name="Freeform 1275">
                <a:extLst>
                  <a:ext uri="{FF2B5EF4-FFF2-40B4-BE49-F238E27FC236}">
                    <a16:creationId xmlns:a16="http://schemas.microsoft.com/office/drawing/2014/main" id="{285828F2-777F-4B90-B8B4-241B3CC85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013" y="2416421"/>
                <a:ext cx="20726" cy="2072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9" y="3"/>
                  </a:cxn>
                  <a:cxn ang="0">
                    <a:pos x="8" y="6"/>
                  </a:cxn>
                  <a:cxn ang="0">
                    <a:pos x="4" y="10"/>
                  </a:cxn>
                  <a:cxn ang="0">
                    <a:pos x="0" y="10"/>
                  </a:cxn>
                  <a:cxn ang="0">
                    <a:pos x="0" y="6"/>
                  </a:cxn>
                  <a:cxn ang="0">
                    <a:pos x="1" y="5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10" h="10">
                    <a:moveTo>
                      <a:pt x="8" y="0"/>
                    </a:moveTo>
                    <a:lnTo>
                      <a:pt x="10" y="0"/>
                    </a:lnTo>
                    <a:lnTo>
                      <a:pt x="9" y="3"/>
                    </a:lnTo>
                    <a:lnTo>
                      <a:pt x="8" y="6"/>
                    </a:lnTo>
                    <a:lnTo>
                      <a:pt x="4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3" name="Freeform 1276">
                <a:extLst>
                  <a:ext uri="{FF2B5EF4-FFF2-40B4-BE49-F238E27FC236}">
                    <a16:creationId xmlns:a16="http://schemas.microsoft.com/office/drawing/2014/main" id="{93C7152C-2D83-4164-B732-88BB814A6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946" y="2215375"/>
                <a:ext cx="690156" cy="501579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46" y="14"/>
                  </a:cxn>
                  <a:cxn ang="0">
                    <a:pos x="42" y="29"/>
                  </a:cxn>
                  <a:cxn ang="0">
                    <a:pos x="54" y="33"/>
                  </a:cxn>
                  <a:cxn ang="0">
                    <a:pos x="61" y="10"/>
                  </a:cxn>
                  <a:cxn ang="0">
                    <a:pos x="109" y="20"/>
                  </a:cxn>
                  <a:cxn ang="0">
                    <a:pos x="111" y="36"/>
                  </a:cxn>
                  <a:cxn ang="0">
                    <a:pos x="130" y="36"/>
                  </a:cxn>
                  <a:cxn ang="0">
                    <a:pos x="154" y="27"/>
                  </a:cxn>
                  <a:cxn ang="0">
                    <a:pos x="190" y="49"/>
                  </a:cxn>
                  <a:cxn ang="0">
                    <a:pos x="223" y="61"/>
                  </a:cxn>
                  <a:cxn ang="0">
                    <a:pos x="262" y="78"/>
                  </a:cxn>
                  <a:cxn ang="0">
                    <a:pos x="267" y="90"/>
                  </a:cxn>
                  <a:cxn ang="0">
                    <a:pos x="272" y="96"/>
                  </a:cxn>
                  <a:cxn ang="0">
                    <a:pos x="261" y="107"/>
                  </a:cxn>
                  <a:cxn ang="0">
                    <a:pos x="286" y="124"/>
                  </a:cxn>
                  <a:cxn ang="0">
                    <a:pos x="298" y="140"/>
                  </a:cxn>
                  <a:cxn ang="0">
                    <a:pos x="313" y="139"/>
                  </a:cxn>
                  <a:cxn ang="0">
                    <a:pos x="330" y="145"/>
                  </a:cxn>
                  <a:cxn ang="0">
                    <a:pos x="326" y="160"/>
                  </a:cxn>
                  <a:cxn ang="0">
                    <a:pos x="312" y="170"/>
                  </a:cxn>
                  <a:cxn ang="0">
                    <a:pos x="307" y="181"/>
                  </a:cxn>
                  <a:cxn ang="0">
                    <a:pos x="274" y="156"/>
                  </a:cxn>
                  <a:cxn ang="0">
                    <a:pos x="258" y="159"/>
                  </a:cxn>
                  <a:cxn ang="0">
                    <a:pos x="264" y="165"/>
                  </a:cxn>
                  <a:cxn ang="0">
                    <a:pos x="266" y="174"/>
                  </a:cxn>
                  <a:cxn ang="0">
                    <a:pos x="278" y="186"/>
                  </a:cxn>
                  <a:cxn ang="0">
                    <a:pos x="293" y="193"/>
                  </a:cxn>
                  <a:cxn ang="0">
                    <a:pos x="296" y="202"/>
                  </a:cxn>
                  <a:cxn ang="0">
                    <a:pos x="296" y="222"/>
                  </a:cxn>
                  <a:cxn ang="0">
                    <a:pos x="261" y="212"/>
                  </a:cxn>
                  <a:cxn ang="0">
                    <a:pos x="279" y="237"/>
                  </a:cxn>
                  <a:cxn ang="0">
                    <a:pos x="273" y="241"/>
                  </a:cxn>
                  <a:cxn ang="0">
                    <a:pos x="242" y="227"/>
                  </a:cxn>
                  <a:cxn ang="0">
                    <a:pos x="213" y="214"/>
                  </a:cxn>
                  <a:cxn ang="0">
                    <a:pos x="176" y="194"/>
                  </a:cxn>
                  <a:cxn ang="0">
                    <a:pos x="155" y="198"/>
                  </a:cxn>
                  <a:cxn ang="0">
                    <a:pos x="140" y="192"/>
                  </a:cxn>
                  <a:cxn ang="0">
                    <a:pos x="145" y="179"/>
                  </a:cxn>
                  <a:cxn ang="0">
                    <a:pos x="183" y="173"/>
                  </a:cxn>
                  <a:cxn ang="0">
                    <a:pos x="183" y="159"/>
                  </a:cxn>
                  <a:cxn ang="0">
                    <a:pos x="203" y="142"/>
                  </a:cxn>
                  <a:cxn ang="0">
                    <a:pos x="187" y="114"/>
                  </a:cxn>
                  <a:cxn ang="0">
                    <a:pos x="163" y="110"/>
                  </a:cxn>
                  <a:cxn ang="0">
                    <a:pos x="154" y="106"/>
                  </a:cxn>
                  <a:cxn ang="0">
                    <a:pos x="164" y="101"/>
                  </a:cxn>
                  <a:cxn ang="0">
                    <a:pos x="129" y="81"/>
                  </a:cxn>
                  <a:cxn ang="0">
                    <a:pos x="115" y="93"/>
                  </a:cxn>
                  <a:cxn ang="0">
                    <a:pos x="45" y="82"/>
                  </a:cxn>
                  <a:cxn ang="0">
                    <a:pos x="15" y="71"/>
                  </a:cxn>
                  <a:cxn ang="0">
                    <a:pos x="22" y="64"/>
                  </a:cxn>
                  <a:cxn ang="0">
                    <a:pos x="7" y="56"/>
                  </a:cxn>
                  <a:cxn ang="0">
                    <a:pos x="0" y="37"/>
                  </a:cxn>
                  <a:cxn ang="0">
                    <a:pos x="10" y="23"/>
                  </a:cxn>
                </a:cxnLst>
                <a:rect l="0" t="0" r="r" b="b"/>
                <a:pathLst>
                  <a:path w="333" h="242">
                    <a:moveTo>
                      <a:pt x="42" y="0"/>
                    </a:moveTo>
                    <a:lnTo>
                      <a:pt x="43" y="0"/>
                    </a:lnTo>
                    <a:lnTo>
                      <a:pt x="45" y="2"/>
                    </a:lnTo>
                    <a:lnTo>
                      <a:pt x="47" y="2"/>
                    </a:lnTo>
                    <a:lnTo>
                      <a:pt x="51" y="3"/>
                    </a:lnTo>
                    <a:lnTo>
                      <a:pt x="54" y="3"/>
                    </a:lnTo>
                    <a:lnTo>
                      <a:pt x="55" y="4"/>
                    </a:lnTo>
                    <a:lnTo>
                      <a:pt x="56" y="4"/>
                    </a:lnTo>
                    <a:lnTo>
                      <a:pt x="52" y="9"/>
                    </a:lnTo>
                    <a:lnTo>
                      <a:pt x="46" y="14"/>
                    </a:lnTo>
                    <a:lnTo>
                      <a:pt x="41" y="19"/>
                    </a:lnTo>
                    <a:lnTo>
                      <a:pt x="38" y="25"/>
                    </a:lnTo>
                    <a:lnTo>
                      <a:pt x="38" y="28"/>
                    </a:lnTo>
                    <a:lnTo>
                      <a:pt x="40" y="29"/>
                    </a:lnTo>
                    <a:lnTo>
                      <a:pt x="42" y="29"/>
                    </a:lnTo>
                    <a:lnTo>
                      <a:pt x="42" y="43"/>
                    </a:lnTo>
                    <a:lnTo>
                      <a:pt x="43" y="44"/>
                    </a:lnTo>
                    <a:lnTo>
                      <a:pt x="47" y="44"/>
                    </a:lnTo>
                    <a:lnTo>
                      <a:pt x="54" y="38"/>
                    </a:lnTo>
                    <a:lnTo>
                      <a:pt x="54" y="33"/>
                    </a:lnTo>
                    <a:lnTo>
                      <a:pt x="51" y="31"/>
                    </a:lnTo>
                    <a:lnTo>
                      <a:pt x="50" y="28"/>
                    </a:lnTo>
                    <a:lnTo>
                      <a:pt x="50" y="24"/>
                    </a:lnTo>
                    <a:lnTo>
                      <a:pt x="52" y="17"/>
                    </a:lnTo>
                    <a:lnTo>
                      <a:pt x="61" y="10"/>
                    </a:lnTo>
                    <a:lnTo>
                      <a:pt x="71" y="7"/>
                    </a:lnTo>
                    <a:lnTo>
                      <a:pt x="94" y="4"/>
                    </a:lnTo>
                    <a:lnTo>
                      <a:pt x="100" y="7"/>
                    </a:lnTo>
                    <a:lnTo>
                      <a:pt x="105" y="12"/>
                    </a:lnTo>
                    <a:lnTo>
                      <a:pt x="109" y="20"/>
                    </a:lnTo>
                    <a:lnTo>
                      <a:pt x="110" y="28"/>
                    </a:lnTo>
                    <a:lnTo>
                      <a:pt x="110" y="31"/>
                    </a:lnTo>
                    <a:lnTo>
                      <a:pt x="109" y="32"/>
                    </a:lnTo>
                    <a:lnTo>
                      <a:pt x="109" y="36"/>
                    </a:lnTo>
                    <a:lnTo>
                      <a:pt x="111" y="36"/>
                    </a:lnTo>
                    <a:lnTo>
                      <a:pt x="115" y="32"/>
                    </a:lnTo>
                    <a:lnTo>
                      <a:pt x="120" y="32"/>
                    </a:lnTo>
                    <a:lnTo>
                      <a:pt x="123" y="33"/>
                    </a:lnTo>
                    <a:lnTo>
                      <a:pt x="125" y="36"/>
                    </a:lnTo>
                    <a:lnTo>
                      <a:pt x="130" y="36"/>
                    </a:lnTo>
                    <a:lnTo>
                      <a:pt x="136" y="29"/>
                    </a:lnTo>
                    <a:lnTo>
                      <a:pt x="139" y="28"/>
                    </a:lnTo>
                    <a:lnTo>
                      <a:pt x="141" y="25"/>
                    </a:lnTo>
                    <a:lnTo>
                      <a:pt x="144" y="25"/>
                    </a:lnTo>
                    <a:lnTo>
                      <a:pt x="154" y="27"/>
                    </a:lnTo>
                    <a:lnTo>
                      <a:pt x="165" y="28"/>
                    </a:lnTo>
                    <a:lnTo>
                      <a:pt x="174" y="32"/>
                    </a:lnTo>
                    <a:lnTo>
                      <a:pt x="180" y="38"/>
                    </a:lnTo>
                    <a:lnTo>
                      <a:pt x="184" y="44"/>
                    </a:lnTo>
                    <a:lnTo>
                      <a:pt x="190" y="49"/>
                    </a:lnTo>
                    <a:lnTo>
                      <a:pt x="199" y="52"/>
                    </a:lnTo>
                    <a:lnTo>
                      <a:pt x="214" y="52"/>
                    </a:lnTo>
                    <a:lnTo>
                      <a:pt x="222" y="56"/>
                    </a:lnTo>
                    <a:lnTo>
                      <a:pt x="223" y="58"/>
                    </a:lnTo>
                    <a:lnTo>
                      <a:pt x="223" y="61"/>
                    </a:lnTo>
                    <a:lnTo>
                      <a:pt x="233" y="64"/>
                    </a:lnTo>
                    <a:lnTo>
                      <a:pt x="240" y="70"/>
                    </a:lnTo>
                    <a:lnTo>
                      <a:pt x="251" y="72"/>
                    </a:lnTo>
                    <a:lnTo>
                      <a:pt x="251" y="78"/>
                    </a:lnTo>
                    <a:lnTo>
                      <a:pt x="262" y="78"/>
                    </a:lnTo>
                    <a:lnTo>
                      <a:pt x="264" y="80"/>
                    </a:lnTo>
                    <a:lnTo>
                      <a:pt x="266" y="82"/>
                    </a:lnTo>
                    <a:lnTo>
                      <a:pt x="268" y="85"/>
                    </a:lnTo>
                    <a:lnTo>
                      <a:pt x="269" y="88"/>
                    </a:lnTo>
                    <a:lnTo>
                      <a:pt x="267" y="90"/>
                    </a:lnTo>
                    <a:lnTo>
                      <a:pt x="263" y="90"/>
                    </a:lnTo>
                    <a:lnTo>
                      <a:pt x="256" y="93"/>
                    </a:lnTo>
                    <a:lnTo>
                      <a:pt x="259" y="95"/>
                    </a:lnTo>
                    <a:lnTo>
                      <a:pt x="269" y="95"/>
                    </a:lnTo>
                    <a:lnTo>
                      <a:pt x="272" y="96"/>
                    </a:lnTo>
                    <a:lnTo>
                      <a:pt x="273" y="98"/>
                    </a:lnTo>
                    <a:lnTo>
                      <a:pt x="269" y="100"/>
                    </a:lnTo>
                    <a:lnTo>
                      <a:pt x="267" y="102"/>
                    </a:lnTo>
                    <a:lnTo>
                      <a:pt x="264" y="103"/>
                    </a:lnTo>
                    <a:lnTo>
                      <a:pt x="261" y="107"/>
                    </a:lnTo>
                    <a:lnTo>
                      <a:pt x="268" y="111"/>
                    </a:lnTo>
                    <a:lnTo>
                      <a:pt x="272" y="111"/>
                    </a:lnTo>
                    <a:lnTo>
                      <a:pt x="274" y="117"/>
                    </a:lnTo>
                    <a:lnTo>
                      <a:pt x="278" y="121"/>
                    </a:lnTo>
                    <a:lnTo>
                      <a:pt x="286" y="124"/>
                    </a:lnTo>
                    <a:lnTo>
                      <a:pt x="292" y="125"/>
                    </a:lnTo>
                    <a:lnTo>
                      <a:pt x="293" y="129"/>
                    </a:lnTo>
                    <a:lnTo>
                      <a:pt x="293" y="132"/>
                    </a:lnTo>
                    <a:lnTo>
                      <a:pt x="296" y="137"/>
                    </a:lnTo>
                    <a:lnTo>
                      <a:pt x="298" y="140"/>
                    </a:lnTo>
                    <a:lnTo>
                      <a:pt x="304" y="140"/>
                    </a:lnTo>
                    <a:lnTo>
                      <a:pt x="308" y="139"/>
                    </a:lnTo>
                    <a:lnTo>
                      <a:pt x="309" y="137"/>
                    </a:lnTo>
                    <a:lnTo>
                      <a:pt x="312" y="137"/>
                    </a:lnTo>
                    <a:lnTo>
                      <a:pt x="313" y="139"/>
                    </a:lnTo>
                    <a:lnTo>
                      <a:pt x="314" y="141"/>
                    </a:lnTo>
                    <a:lnTo>
                      <a:pt x="317" y="142"/>
                    </a:lnTo>
                    <a:lnTo>
                      <a:pt x="318" y="144"/>
                    </a:lnTo>
                    <a:lnTo>
                      <a:pt x="326" y="144"/>
                    </a:lnTo>
                    <a:lnTo>
                      <a:pt x="330" y="145"/>
                    </a:lnTo>
                    <a:lnTo>
                      <a:pt x="332" y="146"/>
                    </a:lnTo>
                    <a:lnTo>
                      <a:pt x="333" y="149"/>
                    </a:lnTo>
                    <a:lnTo>
                      <a:pt x="333" y="155"/>
                    </a:lnTo>
                    <a:lnTo>
                      <a:pt x="331" y="158"/>
                    </a:lnTo>
                    <a:lnTo>
                      <a:pt x="326" y="160"/>
                    </a:lnTo>
                    <a:lnTo>
                      <a:pt x="321" y="160"/>
                    </a:lnTo>
                    <a:lnTo>
                      <a:pt x="321" y="166"/>
                    </a:lnTo>
                    <a:lnTo>
                      <a:pt x="318" y="169"/>
                    </a:lnTo>
                    <a:lnTo>
                      <a:pt x="316" y="170"/>
                    </a:lnTo>
                    <a:lnTo>
                      <a:pt x="312" y="170"/>
                    </a:lnTo>
                    <a:lnTo>
                      <a:pt x="312" y="173"/>
                    </a:lnTo>
                    <a:lnTo>
                      <a:pt x="311" y="176"/>
                    </a:lnTo>
                    <a:lnTo>
                      <a:pt x="311" y="179"/>
                    </a:lnTo>
                    <a:lnTo>
                      <a:pt x="309" y="180"/>
                    </a:lnTo>
                    <a:lnTo>
                      <a:pt x="307" y="181"/>
                    </a:lnTo>
                    <a:lnTo>
                      <a:pt x="298" y="179"/>
                    </a:lnTo>
                    <a:lnTo>
                      <a:pt x="292" y="174"/>
                    </a:lnTo>
                    <a:lnTo>
                      <a:pt x="286" y="168"/>
                    </a:lnTo>
                    <a:lnTo>
                      <a:pt x="281" y="161"/>
                    </a:lnTo>
                    <a:lnTo>
                      <a:pt x="274" y="156"/>
                    </a:lnTo>
                    <a:lnTo>
                      <a:pt x="266" y="154"/>
                    </a:lnTo>
                    <a:lnTo>
                      <a:pt x="264" y="154"/>
                    </a:lnTo>
                    <a:lnTo>
                      <a:pt x="262" y="156"/>
                    </a:lnTo>
                    <a:lnTo>
                      <a:pt x="259" y="158"/>
                    </a:lnTo>
                    <a:lnTo>
                      <a:pt x="258" y="159"/>
                    </a:lnTo>
                    <a:lnTo>
                      <a:pt x="261" y="160"/>
                    </a:lnTo>
                    <a:lnTo>
                      <a:pt x="264" y="160"/>
                    </a:lnTo>
                    <a:lnTo>
                      <a:pt x="266" y="159"/>
                    </a:lnTo>
                    <a:lnTo>
                      <a:pt x="266" y="164"/>
                    </a:lnTo>
                    <a:lnTo>
                      <a:pt x="264" y="165"/>
                    </a:lnTo>
                    <a:lnTo>
                      <a:pt x="262" y="165"/>
                    </a:lnTo>
                    <a:lnTo>
                      <a:pt x="261" y="164"/>
                    </a:lnTo>
                    <a:lnTo>
                      <a:pt x="261" y="170"/>
                    </a:lnTo>
                    <a:lnTo>
                      <a:pt x="266" y="170"/>
                    </a:lnTo>
                    <a:lnTo>
                      <a:pt x="266" y="174"/>
                    </a:lnTo>
                    <a:lnTo>
                      <a:pt x="268" y="178"/>
                    </a:lnTo>
                    <a:lnTo>
                      <a:pt x="269" y="180"/>
                    </a:lnTo>
                    <a:lnTo>
                      <a:pt x="272" y="184"/>
                    </a:lnTo>
                    <a:lnTo>
                      <a:pt x="274" y="185"/>
                    </a:lnTo>
                    <a:lnTo>
                      <a:pt x="278" y="186"/>
                    </a:lnTo>
                    <a:lnTo>
                      <a:pt x="284" y="186"/>
                    </a:lnTo>
                    <a:lnTo>
                      <a:pt x="284" y="188"/>
                    </a:lnTo>
                    <a:lnTo>
                      <a:pt x="286" y="190"/>
                    </a:lnTo>
                    <a:lnTo>
                      <a:pt x="293" y="190"/>
                    </a:lnTo>
                    <a:lnTo>
                      <a:pt x="293" y="193"/>
                    </a:lnTo>
                    <a:lnTo>
                      <a:pt x="292" y="195"/>
                    </a:lnTo>
                    <a:lnTo>
                      <a:pt x="292" y="197"/>
                    </a:lnTo>
                    <a:lnTo>
                      <a:pt x="293" y="198"/>
                    </a:lnTo>
                    <a:lnTo>
                      <a:pt x="293" y="199"/>
                    </a:lnTo>
                    <a:lnTo>
                      <a:pt x="296" y="202"/>
                    </a:lnTo>
                    <a:lnTo>
                      <a:pt x="297" y="204"/>
                    </a:lnTo>
                    <a:lnTo>
                      <a:pt x="298" y="205"/>
                    </a:lnTo>
                    <a:lnTo>
                      <a:pt x="299" y="208"/>
                    </a:lnTo>
                    <a:lnTo>
                      <a:pt x="299" y="210"/>
                    </a:lnTo>
                    <a:lnTo>
                      <a:pt x="296" y="222"/>
                    </a:lnTo>
                    <a:lnTo>
                      <a:pt x="294" y="224"/>
                    </a:lnTo>
                    <a:lnTo>
                      <a:pt x="288" y="223"/>
                    </a:lnTo>
                    <a:lnTo>
                      <a:pt x="279" y="220"/>
                    </a:lnTo>
                    <a:lnTo>
                      <a:pt x="269" y="217"/>
                    </a:lnTo>
                    <a:lnTo>
                      <a:pt x="261" y="212"/>
                    </a:lnTo>
                    <a:lnTo>
                      <a:pt x="256" y="208"/>
                    </a:lnTo>
                    <a:lnTo>
                      <a:pt x="251" y="208"/>
                    </a:lnTo>
                    <a:lnTo>
                      <a:pt x="258" y="214"/>
                    </a:lnTo>
                    <a:lnTo>
                      <a:pt x="276" y="229"/>
                    </a:lnTo>
                    <a:lnTo>
                      <a:pt x="279" y="237"/>
                    </a:lnTo>
                    <a:lnTo>
                      <a:pt x="279" y="238"/>
                    </a:lnTo>
                    <a:lnTo>
                      <a:pt x="278" y="241"/>
                    </a:lnTo>
                    <a:lnTo>
                      <a:pt x="277" y="242"/>
                    </a:lnTo>
                    <a:lnTo>
                      <a:pt x="274" y="242"/>
                    </a:lnTo>
                    <a:lnTo>
                      <a:pt x="273" y="241"/>
                    </a:lnTo>
                    <a:lnTo>
                      <a:pt x="273" y="237"/>
                    </a:lnTo>
                    <a:lnTo>
                      <a:pt x="272" y="237"/>
                    </a:lnTo>
                    <a:lnTo>
                      <a:pt x="261" y="233"/>
                    </a:lnTo>
                    <a:lnTo>
                      <a:pt x="252" y="231"/>
                    </a:lnTo>
                    <a:lnTo>
                      <a:pt x="242" y="227"/>
                    </a:lnTo>
                    <a:lnTo>
                      <a:pt x="235" y="224"/>
                    </a:lnTo>
                    <a:lnTo>
                      <a:pt x="229" y="223"/>
                    </a:lnTo>
                    <a:lnTo>
                      <a:pt x="222" y="220"/>
                    </a:lnTo>
                    <a:lnTo>
                      <a:pt x="217" y="218"/>
                    </a:lnTo>
                    <a:lnTo>
                      <a:pt x="213" y="214"/>
                    </a:lnTo>
                    <a:lnTo>
                      <a:pt x="214" y="209"/>
                    </a:lnTo>
                    <a:lnTo>
                      <a:pt x="198" y="199"/>
                    </a:lnTo>
                    <a:lnTo>
                      <a:pt x="183" y="189"/>
                    </a:lnTo>
                    <a:lnTo>
                      <a:pt x="179" y="193"/>
                    </a:lnTo>
                    <a:lnTo>
                      <a:pt x="176" y="194"/>
                    </a:lnTo>
                    <a:lnTo>
                      <a:pt x="175" y="195"/>
                    </a:lnTo>
                    <a:lnTo>
                      <a:pt x="173" y="195"/>
                    </a:lnTo>
                    <a:lnTo>
                      <a:pt x="169" y="192"/>
                    </a:lnTo>
                    <a:lnTo>
                      <a:pt x="168" y="192"/>
                    </a:lnTo>
                    <a:lnTo>
                      <a:pt x="155" y="198"/>
                    </a:lnTo>
                    <a:lnTo>
                      <a:pt x="153" y="198"/>
                    </a:lnTo>
                    <a:lnTo>
                      <a:pt x="150" y="197"/>
                    </a:lnTo>
                    <a:lnTo>
                      <a:pt x="146" y="195"/>
                    </a:lnTo>
                    <a:lnTo>
                      <a:pt x="144" y="194"/>
                    </a:lnTo>
                    <a:lnTo>
                      <a:pt x="140" y="192"/>
                    </a:lnTo>
                    <a:lnTo>
                      <a:pt x="138" y="186"/>
                    </a:lnTo>
                    <a:lnTo>
                      <a:pt x="139" y="185"/>
                    </a:lnTo>
                    <a:lnTo>
                      <a:pt x="140" y="183"/>
                    </a:lnTo>
                    <a:lnTo>
                      <a:pt x="143" y="180"/>
                    </a:lnTo>
                    <a:lnTo>
                      <a:pt x="145" y="179"/>
                    </a:lnTo>
                    <a:lnTo>
                      <a:pt x="149" y="176"/>
                    </a:lnTo>
                    <a:lnTo>
                      <a:pt x="151" y="175"/>
                    </a:lnTo>
                    <a:lnTo>
                      <a:pt x="174" y="175"/>
                    </a:lnTo>
                    <a:lnTo>
                      <a:pt x="178" y="174"/>
                    </a:lnTo>
                    <a:lnTo>
                      <a:pt x="183" y="173"/>
                    </a:lnTo>
                    <a:lnTo>
                      <a:pt x="190" y="170"/>
                    </a:lnTo>
                    <a:lnTo>
                      <a:pt x="188" y="169"/>
                    </a:lnTo>
                    <a:lnTo>
                      <a:pt x="185" y="166"/>
                    </a:lnTo>
                    <a:lnTo>
                      <a:pt x="183" y="161"/>
                    </a:lnTo>
                    <a:lnTo>
                      <a:pt x="183" y="159"/>
                    </a:lnTo>
                    <a:lnTo>
                      <a:pt x="184" y="158"/>
                    </a:lnTo>
                    <a:lnTo>
                      <a:pt x="187" y="156"/>
                    </a:lnTo>
                    <a:lnTo>
                      <a:pt x="192" y="156"/>
                    </a:lnTo>
                    <a:lnTo>
                      <a:pt x="198" y="150"/>
                    </a:lnTo>
                    <a:lnTo>
                      <a:pt x="203" y="142"/>
                    </a:lnTo>
                    <a:lnTo>
                      <a:pt x="204" y="140"/>
                    </a:lnTo>
                    <a:lnTo>
                      <a:pt x="205" y="136"/>
                    </a:lnTo>
                    <a:lnTo>
                      <a:pt x="203" y="129"/>
                    </a:lnTo>
                    <a:lnTo>
                      <a:pt x="195" y="121"/>
                    </a:lnTo>
                    <a:lnTo>
                      <a:pt x="187" y="114"/>
                    </a:lnTo>
                    <a:lnTo>
                      <a:pt x="178" y="109"/>
                    </a:lnTo>
                    <a:lnTo>
                      <a:pt x="170" y="106"/>
                    </a:lnTo>
                    <a:lnTo>
                      <a:pt x="168" y="106"/>
                    </a:lnTo>
                    <a:lnTo>
                      <a:pt x="165" y="107"/>
                    </a:lnTo>
                    <a:lnTo>
                      <a:pt x="163" y="110"/>
                    </a:lnTo>
                    <a:lnTo>
                      <a:pt x="160" y="111"/>
                    </a:lnTo>
                    <a:lnTo>
                      <a:pt x="156" y="111"/>
                    </a:lnTo>
                    <a:lnTo>
                      <a:pt x="155" y="109"/>
                    </a:lnTo>
                    <a:lnTo>
                      <a:pt x="154" y="107"/>
                    </a:lnTo>
                    <a:lnTo>
                      <a:pt x="154" y="106"/>
                    </a:lnTo>
                    <a:lnTo>
                      <a:pt x="155" y="103"/>
                    </a:lnTo>
                    <a:lnTo>
                      <a:pt x="156" y="102"/>
                    </a:lnTo>
                    <a:lnTo>
                      <a:pt x="159" y="102"/>
                    </a:lnTo>
                    <a:lnTo>
                      <a:pt x="161" y="101"/>
                    </a:lnTo>
                    <a:lnTo>
                      <a:pt x="164" y="101"/>
                    </a:lnTo>
                    <a:lnTo>
                      <a:pt x="160" y="97"/>
                    </a:lnTo>
                    <a:lnTo>
                      <a:pt x="145" y="85"/>
                    </a:lnTo>
                    <a:lnTo>
                      <a:pt x="139" y="81"/>
                    </a:lnTo>
                    <a:lnTo>
                      <a:pt x="134" y="78"/>
                    </a:lnTo>
                    <a:lnTo>
                      <a:pt x="129" y="81"/>
                    </a:lnTo>
                    <a:lnTo>
                      <a:pt x="126" y="85"/>
                    </a:lnTo>
                    <a:lnTo>
                      <a:pt x="124" y="87"/>
                    </a:lnTo>
                    <a:lnTo>
                      <a:pt x="121" y="91"/>
                    </a:lnTo>
                    <a:lnTo>
                      <a:pt x="119" y="92"/>
                    </a:lnTo>
                    <a:lnTo>
                      <a:pt x="115" y="93"/>
                    </a:lnTo>
                    <a:lnTo>
                      <a:pt x="112" y="93"/>
                    </a:lnTo>
                    <a:lnTo>
                      <a:pt x="111" y="92"/>
                    </a:lnTo>
                    <a:lnTo>
                      <a:pt x="111" y="85"/>
                    </a:lnTo>
                    <a:lnTo>
                      <a:pt x="47" y="85"/>
                    </a:lnTo>
                    <a:lnTo>
                      <a:pt x="45" y="82"/>
                    </a:lnTo>
                    <a:lnTo>
                      <a:pt x="42" y="81"/>
                    </a:lnTo>
                    <a:lnTo>
                      <a:pt x="37" y="76"/>
                    </a:lnTo>
                    <a:lnTo>
                      <a:pt x="18" y="76"/>
                    </a:lnTo>
                    <a:lnTo>
                      <a:pt x="17" y="73"/>
                    </a:lnTo>
                    <a:lnTo>
                      <a:pt x="15" y="71"/>
                    </a:lnTo>
                    <a:lnTo>
                      <a:pt x="12" y="70"/>
                    </a:lnTo>
                    <a:lnTo>
                      <a:pt x="10" y="64"/>
                    </a:lnTo>
                    <a:lnTo>
                      <a:pt x="13" y="63"/>
                    </a:lnTo>
                    <a:lnTo>
                      <a:pt x="18" y="63"/>
                    </a:lnTo>
                    <a:lnTo>
                      <a:pt x="22" y="64"/>
                    </a:lnTo>
                    <a:lnTo>
                      <a:pt x="27" y="66"/>
                    </a:lnTo>
                    <a:lnTo>
                      <a:pt x="27" y="61"/>
                    </a:lnTo>
                    <a:lnTo>
                      <a:pt x="22" y="59"/>
                    </a:lnTo>
                    <a:lnTo>
                      <a:pt x="15" y="57"/>
                    </a:lnTo>
                    <a:lnTo>
                      <a:pt x="7" y="56"/>
                    </a:lnTo>
                    <a:lnTo>
                      <a:pt x="5" y="56"/>
                    </a:lnTo>
                    <a:lnTo>
                      <a:pt x="3" y="53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37"/>
                    </a:lnTo>
                    <a:lnTo>
                      <a:pt x="1" y="33"/>
                    </a:lnTo>
                    <a:lnTo>
                      <a:pt x="2" y="31"/>
                    </a:lnTo>
                    <a:lnTo>
                      <a:pt x="5" y="29"/>
                    </a:lnTo>
                    <a:lnTo>
                      <a:pt x="8" y="25"/>
                    </a:lnTo>
                    <a:lnTo>
                      <a:pt x="10" y="23"/>
                    </a:lnTo>
                    <a:lnTo>
                      <a:pt x="10" y="15"/>
                    </a:lnTo>
                    <a:lnTo>
                      <a:pt x="18" y="8"/>
                    </a:lnTo>
                    <a:lnTo>
                      <a:pt x="30" y="3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4" name="Freeform 1277">
                <a:extLst>
                  <a:ext uri="{FF2B5EF4-FFF2-40B4-BE49-F238E27FC236}">
                    <a16:creationId xmlns:a16="http://schemas.microsoft.com/office/drawing/2014/main" id="{81DC34B3-124D-4B71-A22A-84238E8B7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7812" y="2654775"/>
                <a:ext cx="18653" cy="621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7" y="3"/>
                  </a:cxn>
                  <a:cxn ang="0">
                    <a:pos x="3" y="3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9" h="3">
                    <a:moveTo>
                      <a:pt x="2" y="0"/>
                    </a:move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7" y="3"/>
                    </a:lnTo>
                    <a:lnTo>
                      <a:pt x="3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5" name="Freeform 1278">
                <a:extLst>
                  <a:ext uri="{FF2B5EF4-FFF2-40B4-BE49-F238E27FC236}">
                    <a16:creationId xmlns:a16="http://schemas.microsoft.com/office/drawing/2014/main" id="{CB72AF62-A3C0-4FFF-A531-33A7F6624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951" y="2553215"/>
                <a:ext cx="14508" cy="1450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5" y="2"/>
                  </a:cxn>
                  <a:cxn ang="0">
                    <a:pos x="5" y="3"/>
                  </a:cxn>
                  <a:cxn ang="0">
                    <a:pos x="6" y="5"/>
                  </a:cxn>
                  <a:cxn ang="0">
                    <a:pos x="7" y="7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7" h="7">
                    <a:moveTo>
                      <a:pt x="2" y="0"/>
                    </a:moveTo>
                    <a:lnTo>
                      <a:pt x="5" y="2"/>
                    </a:lnTo>
                    <a:lnTo>
                      <a:pt x="5" y="3"/>
                    </a:lnTo>
                    <a:lnTo>
                      <a:pt x="6" y="5"/>
                    </a:lnTo>
                    <a:lnTo>
                      <a:pt x="7" y="7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6" name="Freeform 1279">
                <a:extLst>
                  <a:ext uri="{FF2B5EF4-FFF2-40B4-BE49-F238E27FC236}">
                    <a16:creationId xmlns:a16="http://schemas.microsoft.com/office/drawing/2014/main" id="{C60DCE6B-FB83-4364-8207-C3A04AFB0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0349" y="1713795"/>
                <a:ext cx="741970" cy="387585"/>
              </a:xfrm>
              <a:custGeom>
                <a:avLst/>
                <a:gdLst/>
                <a:ahLst/>
                <a:cxnLst>
                  <a:cxn ang="0">
                    <a:pos x="225" y="2"/>
                  </a:cxn>
                  <a:cxn ang="0">
                    <a:pos x="291" y="10"/>
                  </a:cxn>
                  <a:cxn ang="0">
                    <a:pos x="324" y="7"/>
                  </a:cxn>
                  <a:cxn ang="0">
                    <a:pos x="331" y="15"/>
                  </a:cxn>
                  <a:cxn ang="0">
                    <a:pos x="358" y="25"/>
                  </a:cxn>
                  <a:cxn ang="0">
                    <a:pos x="352" y="30"/>
                  </a:cxn>
                  <a:cxn ang="0">
                    <a:pos x="305" y="41"/>
                  </a:cxn>
                  <a:cxn ang="0">
                    <a:pos x="311" y="47"/>
                  </a:cxn>
                  <a:cxn ang="0">
                    <a:pos x="273" y="68"/>
                  </a:cxn>
                  <a:cxn ang="0">
                    <a:pos x="235" y="98"/>
                  </a:cxn>
                  <a:cxn ang="0">
                    <a:pos x="196" y="104"/>
                  </a:cxn>
                  <a:cxn ang="0">
                    <a:pos x="198" y="115"/>
                  </a:cxn>
                  <a:cxn ang="0">
                    <a:pos x="188" y="115"/>
                  </a:cxn>
                  <a:cxn ang="0">
                    <a:pos x="200" y="125"/>
                  </a:cxn>
                  <a:cxn ang="0">
                    <a:pos x="161" y="144"/>
                  </a:cxn>
                  <a:cxn ang="0">
                    <a:pos x="161" y="158"/>
                  </a:cxn>
                  <a:cxn ang="0">
                    <a:pos x="147" y="169"/>
                  </a:cxn>
                  <a:cxn ang="0">
                    <a:pos x="163" y="173"/>
                  </a:cxn>
                  <a:cxn ang="0">
                    <a:pos x="131" y="187"/>
                  </a:cxn>
                  <a:cxn ang="0">
                    <a:pos x="119" y="181"/>
                  </a:cxn>
                  <a:cxn ang="0">
                    <a:pos x="74" y="184"/>
                  </a:cxn>
                  <a:cxn ang="0">
                    <a:pos x="33" y="181"/>
                  </a:cxn>
                  <a:cxn ang="0">
                    <a:pos x="27" y="178"/>
                  </a:cxn>
                  <a:cxn ang="0">
                    <a:pos x="45" y="166"/>
                  </a:cxn>
                  <a:cxn ang="0">
                    <a:pos x="44" y="154"/>
                  </a:cxn>
                  <a:cxn ang="0">
                    <a:pos x="53" y="145"/>
                  </a:cxn>
                  <a:cxn ang="0">
                    <a:pos x="79" y="157"/>
                  </a:cxn>
                  <a:cxn ang="0">
                    <a:pos x="71" y="143"/>
                  </a:cxn>
                  <a:cxn ang="0">
                    <a:pos x="59" y="138"/>
                  </a:cxn>
                  <a:cxn ang="0">
                    <a:pos x="54" y="129"/>
                  </a:cxn>
                  <a:cxn ang="0">
                    <a:pos x="78" y="119"/>
                  </a:cxn>
                  <a:cxn ang="0">
                    <a:pos x="76" y="99"/>
                  </a:cxn>
                  <a:cxn ang="0">
                    <a:pos x="58" y="88"/>
                  </a:cxn>
                  <a:cxn ang="0">
                    <a:pos x="63" y="83"/>
                  </a:cxn>
                  <a:cxn ang="0">
                    <a:pos x="103" y="90"/>
                  </a:cxn>
                  <a:cxn ang="0">
                    <a:pos x="112" y="93"/>
                  </a:cxn>
                  <a:cxn ang="0">
                    <a:pos x="102" y="84"/>
                  </a:cxn>
                  <a:cxn ang="0">
                    <a:pos x="123" y="79"/>
                  </a:cxn>
                  <a:cxn ang="0">
                    <a:pos x="128" y="73"/>
                  </a:cxn>
                  <a:cxn ang="0">
                    <a:pos x="94" y="74"/>
                  </a:cxn>
                  <a:cxn ang="0">
                    <a:pos x="73" y="76"/>
                  </a:cxn>
                  <a:cxn ang="0">
                    <a:pos x="55" y="74"/>
                  </a:cxn>
                  <a:cxn ang="0">
                    <a:pos x="32" y="65"/>
                  </a:cxn>
                  <a:cxn ang="0">
                    <a:pos x="23" y="61"/>
                  </a:cxn>
                  <a:cxn ang="0">
                    <a:pos x="45" y="47"/>
                  </a:cxn>
                  <a:cxn ang="0">
                    <a:pos x="27" y="55"/>
                  </a:cxn>
                  <a:cxn ang="0">
                    <a:pos x="17" y="51"/>
                  </a:cxn>
                  <a:cxn ang="0">
                    <a:pos x="15" y="45"/>
                  </a:cxn>
                  <a:cxn ang="0">
                    <a:pos x="4" y="42"/>
                  </a:cxn>
                  <a:cxn ang="0">
                    <a:pos x="53" y="31"/>
                  </a:cxn>
                  <a:cxn ang="0">
                    <a:pos x="64" y="23"/>
                  </a:cxn>
                  <a:cxn ang="0">
                    <a:pos x="77" y="21"/>
                  </a:cxn>
                  <a:cxn ang="0">
                    <a:pos x="104" y="16"/>
                  </a:cxn>
                  <a:cxn ang="0">
                    <a:pos x="121" y="12"/>
                  </a:cxn>
                  <a:cxn ang="0">
                    <a:pos x="132" y="5"/>
                  </a:cxn>
                  <a:cxn ang="0">
                    <a:pos x="193" y="3"/>
                  </a:cxn>
                  <a:cxn ang="0">
                    <a:pos x="207" y="5"/>
                  </a:cxn>
                </a:cxnLst>
                <a:rect l="0" t="0" r="r" b="b"/>
                <a:pathLst>
                  <a:path w="358" h="187">
                    <a:moveTo>
                      <a:pt x="215" y="0"/>
                    </a:moveTo>
                    <a:lnTo>
                      <a:pt x="219" y="0"/>
                    </a:lnTo>
                    <a:lnTo>
                      <a:pt x="222" y="1"/>
                    </a:lnTo>
                    <a:lnTo>
                      <a:pt x="225" y="2"/>
                    </a:lnTo>
                    <a:lnTo>
                      <a:pt x="260" y="2"/>
                    </a:lnTo>
                    <a:lnTo>
                      <a:pt x="273" y="3"/>
                    </a:lnTo>
                    <a:lnTo>
                      <a:pt x="284" y="6"/>
                    </a:lnTo>
                    <a:lnTo>
                      <a:pt x="291" y="10"/>
                    </a:lnTo>
                    <a:lnTo>
                      <a:pt x="290" y="11"/>
                    </a:lnTo>
                    <a:lnTo>
                      <a:pt x="288" y="12"/>
                    </a:lnTo>
                    <a:lnTo>
                      <a:pt x="316" y="5"/>
                    </a:lnTo>
                    <a:lnTo>
                      <a:pt x="324" y="7"/>
                    </a:lnTo>
                    <a:lnTo>
                      <a:pt x="326" y="8"/>
                    </a:lnTo>
                    <a:lnTo>
                      <a:pt x="329" y="11"/>
                    </a:lnTo>
                    <a:lnTo>
                      <a:pt x="330" y="13"/>
                    </a:lnTo>
                    <a:lnTo>
                      <a:pt x="331" y="15"/>
                    </a:lnTo>
                    <a:lnTo>
                      <a:pt x="335" y="17"/>
                    </a:lnTo>
                    <a:lnTo>
                      <a:pt x="343" y="18"/>
                    </a:lnTo>
                    <a:lnTo>
                      <a:pt x="355" y="21"/>
                    </a:lnTo>
                    <a:lnTo>
                      <a:pt x="358" y="25"/>
                    </a:lnTo>
                    <a:lnTo>
                      <a:pt x="358" y="27"/>
                    </a:lnTo>
                    <a:lnTo>
                      <a:pt x="355" y="29"/>
                    </a:lnTo>
                    <a:lnTo>
                      <a:pt x="354" y="29"/>
                    </a:lnTo>
                    <a:lnTo>
                      <a:pt x="352" y="30"/>
                    </a:lnTo>
                    <a:lnTo>
                      <a:pt x="349" y="30"/>
                    </a:lnTo>
                    <a:lnTo>
                      <a:pt x="334" y="37"/>
                    </a:lnTo>
                    <a:lnTo>
                      <a:pt x="320" y="40"/>
                    </a:lnTo>
                    <a:lnTo>
                      <a:pt x="305" y="41"/>
                    </a:lnTo>
                    <a:lnTo>
                      <a:pt x="289" y="46"/>
                    </a:lnTo>
                    <a:lnTo>
                      <a:pt x="294" y="49"/>
                    </a:lnTo>
                    <a:lnTo>
                      <a:pt x="303" y="49"/>
                    </a:lnTo>
                    <a:lnTo>
                      <a:pt x="311" y="47"/>
                    </a:lnTo>
                    <a:lnTo>
                      <a:pt x="320" y="47"/>
                    </a:lnTo>
                    <a:lnTo>
                      <a:pt x="310" y="54"/>
                    </a:lnTo>
                    <a:lnTo>
                      <a:pt x="285" y="64"/>
                    </a:lnTo>
                    <a:lnTo>
                      <a:pt x="273" y="68"/>
                    </a:lnTo>
                    <a:lnTo>
                      <a:pt x="262" y="73"/>
                    </a:lnTo>
                    <a:lnTo>
                      <a:pt x="252" y="81"/>
                    </a:lnTo>
                    <a:lnTo>
                      <a:pt x="244" y="90"/>
                    </a:lnTo>
                    <a:lnTo>
                      <a:pt x="235" y="98"/>
                    </a:lnTo>
                    <a:lnTo>
                      <a:pt x="229" y="100"/>
                    </a:lnTo>
                    <a:lnTo>
                      <a:pt x="221" y="99"/>
                    </a:lnTo>
                    <a:lnTo>
                      <a:pt x="214" y="99"/>
                    </a:lnTo>
                    <a:lnTo>
                      <a:pt x="196" y="104"/>
                    </a:lnTo>
                    <a:lnTo>
                      <a:pt x="188" y="109"/>
                    </a:lnTo>
                    <a:lnTo>
                      <a:pt x="200" y="109"/>
                    </a:lnTo>
                    <a:lnTo>
                      <a:pt x="200" y="114"/>
                    </a:lnTo>
                    <a:lnTo>
                      <a:pt x="198" y="115"/>
                    </a:lnTo>
                    <a:lnTo>
                      <a:pt x="196" y="117"/>
                    </a:lnTo>
                    <a:lnTo>
                      <a:pt x="195" y="117"/>
                    </a:lnTo>
                    <a:lnTo>
                      <a:pt x="191" y="115"/>
                    </a:lnTo>
                    <a:lnTo>
                      <a:pt x="188" y="115"/>
                    </a:lnTo>
                    <a:lnTo>
                      <a:pt x="192" y="118"/>
                    </a:lnTo>
                    <a:lnTo>
                      <a:pt x="195" y="119"/>
                    </a:lnTo>
                    <a:lnTo>
                      <a:pt x="197" y="122"/>
                    </a:lnTo>
                    <a:lnTo>
                      <a:pt x="200" y="125"/>
                    </a:lnTo>
                    <a:lnTo>
                      <a:pt x="192" y="130"/>
                    </a:lnTo>
                    <a:lnTo>
                      <a:pt x="185" y="142"/>
                    </a:lnTo>
                    <a:lnTo>
                      <a:pt x="182" y="144"/>
                    </a:lnTo>
                    <a:lnTo>
                      <a:pt x="161" y="144"/>
                    </a:lnTo>
                    <a:lnTo>
                      <a:pt x="163" y="147"/>
                    </a:lnTo>
                    <a:lnTo>
                      <a:pt x="165" y="149"/>
                    </a:lnTo>
                    <a:lnTo>
                      <a:pt x="165" y="154"/>
                    </a:lnTo>
                    <a:lnTo>
                      <a:pt x="161" y="158"/>
                    </a:lnTo>
                    <a:lnTo>
                      <a:pt x="158" y="158"/>
                    </a:lnTo>
                    <a:lnTo>
                      <a:pt x="148" y="163"/>
                    </a:lnTo>
                    <a:lnTo>
                      <a:pt x="147" y="166"/>
                    </a:lnTo>
                    <a:lnTo>
                      <a:pt x="147" y="169"/>
                    </a:lnTo>
                    <a:lnTo>
                      <a:pt x="160" y="169"/>
                    </a:lnTo>
                    <a:lnTo>
                      <a:pt x="162" y="171"/>
                    </a:lnTo>
                    <a:lnTo>
                      <a:pt x="163" y="172"/>
                    </a:lnTo>
                    <a:lnTo>
                      <a:pt x="163" y="173"/>
                    </a:lnTo>
                    <a:lnTo>
                      <a:pt x="160" y="178"/>
                    </a:lnTo>
                    <a:lnTo>
                      <a:pt x="151" y="182"/>
                    </a:lnTo>
                    <a:lnTo>
                      <a:pt x="140" y="186"/>
                    </a:lnTo>
                    <a:lnTo>
                      <a:pt x="131" y="187"/>
                    </a:lnTo>
                    <a:lnTo>
                      <a:pt x="128" y="187"/>
                    </a:lnTo>
                    <a:lnTo>
                      <a:pt x="126" y="186"/>
                    </a:lnTo>
                    <a:lnTo>
                      <a:pt x="122" y="182"/>
                    </a:lnTo>
                    <a:lnTo>
                      <a:pt x="119" y="181"/>
                    </a:lnTo>
                    <a:lnTo>
                      <a:pt x="84" y="181"/>
                    </a:lnTo>
                    <a:lnTo>
                      <a:pt x="83" y="182"/>
                    </a:lnTo>
                    <a:lnTo>
                      <a:pt x="78" y="184"/>
                    </a:lnTo>
                    <a:lnTo>
                      <a:pt x="74" y="184"/>
                    </a:lnTo>
                    <a:lnTo>
                      <a:pt x="55" y="182"/>
                    </a:lnTo>
                    <a:lnTo>
                      <a:pt x="37" y="177"/>
                    </a:lnTo>
                    <a:lnTo>
                      <a:pt x="35" y="179"/>
                    </a:lnTo>
                    <a:lnTo>
                      <a:pt x="33" y="181"/>
                    </a:lnTo>
                    <a:lnTo>
                      <a:pt x="29" y="181"/>
                    </a:lnTo>
                    <a:lnTo>
                      <a:pt x="28" y="179"/>
                    </a:lnTo>
                    <a:lnTo>
                      <a:pt x="27" y="179"/>
                    </a:lnTo>
                    <a:lnTo>
                      <a:pt x="27" y="178"/>
                    </a:lnTo>
                    <a:lnTo>
                      <a:pt x="28" y="172"/>
                    </a:lnTo>
                    <a:lnTo>
                      <a:pt x="33" y="168"/>
                    </a:lnTo>
                    <a:lnTo>
                      <a:pt x="38" y="166"/>
                    </a:lnTo>
                    <a:lnTo>
                      <a:pt x="45" y="166"/>
                    </a:lnTo>
                    <a:lnTo>
                      <a:pt x="52" y="164"/>
                    </a:lnTo>
                    <a:lnTo>
                      <a:pt x="57" y="162"/>
                    </a:lnTo>
                    <a:lnTo>
                      <a:pt x="47" y="157"/>
                    </a:lnTo>
                    <a:lnTo>
                      <a:pt x="44" y="154"/>
                    </a:lnTo>
                    <a:lnTo>
                      <a:pt x="43" y="152"/>
                    </a:lnTo>
                    <a:lnTo>
                      <a:pt x="43" y="147"/>
                    </a:lnTo>
                    <a:lnTo>
                      <a:pt x="44" y="145"/>
                    </a:lnTo>
                    <a:lnTo>
                      <a:pt x="53" y="145"/>
                    </a:lnTo>
                    <a:lnTo>
                      <a:pt x="62" y="147"/>
                    </a:lnTo>
                    <a:lnTo>
                      <a:pt x="68" y="149"/>
                    </a:lnTo>
                    <a:lnTo>
                      <a:pt x="73" y="153"/>
                    </a:lnTo>
                    <a:lnTo>
                      <a:pt x="79" y="157"/>
                    </a:lnTo>
                    <a:lnTo>
                      <a:pt x="86" y="157"/>
                    </a:lnTo>
                    <a:lnTo>
                      <a:pt x="81" y="152"/>
                    </a:lnTo>
                    <a:lnTo>
                      <a:pt x="74" y="148"/>
                    </a:lnTo>
                    <a:lnTo>
                      <a:pt x="71" y="143"/>
                    </a:lnTo>
                    <a:lnTo>
                      <a:pt x="68" y="137"/>
                    </a:lnTo>
                    <a:lnTo>
                      <a:pt x="62" y="137"/>
                    </a:lnTo>
                    <a:lnTo>
                      <a:pt x="60" y="138"/>
                    </a:lnTo>
                    <a:lnTo>
                      <a:pt x="59" y="138"/>
                    </a:lnTo>
                    <a:lnTo>
                      <a:pt x="58" y="139"/>
                    </a:lnTo>
                    <a:lnTo>
                      <a:pt x="52" y="139"/>
                    </a:lnTo>
                    <a:lnTo>
                      <a:pt x="52" y="134"/>
                    </a:lnTo>
                    <a:lnTo>
                      <a:pt x="54" y="129"/>
                    </a:lnTo>
                    <a:lnTo>
                      <a:pt x="57" y="125"/>
                    </a:lnTo>
                    <a:lnTo>
                      <a:pt x="64" y="120"/>
                    </a:lnTo>
                    <a:lnTo>
                      <a:pt x="72" y="119"/>
                    </a:lnTo>
                    <a:lnTo>
                      <a:pt x="78" y="119"/>
                    </a:lnTo>
                    <a:lnTo>
                      <a:pt x="83" y="117"/>
                    </a:lnTo>
                    <a:lnTo>
                      <a:pt x="86" y="110"/>
                    </a:lnTo>
                    <a:lnTo>
                      <a:pt x="83" y="104"/>
                    </a:lnTo>
                    <a:lnTo>
                      <a:pt x="76" y="99"/>
                    </a:lnTo>
                    <a:lnTo>
                      <a:pt x="68" y="95"/>
                    </a:lnTo>
                    <a:lnTo>
                      <a:pt x="60" y="93"/>
                    </a:lnTo>
                    <a:lnTo>
                      <a:pt x="58" y="89"/>
                    </a:lnTo>
                    <a:lnTo>
                      <a:pt x="58" y="88"/>
                    </a:lnTo>
                    <a:lnTo>
                      <a:pt x="59" y="86"/>
                    </a:lnTo>
                    <a:lnTo>
                      <a:pt x="65" y="86"/>
                    </a:lnTo>
                    <a:lnTo>
                      <a:pt x="64" y="85"/>
                    </a:lnTo>
                    <a:lnTo>
                      <a:pt x="63" y="83"/>
                    </a:lnTo>
                    <a:lnTo>
                      <a:pt x="63" y="81"/>
                    </a:lnTo>
                    <a:lnTo>
                      <a:pt x="91" y="81"/>
                    </a:lnTo>
                    <a:lnTo>
                      <a:pt x="97" y="85"/>
                    </a:lnTo>
                    <a:lnTo>
                      <a:pt x="103" y="90"/>
                    </a:lnTo>
                    <a:lnTo>
                      <a:pt x="108" y="94"/>
                    </a:lnTo>
                    <a:lnTo>
                      <a:pt x="116" y="95"/>
                    </a:lnTo>
                    <a:lnTo>
                      <a:pt x="114" y="94"/>
                    </a:lnTo>
                    <a:lnTo>
                      <a:pt x="112" y="93"/>
                    </a:lnTo>
                    <a:lnTo>
                      <a:pt x="108" y="90"/>
                    </a:lnTo>
                    <a:lnTo>
                      <a:pt x="106" y="88"/>
                    </a:lnTo>
                    <a:lnTo>
                      <a:pt x="103" y="86"/>
                    </a:lnTo>
                    <a:lnTo>
                      <a:pt x="102" y="84"/>
                    </a:lnTo>
                    <a:lnTo>
                      <a:pt x="101" y="83"/>
                    </a:lnTo>
                    <a:lnTo>
                      <a:pt x="102" y="80"/>
                    </a:lnTo>
                    <a:lnTo>
                      <a:pt x="103" y="79"/>
                    </a:lnTo>
                    <a:lnTo>
                      <a:pt x="123" y="79"/>
                    </a:lnTo>
                    <a:lnTo>
                      <a:pt x="134" y="75"/>
                    </a:lnTo>
                    <a:lnTo>
                      <a:pt x="143" y="68"/>
                    </a:lnTo>
                    <a:lnTo>
                      <a:pt x="137" y="68"/>
                    </a:lnTo>
                    <a:lnTo>
                      <a:pt x="128" y="73"/>
                    </a:lnTo>
                    <a:lnTo>
                      <a:pt x="118" y="76"/>
                    </a:lnTo>
                    <a:lnTo>
                      <a:pt x="107" y="78"/>
                    </a:lnTo>
                    <a:lnTo>
                      <a:pt x="102" y="78"/>
                    </a:lnTo>
                    <a:lnTo>
                      <a:pt x="94" y="74"/>
                    </a:lnTo>
                    <a:lnTo>
                      <a:pt x="89" y="74"/>
                    </a:lnTo>
                    <a:lnTo>
                      <a:pt x="86" y="78"/>
                    </a:lnTo>
                    <a:lnTo>
                      <a:pt x="77" y="78"/>
                    </a:lnTo>
                    <a:lnTo>
                      <a:pt x="73" y="76"/>
                    </a:lnTo>
                    <a:lnTo>
                      <a:pt x="68" y="74"/>
                    </a:lnTo>
                    <a:lnTo>
                      <a:pt x="68" y="70"/>
                    </a:lnTo>
                    <a:lnTo>
                      <a:pt x="63" y="70"/>
                    </a:lnTo>
                    <a:lnTo>
                      <a:pt x="55" y="74"/>
                    </a:lnTo>
                    <a:lnTo>
                      <a:pt x="53" y="74"/>
                    </a:lnTo>
                    <a:lnTo>
                      <a:pt x="44" y="73"/>
                    </a:lnTo>
                    <a:lnTo>
                      <a:pt x="37" y="69"/>
                    </a:lnTo>
                    <a:lnTo>
                      <a:pt x="32" y="65"/>
                    </a:lnTo>
                    <a:lnTo>
                      <a:pt x="34" y="64"/>
                    </a:lnTo>
                    <a:lnTo>
                      <a:pt x="35" y="62"/>
                    </a:lnTo>
                    <a:lnTo>
                      <a:pt x="38" y="61"/>
                    </a:lnTo>
                    <a:lnTo>
                      <a:pt x="23" y="61"/>
                    </a:lnTo>
                    <a:lnTo>
                      <a:pt x="28" y="55"/>
                    </a:lnTo>
                    <a:lnTo>
                      <a:pt x="33" y="51"/>
                    </a:lnTo>
                    <a:lnTo>
                      <a:pt x="48" y="49"/>
                    </a:lnTo>
                    <a:lnTo>
                      <a:pt x="45" y="47"/>
                    </a:lnTo>
                    <a:lnTo>
                      <a:pt x="37" y="47"/>
                    </a:lnTo>
                    <a:lnTo>
                      <a:pt x="34" y="49"/>
                    </a:lnTo>
                    <a:lnTo>
                      <a:pt x="29" y="54"/>
                    </a:lnTo>
                    <a:lnTo>
                      <a:pt x="27" y="55"/>
                    </a:lnTo>
                    <a:lnTo>
                      <a:pt x="22" y="55"/>
                    </a:lnTo>
                    <a:lnTo>
                      <a:pt x="20" y="52"/>
                    </a:lnTo>
                    <a:lnTo>
                      <a:pt x="18" y="51"/>
                    </a:lnTo>
                    <a:lnTo>
                      <a:pt x="17" y="51"/>
                    </a:lnTo>
                    <a:lnTo>
                      <a:pt x="19" y="49"/>
                    </a:lnTo>
                    <a:lnTo>
                      <a:pt x="24" y="46"/>
                    </a:lnTo>
                    <a:lnTo>
                      <a:pt x="28" y="45"/>
                    </a:lnTo>
                    <a:lnTo>
                      <a:pt x="15" y="45"/>
                    </a:lnTo>
                    <a:lnTo>
                      <a:pt x="12" y="46"/>
                    </a:lnTo>
                    <a:lnTo>
                      <a:pt x="9" y="47"/>
                    </a:lnTo>
                    <a:lnTo>
                      <a:pt x="0" y="47"/>
                    </a:lnTo>
                    <a:lnTo>
                      <a:pt x="4" y="42"/>
                    </a:lnTo>
                    <a:lnTo>
                      <a:pt x="13" y="37"/>
                    </a:lnTo>
                    <a:lnTo>
                      <a:pt x="33" y="32"/>
                    </a:lnTo>
                    <a:lnTo>
                      <a:pt x="52" y="32"/>
                    </a:lnTo>
                    <a:lnTo>
                      <a:pt x="53" y="31"/>
                    </a:lnTo>
                    <a:lnTo>
                      <a:pt x="53" y="29"/>
                    </a:lnTo>
                    <a:lnTo>
                      <a:pt x="57" y="29"/>
                    </a:lnTo>
                    <a:lnTo>
                      <a:pt x="62" y="26"/>
                    </a:lnTo>
                    <a:lnTo>
                      <a:pt x="64" y="23"/>
                    </a:lnTo>
                    <a:lnTo>
                      <a:pt x="64" y="22"/>
                    </a:lnTo>
                    <a:lnTo>
                      <a:pt x="67" y="20"/>
                    </a:lnTo>
                    <a:lnTo>
                      <a:pt x="69" y="20"/>
                    </a:lnTo>
                    <a:lnTo>
                      <a:pt x="77" y="21"/>
                    </a:lnTo>
                    <a:lnTo>
                      <a:pt x="92" y="26"/>
                    </a:lnTo>
                    <a:lnTo>
                      <a:pt x="97" y="29"/>
                    </a:lnTo>
                    <a:lnTo>
                      <a:pt x="99" y="22"/>
                    </a:lnTo>
                    <a:lnTo>
                      <a:pt x="104" y="16"/>
                    </a:lnTo>
                    <a:lnTo>
                      <a:pt x="109" y="12"/>
                    </a:lnTo>
                    <a:lnTo>
                      <a:pt x="117" y="11"/>
                    </a:lnTo>
                    <a:lnTo>
                      <a:pt x="119" y="11"/>
                    </a:lnTo>
                    <a:lnTo>
                      <a:pt x="121" y="12"/>
                    </a:lnTo>
                    <a:lnTo>
                      <a:pt x="123" y="12"/>
                    </a:lnTo>
                    <a:lnTo>
                      <a:pt x="126" y="10"/>
                    </a:lnTo>
                    <a:lnTo>
                      <a:pt x="127" y="7"/>
                    </a:lnTo>
                    <a:lnTo>
                      <a:pt x="132" y="5"/>
                    </a:lnTo>
                    <a:lnTo>
                      <a:pt x="182" y="5"/>
                    </a:lnTo>
                    <a:lnTo>
                      <a:pt x="185" y="2"/>
                    </a:lnTo>
                    <a:lnTo>
                      <a:pt x="190" y="2"/>
                    </a:lnTo>
                    <a:lnTo>
                      <a:pt x="193" y="3"/>
                    </a:lnTo>
                    <a:lnTo>
                      <a:pt x="196" y="6"/>
                    </a:lnTo>
                    <a:lnTo>
                      <a:pt x="198" y="7"/>
                    </a:lnTo>
                    <a:lnTo>
                      <a:pt x="202" y="7"/>
                    </a:lnTo>
                    <a:lnTo>
                      <a:pt x="207" y="5"/>
                    </a:lnTo>
                    <a:lnTo>
                      <a:pt x="210" y="2"/>
                    </a:lnTo>
                    <a:lnTo>
                      <a:pt x="2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7" name="Freeform 1280">
                <a:extLst>
                  <a:ext uri="{FF2B5EF4-FFF2-40B4-BE49-F238E27FC236}">
                    <a16:creationId xmlns:a16="http://schemas.microsoft.com/office/drawing/2014/main" id="{244DD14F-B423-4C23-B8BD-A28ACD959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672" y="1676488"/>
                <a:ext cx="1444561" cy="1100573"/>
              </a:xfrm>
              <a:custGeom>
                <a:avLst/>
                <a:gdLst/>
                <a:ahLst/>
                <a:cxnLst>
                  <a:cxn ang="0">
                    <a:pos x="577" y="26"/>
                  </a:cxn>
                  <a:cxn ang="0">
                    <a:pos x="492" y="50"/>
                  </a:cxn>
                  <a:cxn ang="0">
                    <a:pos x="543" y="62"/>
                  </a:cxn>
                  <a:cxn ang="0">
                    <a:pos x="583" y="58"/>
                  </a:cxn>
                  <a:cxn ang="0">
                    <a:pos x="581" y="73"/>
                  </a:cxn>
                  <a:cxn ang="0">
                    <a:pos x="645" y="53"/>
                  </a:cxn>
                  <a:cxn ang="0">
                    <a:pos x="697" y="62"/>
                  </a:cxn>
                  <a:cxn ang="0">
                    <a:pos x="646" y="87"/>
                  </a:cxn>
                  <a:cxn ang="0">
                    <a:pos x="642" y="98"/>
                  </a:cxn>
                  <a:cxn ang="0">
                    <a:pos x="632" y="112"/>
                  </a:cxn>
                  <a:cxn ang="0">
                    <a:pos x="602" y="138"/>
                  </a:cxn>
                  <a:cxn ang="0">
                    <a:pos x="605" y="156"/>
                  </a:cxn>
                  <a:cxn ang="0">
                    <a:pos x="622" y="171"/>
                  </a:cxn>
                  <a:cxn ang="0">
                    <a:pos x="600" y="189"/>
                  </a:cxn>
                  <a:cxn ang="0">
                    <a:pos x="610" y="204"/>
                  </a:cxn>
                  <a:cxn ang="0">
                    <a:pos x="603" y="229"/>
                  </a:cxn>
                  <a:cxn ang="0">
                    <a:pos x="617" y="244"/>
                  </a:cxn>
                  <a:cxn ang="0">
                    <a:pos x="606" y="257"/>
                  </a:cxn>
                  <a:cxn ang="0">
                    <a:pos x="573" y="267"/>
                  </a:cxn>
                  <a:cxn ang="0">
                    <a:pos x="587" y="284"/>
                  </a:cxn>
                  <a:cxn ang="0">
                    <a:pos x="558" y="274"/>
                  </a:cxn>
                  <a:cxn ang="0">
                    <a:pos x="595" y="326"/>
                  </a:cxn>
                  <a:cxn ang="0">
                    <a:pos x="567" y="319"/>
                  </a:cxn>
                  <a:cxn ang="0">
                    <a:pos x="549" y="318"/>
                  </a:cxn>
                  <a:cxn ang="0">
                    <a:pos x="559" y="336"/>
                  </a:cxn>
                  <a:cxn ang="0">
                    <a:pos x="552" y="356"/>
                  </a:cxn>
                  <a:cxn ang="0">
                    <a:pos x="470" y="381"/>
                  </a:cxn>
                  <a:cxn ang="0">
                    <a:pos x="414" y="424"/>
                  </a:cxn>
                  <a:cxn ang="0">
                    <a:pos x="386" y="431"/>
                  </a:cxn>
                  <a:cxn ang="0">
                    <a:pos x="370" y="457"/>
                  </a:cxn>
                  <a:cxn ang="0">
                    <a:pos x="349" y="511"/>
                  </a:cxn>
                  <a:cxn ang="0">
                    <a:pos x="327" y="530"/>
                  </a:cxn>
                  <a:cxn ang="0">
                    <a:pos x="296" y="514"/>
                  </a:cxn>
                  <a:cxn ang="0">
                    <a:pos x="273" y="501"/>
                  </a:cxn>
                  <a:cxn ang="0">
                    <a:pos x="251" y="455"/>
                  </a:cxn>
                  <a:cxn ang="0">
                    <a:pos x="239" y="452"/>
                  </a:cxn>
                  <a:cxn ang="0">
                    <a:pos x="222" y="413"/>
                  </a:cxn>
                  <a:cxn ang="0">
                    <a:pos x="234" y="374"/>
                  </a:cxn>
                  <a:cxn ang="0">
                    <a:pos x="257" y="343"/>
                  </a:cxn>
                  <a:cxn ang="0">
                    <a:pos x="246" y="332"/>
                  </a:cxn>
                  <a:cxn ang="0">
                    <a:pos x="219" y="303"/>
                  </a:cxn>
                  <a:cxn ang="0">
                    <a:pos x="208" y="289"/>
                  </a:cxn>
                  <a:cxn ang="0">
                    <a:pos x="181" y="239"/>
                  </a:cxn>
                  <a:cxn ang="0">
                    <a:pos x="89" y="208"/>
                  </a:cxn>
                  <a:cxn ang="0">
                    <a:pos x="69" y="210"/>
                  </a:cxn>
                  <a:cxn ang="0">
                    <a:pos x="37" y="190"/>
                  </a:cxn>
                  <a:cxn ang="0">
                    <a:pos x="22" y="180"/>
                  </a:cxn>
                  <a:cxn ang="0">
                    <a:pos x="74" y="169"/>
                  </a:cxn>
                  <a:cxn ang="0">
                    <a:pos x="20" y="165"/>
                  </a:cxn>
                  <a:cxn ang="0">
                    <a:pos x="22" y="142"/>
                  </a:cxn>
                  <a:cxn ang="0">
                    <a:pos x="83" y="124"/>
                  </a:cxn>
                  <a:cxn ang="0">
                    <a:pos x="60" y="96"/>
                  </a:cxn>
                  <a:cxn ang="0">
                    <a:pos x="122" y="73"/>
                  </a:cxn>
                  <a:cxn ang="0">
                    <a:pos x="160" y="49"/>
                  </a:cxn>
                  <a:cxn ang="0">
                    <a:pos x="217" y="47"/>
                  </a:cxn>
                  <a:cxn ang="0">
                    <a:pos x="242" y="40"/>
                  </a:cxn>
                  <a:cxn ang="0">
                    <a:pos x="288" y="49"/>
                  </a:cxn>
                  <a:cxn ang="0">
                    <a:pos x="288" y="29"/>
                  </a:cxn>
                  <a:cxn ang="0">
                    <a:pos x="327" y="14"/>
                  </a:cxn>
                  <a:cxn ang="0">
                    <a:pos x="418" y="1"/>
                  </a:cxn>
                </a:cxnLst>
                <a:rect l="0" t="0" r="r" b="b"/>
                <a:pathLst>
                  <a:path w="697" h="531">
                    <a:moveTo>
                      <a:pt x="433" y="0"/>
                    </a:moveTo>
                    <a:lnTo>
                      <a:pt x="492" y="0"/>
                    </a:lnTo>
                    <a:lnTo>
                      <a:pt x="508" y="2"/>
                    </a:lnTo>
                    <a:lnTo>
                      <a:pt x="523" y="9"/>
                    </a:lnTo>
                    <a:lnTo>
                      <a:pt x="538" y="16"/>
                    </a:lnTo>
                    <a:lnTo>
                      <a:pt x="552" y="24"/>
                    </a:lnTo>
                    <a:lnTo>
                      <a:pt x="564" y="26"/>
                    </a:lnTo>
                    <a:lnTo>
                      <a:pt x="577" y="26"/>
                    </a:lnTo>
                    <a:lnTo>
                      <a:pt x="588" y="28"/>
                    </a:lnTo>
                    <a:lnTo>
                      <a:pt x="585" y="34"/>
                    </a:lnTo>
                    <a:lnTo>
                      <a:pt x="576" y="38"/>
                    </a:lnTo>
                    <a:lnTo>
                      <a:pt x="556" y="43"/>
                    </a:lnTo>
                    <a:lnTo>
                      <a:pt x="547" y="44"/>
                    </a:lnTo>
                    <a:lnTo>
                      <a:pt x="458" y="49"/>
                    </a:lnTo>
                    <a:lnTo>
                      <a:pt x="464" y="50"/>
                    </a:lnTo>
                    <a:lnTo>
                      <a:pt x="492" y="50"/>
                    </a:lnTo>
                    <a:lnTo>
                      <a:pt x="507" y="49"/>
                    </a:lnTo>
                    <a:lnTo>
                      <a:pt x="541" y="49"/>
                    </a:lnTo>
                    <a:lnTo>
                      <a:pt x="538" y="53"/>
                    </a:lnTo>
                    <a:lnTo>
                      <a:pt x="533" y="58"/>
                    </a:lnTo>
                    <a:lnTo>
                      <a:pt x="526" y="68"/>
                    </a:lnTo>
                    <a:lnTo>
                      <a:pt x="526" y="69"/>
                    </a:lnTo>
                    <a:lnTo>
                      <a:pt x="533" y="67"/>
                    </a:lnTo>
                    <a:lnTo>
                      <a:pt x="543" y="62"/>
                    </a:lnTo>
                    <a:lnTo>
                      <a:pt x="553" y="54"/>
                    </a:lnTo>
                    <a:lnTo>
                      <a:pt x="564" y="49"/>
                    </a:lnTo>
                    <a:lnTo>
                      <a:pt x="573" y="47"/>
                    </a:lnTo>
                    <a:lnTo>
                      <a:pt x="577" y="48"/>
                    </a:lnTo>
                    <a:lnTo>
                      <a:pt x="579" y="49"/>
                    </a:lnTo>
                    <a:lnTo>
                      <a:pt x="582" y="52"/>
                    </a:lnTo>
                    <a:lnTo>
                      <a:pt x="583" y="55"/>
                    </a:lnTo>
                    <a:lnTo>
                      <a:pt x="583" y="58"/>
                    </a:lnTo>
                    <a:lnTo>
                      <a:pt x="581" y="62"/>
                    </a:lnTo>
                    <a:lnTo>
                      <a:pt x="577" y="68"/>
                    </a:lnTo>
                    <a:lnTo>
                      <a:pt x="569" y="75"/>
                    </a:lnTo>
                    <a:lnTo>
                      <a:pt x="563" y="83"/>
                    </a:lnTo>
                    <a:lnTo>
                      <a:pt x="556" y="94"/>
                    </a:lnTo>
                    <a:lnTo>
                      <a:pt x="563" y="89"/>
                    </a:lnTo>
                    <a:lnTo>
                      <a:pt x="572" y="82"/>
                    </a:lnTo>
                    <a:lnTo>
                      <a:pt x="581" y="73"/>
                    </a:lnTo>
                    <a:lnTo>
                      <a:pt x="588" y="64"/>
                    </a:lnTo>
                    <a:lnTo>
                      <a:pt x="593" y="59"/>
                    </a:lnTo>
                    <a:lnTo>
                      <a:pt x="623" y="59"/>
                    </a:lnTo>
                    <a:lnTo>
                      <a:pt x="626" y="60"/>
                    </a:lnTo>
                    <a:lnTo>
                      <a:pt x="630" y="60"/>
                    </a:lnTo>
                    <a:lnTo>
                      <a:pt x="637" y="57"/>
                    </a:lnTo>
                    <a:lnTo>
                      <a:pt x="641" y="54"/>
                    </a:lnTo>
                    <a:lnTo>
                      <a:pt x="645" y="53"/>
                    </a:lnTo>
                    <a:lnTo>
                      <a:pt x="665" y="53"/>
                    </a:lnTo>
                    <a:lnTo>
                      <a:pt x="667" y="48"/>
                    </a:lnTo>
                    <a:lnTo>
                      <a:pt x="670" y="47"/>
                    </a:lnTo>
                    <a:lnTo>
                      <a:pt x="672" y="47"/>
                    </a:lnTo>
                    <a:lnTo>
                      <a:pt x="679" y="48"/>
                    </a:lnTo>
                    <a:lnTo>
                      <a:pt x="686" y="52"/>
                    </a:lnTo>
                    <a:lnTo>
                      <a:pt x="694" y="57"/>
                    </a:lnTo>
                    <a:lnTo>
                      <a:pt x="697" y="62"/>
                    </a:lnTo>
                    <a:lnTo>
                      <a:pt x="696" y="64"/>
                    </a:lnTo>
                    <a:lnTo>
                      <a:pt x="692" y="68"/>
                    </a:lnTo>
                    <a:lnTo>
                      <a:pt x="690" y="69"/>
                    </a:lnTo>
                    <a:lnTo>
                      <a:pt x="687" y="69"/>
                    </a:lnTo>
                    <a:lnTo>
                      <a:pt x="686" y="70"/>
                    </a:lnTo>
                    <a:lnTo>
                      <a:pt x="669" y="80"/>
                    </a:lnTo>
                    <a:lnTo>
                      <a:pt x="659" y="86"/>
                    </a:lnTo>
                    <a:lnTo>
                      <a:pt x="646" y="87"/>
                    </a:lnTo>
                    <a:lnTo>
                      <a:pt x="648" y="88"/>
                    </a:lnTo>
                    <a:lnTo>
                      <a:pt x="654" y="88"/>
                    </a:lnTo>
                    <a:lnTo>
                      <a:pt x="655" y="87"/>
                    </a:lnTo>
                    <a:lnTo>
                      <a:pt x="655" y="91"/>
                    </a:lnTo>
                    <a:lnTo>
                      <a:pt x="654" y="93"/>
                    </a:lnTo>
                    <a:lnTo>
                      <a:pt x="651" y="96"/>
                    </a:lnTo>
                    <a:lnTo>
                      <a:pt x="646" y="98"/>
                    </a:lnTo>
                    <a:lnTo>
                      <a:pt x="642" y="98"/>
                    </a:lnTo>
                    <a:lnTo>
                      <a:pt x="640" y="99"/>
                    </a:lnTo>
                    <a:lnTo>
                      <a:pt x="637" y="99"/>
                    </a:lnTo>
                    <a:lnTo>
                      <a:pt x="638" y="102"/>
                    </a:lnTo>
                    <a:lnTo>
                      <a:pt x="638" y="103"/>
                    </a:lnTo>
                    <a:lnTo>
                      <a:pt x="637" y="103"/>
                    </a:lnTo>
                    <a:lnTo>
                      <a:pt x="637" y="106"/>
                    </a:lnTo>
                    <a:lnTo>
                      <a:pt x="636" y="108"/>
                    </a:lnTo>
                    <a:lnTo>
                      <a:pt x="632" y="112"/>
                    </a:lnTo>
                    <a:lnTo>
                      <a:pt x="628" y="113"/>
                    </a:lnTo>
                    <a:lnTo>
                      <a:pt x="626" y="113"/>
                    </a:lnTo>
                    <a:lnTo>
                      <a:pt x="618" y="116"/>
                    </a:lnTo>
                    <a:lnTo>
                      <a:pt x="618" y="122"/>
                    </a:lnTo>
                    <a:lnTo>
                      <a:pt x="617" y="126"/>
                    </a:lnTo>
                    <a:lnTo>
                      <a:pt x="616" y="128"/>
                    </a:lnTo>
                    <a:lnTo>
                      <a:pt x="613" y="131"/>
                    </a:lnTo>
                    <a:lnTo>
                      <a:pt x="602" y="138"/>
                    </a:lnTo>
                    <a:lnTo>
                      <a:pt x="600" y="141"/>
                    </a:lnTo>
                    <a:lnTo>
                      <a:pt x="598" y="143"/>
                    </a:lnTo>
                    <a:lnTo>
                      <a:pt x="597" y="147"/>
                    </a:lnTo>
                    <a:lnTo>
                      <a:pt x="597" y="151"/>
                    </a:lnTo>
                    <a:lnTo>
                      <a:pt x="595" y="156"/>
                    </a:lnTo>
                    <a:lnTo>
                      <a:pt x="598" y="157"/>
                    </a:lnTo>
                    <a:lnTo>
                      <a:pt x="601" y="157"/>
                    </a:lnTo>
                    <a:lnTo>
                      <a:pt x="605" y="156"/>
                    </a:lnTo>
                    <a:lnTo>
                      <a:pt x="607" y="156"/>
                    </a:lnTo>
                    <a:lnTo>
                      <a:pt x="612" y="157"/>
                    </a:lnTo>
                    <a:lnTo>
                      <a:pt x="616" y="158"/>
                    </a:lnTo>
                    <a:lnTo>
                      <a:pt x="623" y="163"/>
                    </a:lnTo>
                    <a:lnTo>
                      <a:pt x="618" y="166"/>
                    </a:lnTo>
                    <a:lnTo>
                      <a:pt x="616" y="166"/>
                    </a:lnTo>
                    <a:lnTo>
                      <a:pt x="617" y="169"/>
                    </a:lnTo>
                    <a:lnTo>
                      <a:pt x="622" y="171"/>
                    </a:lnTo>
                    <a:lnTo>
                      <a:pt x="626" y="172"/>
                    </a:lnTo>
                    <a:lnTo>
                      <a:pt x="631" y="175"/>
                    </a:lnTo>
                    <a:lnTo>
                      <a:pt x="632" y="177"/>
                    </a:lnTo>
                    <a:lnTo>
                      <a:pt x="633" y="181"/>
                    </a:lnTo>
                    <a:lnTo>
                      <a:pt x="631" y="185"/>
                    </a:lnTo>
                    <a:lnTo>
                      <a:pt x="626" y="187"/>
                    </a:lnTo>
                    <a:lnTo>
                      <a:pt x="602" y="187"/>
                    </a:lnTo>
                    <a:lnTo>
                      <a:pt x="600" y="189"/>
                    </a:lnTo>
                    <a:lnTo>
                      <a:pt x="598" y="191"/>
                    </a:lnTo>
                    <a:lnTo>
                      <a:pt x="597" y="192"/>
                    </a:lnTo>
                    <a:lnTo>
                      <a:pt x="597" y="195"/>
                    </a:lnTo>
                    <a:lnTo>
                      <a:pt x="598" y="197"/>
                    </a:lnTo>
                    <a:lnTo>
                      <a:pt x="601" y="199"/>
                    </a:lnTo>
                    <a:lnTo>
                      <a:pt x="602" y="200"/>
                    </a:lnTo>
                    <a:lnTo>
                      <a:pt x="610" y="200"/>
                    </a:lnTo>
                    <a:lnTo>
                      <a:pt x="610" y="204"/>
                    </a:lnTo>
                    <a:lnTo>
                      <a:pt x="611" y="208"/>
                    </a:lnTo>
                    <a:lnTo>
                      <a:pt x="612" y="210"/>
                    </a:lnTo>
                    <a:lnTo>
                      <a:pt x="615" y="213"/>
                    </a:lnTo>
                    <a:lnTo>
                      <a:pt x="616" y="215"/>
                    </a:lnTo>
                    <a:lnTo>
                      <a:pt x="616" y="226"/>
                    </a:lnTo>
                    <a:lnTo>
                      <a:pt x="607" y="226"/>
                    </a:lnTo>
                    <a:lnTo>
                      <a:pt x="605" y="228"/>
                    </a:lnTo>
                    <a:lnTo>
                      <a:pt x="603" y="229"/>
                    </a:lnTo>
                    <a:lnTo>
                      <a:pt x="603" y="231"/>
                    </a:lnTo>
                    <a:lnTo>
                      <a:pt x="606" y="236"/>
                    </a:lnTo>
                    <a:lnTo>
                      <a:pt x="608" y="238"/>
                    </a:lnTo>
                    <a:lnTo>
                      <a:pt x="611" y="238"/>
                    </a:lnTo>
                    <a:lnTo>
                      <a:pt x="615" y="239"/>
                    </a:lnTo>
                    <a:lnTo>
                      <a:pt x="617" y="239"/>
                    </a:lnTo>
                    <a:lnTo>
                      <a:pt x="620" y="240"/>
                    </a:lnTo>
                    <a:lnTo>
                      <a:pt x="617" y="244"/>
                    </a:lnTo>
                    <a:lnTo>
                      <a:pt x="615" y="247"/>
                    </a:lnTo>
                    <a:lnTo>
                      <a:pt x="611" y="249"/>
                    </a:lnTo>
                    <a:lnTo>
                      <a:pt x="606" y="250"/>
                    </a:lnTo>
                    <a:lnTo>
                      <a:pt x="601" y="250"/>
                    </a:lnTo>
                    <a:lnTo>
                      <a:pt x="601" y="253"/>
                    </a:lnTo>
                    <a:lnTo>
                      <a:pt x="602" y="255"/>
                    </a:lnTo>
                    <a:lnTo>
                      <a:pt x="605" y="257"/>
                    </a:lnTo>
                    <a:lnTo>
                      <a:pt x="606" y="257"/>
                    </a:lnTo>
                    <a:lnTo>
                      <a:pt x="602" y="263"/>
                    </a:lnTo>
                    <a:lnTo>
                      <a:pt x="597" y="265"/>
                    </a:lnTo>
                    <a:lnTo>
                      <a:pt x="591" y="267"/>
                    </a:lnTo>
                    <a:lnTo>
                      <a:pt x="586" y="269"/>
                    </a:lnTo>
                    <a:lnTo>
                      <a:pt x="583" y="273"/>
                    </a:lnTo>
                    <a:lnTo>
                      <a:pt x="579" y="270"/>
                    </a:lnTo>
                    <a:lnTo>
                      <a:pt x="577" y="268"/>
                    </a:lnTo>
                    <a:lnTo>
                      <a:pt x="573" y="267"/>
                    </a:lnTo>
                    <a:lnTo>
                      <a:pt x="571" y="263"/>
                    </a:lnTo>
                    <a:lnTo>
                      <a:pt x="564" y="263"/>
                    </a:lnTo>
                    <a:lnTo>
                      <a:pt x="568" y="268"/>
                    </a:lnTo>
                    <a:lnTo>
                      <a:pt x="574" y="272"/>
                    </a:lnTo>
                    <a:lnTo>
                      <a:pt x="581" y="273"/>
                    </a:lnTo>
                    <a:lnTo>
                      <a:pt x="585" y="277"/>
                    </a:lnTo>
                    <a:lnTo>
                      <a:pt x="587" y="282"/>
                    </a:lnTo>
                    <a:lnTo>
                      <a:pt x="587" y="284"/>
                    </a:lnTo>
                    <a:lnTo>
                      <a:pt x="586" y="288"/>
                    </a:lnTo>
                    <a:lnTo>
                      <a:pt x="585" y="291"/>
                    </a:lnTo>
                    <a:lnTo>
                      <a:pt x="583" y="292"/>
                    </a:lnTo>
                    <a:lnTo>
                      <a:pt x="581" y="293"/>
                    </a:lnTo>
                    <a:lnTo>
                      <a:pt x="574" y="291"/>
                    </a:lnTo>
                    <a:lnTo>
                      <a:pt x="567" y="287"/>
                    </a:lnTo>
                    <a:lnTo>
                      <a:pt x="562" y="280"/>
                    </a:lnTo>
                    <a:lnTo>
                      <a:pt x="558" y="274"/>
                    </a:lnTo>
                    <a:lnTo>
                      <a:pt x="553" y="274"/>
                    </a:lnTo>
                    <a:lnTo>
                      <a:pt x="553" y="280"/>
                    </a:lnTo>
                    <a:lnTo>
                      <a:pt x="562" y="288"/>
                    </a:lnTo>
                    <a:lnTo>
                      <a:pt x="571" y="293"/>
                    </a:lnTo>
                    <a:lnTo>
                      <a:pt x="579" y="299"/>
                    </a:lnTo>
                    <a:lnTo>
                      <a:pt x="587" y="307"/>
                    </a:lnTo>
                    <a:lnTo>
                      <a:pt x="592" y="316"/>
                    </a:lnTo>
                    <a:lnTo>
                      <a:pt x="595" y="326"/>
                    </a:lnTo>
                    <a:lnTo>
                      <a:pt x="593" y="328"/>
                    </a:lnTo>
                    <a:lnTo>
                      <a:pt x="592" y="330"/>
                    </a:lnTo>
                    <a:lnTo>
                      <a:pt x="588" y="330"/>
                    </a:lnTo>
                    <a:lnTo>
                      <a:pt x="586" y="331"/>
                    </a:lnTo>
                    <a:lnTo>
                      <a:pt x="583" y="331"/>
                    </a:lnTo>
                    <a:lnTo>
                      <a:pt x="576" y="330"/>
                    </a:lnTo>
                    <a:lnTo>
                      <a:pt x="571" y="326"/>
                    </a:lnTo>
                    <a:lnTo>
                      <a:pt x="567" y="319"/>
                    </a:lnTo>
                    <a:lnTo>
                      <a:pt x="563" y="314"/>
                    </a:lnTo>
                    <a:lnTo>
                      <a:pt x="558" y="311"/>
                    </a:lnTo>
                    <a:lnTo>
                      <a:pt x="551" y="309"/>
                    </a:lnTo>
                    <a:lnTo>
                      <a:pt x="546" y="309"/>
                    </a:lnTo>
                    <a:lnTo>
                      <a:pt x="546" y="313"/>
                    </a:lnTo>
                    <a:lnTo>
                      <a:pt x="547" y="314"/>
                    </a:lnTo>
                    <a:lnTo>
                      <a:pt x="548" y="317"/>
                    </a:lnTo>
                    <a:lnTo>
                      <a:pt x="549" y="318"/>
                    </a:lnTo>
                    <a:lnTo>
                      <a:pt x="549" y="321"/>
                    </a:lnTo>
                    <a:lnTo>
                      <a:pt x="547" y="323"/>
                    </a:lnTo>
                    <a:lnTo>
                      <a:pt x="544" y="324"/>
                    </a:lnTo>
                    <a:lnTo>
                      <a:pt x="542" y="324"/>
                    </a:lnTo>
                    <a:lnTo>
                      <a:pt x="541" y="326"/>
                    </a:lnTo>
                    <a:lnTo>
                      <a:pt x="543" y="331"/>
                    </a:lnTo>
                    <a:lnTo>
                      <a:pt x="551" y="333"/>
                    </a:lnTo>
                    <a:lnTo>
                      <a:pt x="559" y="336"/>
                    </a:lnTo>
                    <a:lnTo>
                      <a:pt x="569" y="337"/>
                    </a:lnTo>
                    <a:lnTo>
                      <a:pt x="578" y="337"/>
                    </a:lnTo>
                    <a:lnTo>
                      <a:pt x="585" y="338"/>
                    </a:lnTo>
                    <a:lnTo>
                      <a:pt x="577" y="343"/>
                    </a:lnTo>
                    <a:lnTo>
                      <a:pt x="572" y="346"/>
                    </a:lnTo>
                    <a:lnTo>
                      <a:pt x="567" y="347"/>
                    </a:lnTo>
                    <a:lnTo>
                      <a:pt x="559" y="351"/>
                    </a:lnTo>
                    <a:lnTo>
                      <a:pt x="552" y="356"/>
                    </a:lnTo>
                    <a:lnTo>
                      <a:pt x="546" y="362"/>
                    </a:lnTo>
                    <a:lnTo>
                      <a:pt x="538" y="366"/>
                    </a:lnTo>
                    <a:lnTo>
                      <a:pt x="524" y="370"/>
                    </a:lnTo>
                    <a:lnTo>
                      <a:pt x="510" y="372"/>
                    </a:lnTo>
                    <a:lnTo>
                      <a:pt x="497" y="376"/>
                    </a:lnTo>
                    <a:lnTo>
                      <a:pt x="477" y="376"/>
                    </a:lnTo>
                    <a:lnTo>
                      <a:pt x="474" y="377"/>
                    </a:lnTo>
                    <a:lnTo>
                      <a:pt x="470" y="381"/>
                    </a:lnTo>
                    <a:lnTo>
                      <a:pt x="469" y="384"/>
                    </a:lnTo>
                    <a:lnTo>
                      <a:pt x="459" y="391"/>
                    </a:lnTo>
                    <a:lnTo>
                      <a:pt x="453" y="397"/>
                    </a:lnTo>
                    <a:lnTo>
                      <a:pt x="449" y="405"/>
                    </a:lnTo>
                    <a:lnTo>
                      <a:pt x="445" y="411"/>
                    </a:lnTo>
                    <a:lnTo>
                      <a:pt x="435" y="416"/>
                    </a:lnTo>
                    <a:lnTo>
                      <a:pt x="424" y="420"/>
                    </a:lnTo>
                    <a:lnTo>
                      <a:pt x="414" y="424"/>
                    </a:lnTo>
                    <a:lnTo>
                      <a:pt x="408" y="424"/>
                    </a:lnTo>
                    <a:lnTo>
                      <a:pt x="408" y="415"/>
                    </a:lnTo>
                    <a:lnTo>
                      <a:pt x="405" y="416"/>
                    </a:lnTo>
                    <a:lnTo>
                      <a:pt x="404" y="419"/>
                    </a:lnTo>
                    <a:lnTo>
                      <a:pt x="403" y="420"/>
                    </a:lnTo>
                    <a:lnTo>
                      <a:pt x="400" y="425"/>
                    </a:lnTo>
                    <a:lnTo>
                      <a:pt x="394" y="429"/>
                    </a:lnTo>
                    <a:lnTo>
                      <a:pt x="386" y="431"/>
                    </a:lnTo>
                    <a:lnTo>
                      <a:pt x="377" y="434"/>
                    </a:lnTo>
                    <a:lnTo>
                      <a:pt x="372" y="438"/>
                    </a:lnTo>
                    <a:lnTo>
                      <a:pt x="370" y="444"/>
                    </a:lnTo>
                    <a:lnTo>
                      <a:pt x="370" y="448"/>
                    </a:lnTo>
                    <a:lnTo>
                      <a:pt x="367" y="450"/>
                    </a:lnTo>
                    <a:lnTo>
                      <a:pt x="367" y="453"/>
                    </a:lnTo>
                    <a:lnTo>
                      <a:pt x="369" y="455"/>
                    </a:lnTo>
                    <a:lnTo>
                      <a:pt x="370" y="457"/>
                    </a:lnTo>
                    <a:lnTo>
                      <a:pt x="372" y="462"/>
                    </a:lnTo>
                    <a:lnTo>
                      <a:pt x="370" y="468"/>
                    </a:lnTo>
                    <a:lnTo>
                      <a:pt x="366" y="472"/>
                    </a:lnTo>
                    <a:lnTo>
                      <a:pt x="360" y="474"/>
                    </a:lnTo>
                    <a:lnTo>
                      <a:pt x="356" y="478"/>
                    </a:lnTo>
                    <a:lnTo>
                      <a:pt x="354" y="483"/>
                    </a:lnTo>
                    <a:lnTo>
                      <a:pt x="354" y="506"/>
                    </a:lnTo>
                    <a:lnTo>
                      <a:pt x="349" y="511"/>
                    </a:lnTo>
                    <a:lnTo>
                      <a:pt x="347" y="517"/>
                    </a:lnTo>
                    <a:lnTo>
                      <a:pt x="345" y="523"/>
                    </a:lnTo>
                    <a:lnTo>
                      <a:pt x="342" y="528"/>
                    </a:lnTo>
                    <a:lnTo>
                      <a:pt x="337" y="531"/>
                    </a:lnTo>
                    <a:lnTo>
                      <a:pt x="335" y="531"/>
                    </a:lnTo>
                    <a:lnTo>
                      <a:pt x="334" y="530"/>
                    </a:lnTo>
                    <a:lnTo>
                      <a:pt x="332" y="527"/>
                    </a:lnTo>
                    <a:lnTo>
                      <a:pt x="327" y="530"/>
                    </a:lnTo>
                    <a:lnTo>
                      <a:pt x="325" y="530"/>
                    </a:lnTo>
                    <a:lnTo>
                      <a:pt x="320" y="528"/>
                    </a:lnTo>
                    <a:lnTo>
                      <a:pt x="316" y="523"/>
                    </a:lnTo>
                    <a:lnTo>
                      <a:pt x="313" y="518"/>
                    </a:lnTo>
                    <a:lnTo>
                      <a:pt x="310" y="513"/>
                    </a:lnTo>
                    <a:lnTo>
                      <a:pt x="305" y="512"/>
                    </a:lnTo>
                    <a:lnTo>
                      <a:pt x="301" y="513"/>
                    </a:lnTo>
                    <a:lnTo>
                      <a:pt x="296" y="514"/>
                    </a:lnTo>
                    <a:lnTo>
                      <a:pt x="288" y="517"/>
                    </a:lnTo>
                    <a:lnTo>
                      <a:pt x="286" y="513"/>
                    </a:lnTo>
                    <a:lnTo>
                      <a:pt x="285" y="511"/>
                    </a:lnTo>
                    <a:lnTo>
                      <a:pt x="282" y="509"/>
                    </a:lnTo>
                    <a:lnTo>
                      <a:pt x="280" y="509"/>
                    </a:lnTo>
                    <a:lnTo>
                      <a:pt x="277" y="508"/>
                    </a:lnTo>
                    <a:lnTo>
                      <a:pt x="273" y="504"/>
                    </a:lnTo>
                    <a:lnTo>
                      <a:pt x="273" y="501"/>
                    </a:lnTo>
                    <a:lnTo>
                      <a:pt x="272" y="499"/>
                    </a:lnTo>
                    <a:lnTo>
                      <a:pt x="272" y="498"/>
                    </a:lnTo>
                    <a:lnTo>
                      <a:pt x="265" y="491"/>
                    </a:lnTo>
                    <a:lnTo>
                      <a:pt x="257" y="480"/>
                    </a:lnTo>
                    <a:lnTo>
                      <a:pt x="251" y="470"/>
                    </a:lnTo>
                    <a:lnTo>
                      <a:pt x="248" y="460"/>
                    </a:lnTo>
                    <a:lnTo>
                      <a:pt x="248" y="458"/>
                    </a:lnTo>
                    <a:lnTo>
                      <a:pt x="251" y="455"/>
                    </a:lnTo>
                    <a:lnTo>
                      <a:pt x="253" y="454"/>
                    </a:lnTo>
                    <a:lnTo>
                      <a:pt x="255" y="453"/>
                    </a:lnTo>
                    <a:lnTo>
                      <a:pt x="252" y="450"/>
                    </a:lnTo>
                    <a:lnTo>
                      <a:pt x="247" y="450"/>
                    </a:lnTo>
                    <a:lnTo>
                      <a:pt x="246" y="452"/>
                    </a:lnTo>
                    <a:lnTo>
                      <a:pt x="243" y="453"/>
                    </a:lnTo>
                    <a:lnTo>
                      <a:pt x="242" y="453"/>
                    </a:lnTo>
                    <a:lnTo>
                      <a:pt x="239" y="452"/>
                    </a:lnTo>
                    <a:lnTo>
                      <a:pt x="237" y="446"/>
                    </a:lnTo>
                    <a:lnTo>
                      <a:pt x="237" y="443"/>
                    </a:lnTo>
                    <a:lnTo>
                      <a:pt x="236" y="439"/>
                    </a:lnTo>
                    <a:lnTo>
                      <a:pt x="232" y="433"/>
                    </a:lnTo>
                    <a:lnTo>
                      <a:pt x="228" y="428"/>
                    </a:lnTo>
                    <a:lnTo>
                      <a:pt x="223" y="423"/>
                    </a:lnTo>
                    <a:lnTo>
                      <a:pt x="222" y="415"/>
                    </a:lnTo>
                    <a:lnTo>
                      <a:pt x="222" y="413"/>
                    </a:lnTo>
                    <a:lnTo>
                      <a:pt x="226" y="405"/>
                    </a:lnTo>
                    <a:lnTo>
                      <a:pt x="223" y="404"/>
                    </a:lnTo>
                    <a:lnTo>
                      <a:pt x="219" y="404"/>
                    </a:lnTo>
                    <a:lnTo>
                      <a:pt x="218" y="405"/>
                    </a:lnTo>
                    <a:lnTo>
                      <a:pt x="218" y="395"/>
                    </a:lnTo>
                    <a:lnTo>
                      <a:pt x="223" y="387"/>
                    </a:lnTo>
                    <a:lnTo>
                      <a:pt x="227" y="380"/>
                    </a:lnTo>
                    <a:lnTo>
                      <a:pt x="234" y="374"/>
                    </a:lnTo>
                    <a:lnTo>
                      <a:pt x="234" y="372"/>
                    </a:lnTo>
                    <a:lnTo>
                      <a:pt x="237" y="371"/>
                    </a:lnTo>
                    <a:lnTo>
                      <a:pt x="238" y="370"/>
                    </a:lnTo>
                    <a:lnTo>
                      <a:pt x="243" y="370"/>
                    </a:lnTo>
                    <a:lnTo>
                      <a:pt x="246" y="371"/>
                    </a:lnTo>
                    <a:lnTo>
                      <a:pt x="250" y="361"/>
                    </a:lnTo>
                    <a:lnTo>
                      <a:pt x="253" y="353"/>
                    </a:lnTo>
                    <a:lnTo>
                      <a:pt x="257" y="343"/>
                    </a:lnTo>
                    <a:lnTo>
                      <a:pt x="248" y="341"/>
                    </a:lnTo>
                    <a:lnTo>
                      <a:pt x="226" y="336"/>
                    </a:lnTo>
                    <a:lnTo>
                      <a:pt x="217" y="332"/>
                    </a:lnTo>
                    <a:lnTo>
                      <a:pt x="213" y="326"/>
                    </a:lnTo>
                    <a:lnTo>
                      <a:pt x="221" y="326"/>
                    </a:lnTo>
                    <a:lnTo>
                      <a:pt x="229" y="327"/>
                    </a:lnTo>
                    <a:lnTo>
                      <a:pt x="237" y="331"/>
                    </a:lnTo>
                    <a:lnTo>
                      <a:pt x="246" y="332"/>
                    </a:lnTo>
                    <a:lnTo>
                      <a:pt x="247" y="332"/>
                    </a:lnTo>
                    <a:lnTo>
                      <a:pt x="250" y="330"/>
                    </a:lnTo>
                    <a:lnTo>
                      <a:pt x="250" y="326"/>
                    </a:lnTo>
                    <a:lnTo>
                      <a:pt x="243" y="322"/>
                    </a:lnTo>
                    <a:lnTo>
                      <a:pt x="237" y="316"/>
                    </a:lnTo>
                    <a:lnTo>
                      <a:pt x="232" y="309"/>
                    </a:lnTo>
                    <a:lnTo>
                      <a:pt x="227" y="306"/>
                    </a:lnTo>
                    <a:lnTo>
                      <a:pt x="219" y="303"/>
                    </a:lnTo>
                    <a:lnTo>
                      <a:pt x="217" y="304"/>
                    </a:lnTo>
                    <a:lnTo>
                      <a:pt x="214" y="307"/>
                    </a:lnTo>
                    <a:lnTo>
                      <a:pt x="209" y="309"/>
                    </a:lnTo>
                    <a:lnTo>
                      <a:pt x="202" y="309"/>
                    </a:lnTo>
                    <a:lnTo>
                      <a:pt x="199" y="308"/>
                    </a:lnTo>
                    <a:lnTo>
                      <a:pt x="198" y="306"/>
                    </a:lnTo>
                    <a:lnTo>
                      <a:pt x="198" y="299"/>
                    </a:lnTo>
                    <a:lnTo>
                      <a:pt x="208" y="289"/>
                    </a:lnTo>
                    <a:lnTo>
                      <a:pt x="208" y="283"/>
                    </a:lnTo>
                    <a:lnTo>
                      <a:pt x="204" y="279"/>
                    </a:lnTo>
                    <a:lnTo>
                      <a:pt x="202" y="279"/>
                    </a:lnTo>
                    <a:lnTo>
                      <a:pt x="199" y="278"/>
                    </a:lnTo>
                    <a:lnTo>
                      <a:pt x="197" y="278"/>
                    </a:lnTo>
                    <a:lnTo>
                      <a:pt x="197" y="273"/>
                    </a:lnTo>
                    <a:lnTo>
                      <a:pt x="189" y="255"/>
                    </a:lnTo>
                    <a:lnTo>
                      <a:pt x="181" y="239"/>
                    </a:lnTo>
                    <a:lnTo>
                      <a:pt x="167" y="224"/>
                    </a:lnTo>
                    <a:lnTo>
                      <a:pt x="152" y="213"/>
                    </a:lnTo>
                    <a:lnTo>
                      <a:pt x="133" y="205"/>
                    </a:lnTo>
                    <a:lnTo>
                      <a:pt x="111" y="202"/>
                    </a:lnTo>
                    <a:lnTo>
                      <a:pt x="96" y="202"/>
                    </a:lnTo>
                    <a:lnTo>
                      <a:pt x="94" y="204"/>
                    </a:lnTo>
                    <a:lnTo>
                      <a:pt x="91" y="206"/>
                    </a:lnTo>
                    <a:lnTo>
                      <a:pt x="89" y="208"/>
                    </a:lnTo>
                    <a:lnTo>
                      <a:pt x="84" y="208"/>
                    </a:lnTo>
                    <a:lnTo>
                      <a:pt x="80" y="205"/>
                    </a:lnTo>
                    <a:lnTo>
                      <a:pt x="78" y="204"/>
                    </a:lnTo>
                    <a:lnTo>
                      <a:pt x="70" y="204"/>
                    </a:lnTo>
                    <a:lnTo>
                      <a:pt x="68" y="205"/>
                    </a:lnTo>
                    <a:lnTo>
                      <a:pt x="66" y="205"/>
                    </a:lnTo>
                    <a:lnTo>
                      <a:pt x="70" y="209"/>
                    </a:lnTo>
                    <a:lnTo>
                      <a:pt x="69" y="210"/>
                    </a:lnTo>
                    <a:lnTo>
                      <a:pt x="65" y="210"/>
                    </a:lnTo>
                    <a:lnTo>
                      <a:pt x="55" y="209"/>
                    </a:lnTo>
                    <a:lnTo>
                      <a:pt x="46" y="205"/>
                    </a:lnTo>
                    <a:lnTo>
                      <a:pt x="39" y="200"/>
                    </a:lnTo>
                    <a:lnTo>
                      <a:pt x="44" y="197"/>
                    </a:lnTo>
                    <a:lnTo>
                      <a:pt x="48" y="194"/>
                    </a:lnTo>
                    <a:lnTo>
                      <a:pt x="42" y="191"/>
                    </a:lnTo>
                    <a:lnTo>
                      <a:pt x="37" y="190"/>
                    </a:lnTo>
                    <a:lnTo>
                      <a:pt x="34" y="187"/>
                    </a:lnTo>
                    <a:lnTo>
                      <a:pt x="25" y="187"/>
                    </a:lnTo>
                    <a:lnTo>
                      <a:pt x="24" y="189"/>
                    </a:lnTo>
                    <a:lnTo>
                      <a:pt x="19" y="189"/>
                    </a:lnTo>
                    <a:lnTo>
                      <a:pt x="16" y="187"/>
                    </a:lnTo>
                    <a:lnTo>
                      <a:pt x="17" y="184"/>
                    </a:lnTo>
                    <a:lnTo>
                      <a:pt x="20" y="181"/>
                    </a:lnTo>
                    <a:lnTo>
                      <a:pt x="22" y="180"/>
                    </a:lnTo>
                    <a:lnTo>
                      <a:pt x="26" y="179"/>
                    </a:lnTo>
                    <a:lnTo>
                      <a:pt x="42" y="179"/>
                    </a:lnTo>
                    <a:lnTo>
                      <a:pt x="45" y="177"/>
                    </a:lnTo>
                    <a:lnTo>
                      <a:pt x="46" y="175"/>
                    </a:lnTo>
                    <a:lnTo>
                      <a:pt x="69" y="175"/>
                    </a:lnTo>
                    <a:lnTo>
                      <a:pt x="71" y="174"/>
                    </a:lnTo>
                    <a:lnTo>
                      <a:pt x="74" y="171"/>
                    </a:lnTo>
                    <a:lnTo>
                      <a:pt x="74" y="169"/>
                    </a:lnTo>
                    <a:lnTo>
                      <a:pt x="75" y="166"/>
                    </a:lnTo>
                    <a:lnTo>
                      <a:pt x="59" y="166"/>
                    </a:lnTo>
                    <a:lnTo>
                      <a:pt x="58" y="167"/>
                    </a:lnTo>
                    <a:lnTo>
                      <a:pt x="56" y="170"/>
                    </a:lnTo>
                    <a:lnTo>
                      <a:pt x="55" y="171"/>
                    </a:lnTo>
                    <a:lnTo>
                      <a:pt x="40" y="171"/>
                    </a:lnTo>
                    <a:lnTo>
                      <a:pt x="29" y="167"/>
                    </a:lnTo>
                    <a:lnTo>
                      <a:pt x="20" y="165"/>
                    </a:lnTo>
                    <a:lnTo>
                      <a:pt x="10" y="161"/>
                    </a:lnTo>
                    <a:lnTo>
                      <a:pt x="2" y="157"/>
                    </a:lnTo>
                    <a:lnTo>
                      <a:pt x="0" y="153"/>
                    </a:lnTo>
                    <a:lnTo>
                      <a:pt x="1" y="147"/>
                    </a:lnTo>
                    <a:lnTo>
                      <a:pt x="5" y="145"/>
                    </a:lnTo>
                    <a:lnTo>
                      <a:pt x="11" y="143"/>
                    </a:lnTo>
                    <a:lnTo>
                      <a:pt x="16" y="143"/>
                    </a:lnTo>
                    <a:lnTo>
                      <a:pt x="22" y="142"/>
                    </a:lnTo>
                    <a:lnTo>
                      <a:pt x="29" y="138"/>
                    </a:lnTo>
                    <a:lnTo>
                      <a:pt x="35" y="136"/>
                    </a:lnTo>
                    <a:lnTo>
                      <a:pt x="42" y="132"/>
                    </a:lnTo>
                    <a:lnTo>
                      <a:pt x="51" y="131"/>
                    </a:lnTo>
                    <a:lnTo>
                      <a:pt x="60" y="131"/>
                    </a:lnTo>
                    <a:lnTo>
                      <a:pt x="69" y="132"/>
                    </a:lnTo>
                    <a:lnTo>
                      <a:pt x="76" y="130"/>
                    </a:lnTo>
                    <a:lnTo>
                      <a:pt x="83" y="124"/>
                    </a:lnTo>
                    <a:lnTo>
                      <a:pt x="86" y="117"/>
                    </a:lnTo>
                    <a:lnTo>
                      <a:pt x="88" y="108"/>
                    </a:lnTo>
                    <a:lnTo>
                      <a:pt x="81" y="108"/>
                    </a:lnTo>
                    <a:lnTo>
                      <a:pt x="66" y="106"/>
                    </a:lnTo>
                    <a:lnTo>
                      <a:pt x="60" y="103"/>
                    </a:lnTo>
                    <a:lnTo>
                      <a:pt x="58" y="99"/>
                    </a:lnTo>
                    <a:lnTo>
                      <a:pt x="59" y="98"/>
                    </a:lnTo>
                    <a:lnTo>
                      <a:pt x="60" y="96"/>
                    </a:lnTo>
                    <a:lnTo>
                      <a:pt x="63" y="94"/>
                    </a:lnTo>
                    <a:lnTo>
                      <a:pt x="65" y="94"/>
                    </a:lnTo>
                    <a:lnTo>
                      <a:pt x="80" y="88"/>
                    </a:lnTo>
                    <a:lnTo>
                      <a:pt x="94" y="79"/>
                    </a:lnTo>
                    <a:lnTo>
                      <a:pt x="105" y="72"/>
                    </a:lnTo>
                    <a:lnTo>
                      <a:pt x="110" y="74"/>
                    </a:lnTo>
                    <a:lnTo>
                      <a:pt x="117" y="74"/>
                    </a:lnTo>
                    <a:lnTo>
                      <a:pt x="122" y="73"/>
                    </a:lnTo>
                    <a:lnTo>
                      <a:pt x="124" y="69"/>
                    </a:lnTo>
                    <a:lnTo>
                      <a:pt x="124" y="64"/>
                    </a:lnTo>
                    <a:lnTo>
                      <a:pt x="125" y="60"/>
                    </a:lnTo>
                    <a:lnTo>
                      <a:pt x="128" y="57"/>
                    </a:lnTo>
                    <a:lnTo>
                      <a:pt x="133" y="54"/>
                    </a:lnTo>
                    <a:lnTo>
                      <a:pt x="143" y="53"/>
                    </a:lnTo>
                    <a:lnTo>
                      <a:pt x="152" y="50"/>
                    </a:lnTo>
                    <a:lnTo>
                      <a:pt x="160" y="49"/>
                    </a:lnTo>
                    <a:lnTo>
                      <a:pt x="170" y="48"/>
                    </a:lnTo>
                    <a:lnTo>
                      <a:pt x="191" y="40"/>
                    </a:lnTo>
                    <a:lnTo>
                      <a:pt x="201" y="39"/>
                    </a:lnTo>
                    <a:lnTo>
                      <a:pt x="206" y="41"/>
                    </a:lnTo>
                    <a:lnTo>
                      <a:pt x="213" y="49"/>
                    </a:lnTo>
                    <a:lnTo>
                      <a:pt x="218" y="52"/>
                    </a:lnTo>
                    <a:lnTo>
                      <a:pt x="218" y="49"/>
                    </a:lnTo>
                    <a:lnTo>
                      <a:pt x="217" y="47"/>
                    </a:lnTo>
                    <a:lnTo>
                      <a:pt x="216" y="45"/>
                    </a:lnTo>
                    <a:lnTo>
                      <a:pt x="216" y="43"/>
                    </a:lnTo>
                    <a:lnTo>
                      <a:pt x="219" y="39"/>
                    </a:lnTo>
                    <a:lnTo>
                      <a:pt x="224" y="44"/>
                    </a:lnTo>
                    <a:lnTo>
                      <a:pt x="239" y="49"/>
                    </a:lnTo>
                    <a:lnTo>
                      <a:pt x="246" y="49"/>
                    </a:lnTo>
                    <a:lnTo>
                      <a:pt x="244" y="45"/>
                    </a:lnTo>
                    <a:lnTo>
                      <a:pt x="242" y="40"/>
                    </a:lnTo>
                    <a:lnTo>
                      <a:pt x="242" y="38"/>
                    </a:lnTo>
                    <a:lnTo>
                      <a:pt x="243" y="36"/>
                    </a:lnTo>
                    <a:lnTo>
                      <a:pt x="246" y="35"/>
                    </a:lnTo>
                    <a:lnTo>
                      <a:pt x="252" y="35"/>
                    </a:lnTo>
                    <a:lnTo>
                      <a:pt x="263" y="36"/>
                    </a:lnTo>
                    <a:lnTo>
                      <a:pt x="273" y="40"/>
                    </a:lnTo>
                    <a:lnTo>
                      <a:pt x="281" y="45"/>
                    </a:lnTo>
                    <a:lnTo>
                      <a:pt x="288" y="49"/>
                    </a:lnTo>
                    <a:lnTo>
                      <a:pt x="307" y="49"/>
                    </a:lnTo>
                    <a:lnTo>
                      <a:pt x="301" y="47"/>
                    </a:lnTo>
                    <a:lnTo>
                      <a:pt x="293" y="43"/>
                    </a:lnTo>
                    <a:lnTo>
                      <a:pt x="287" y="38"/>
                    </a:lnTo>
                    <a:lnTo>
                      <a:pt x="285" y="33"/>
                    </a:lnTo>
                    <a:lnTo>
                      <a:pt x="285" y="30"/>
                    </a:lnTo>
                    <a:lnTo>
                      <a:pt x="287" y="29"/>
                    </a:lnTo>
                    <a:lnTo>
                      <a:pt x="288" y="29"/>
                    </a:lnTo>
                    <a:lnTo>
                      <a:pt x="291" y="28"/>
                    </a:lnTo>
                    <a:lnTo>
                      <a:pt x="300" y="28"/>
                    </a:lnTo>
                    <a:lnTo>
                      <a:pt x="297" y="26"/>
                    </a:lnTo>
                    <a:lnTo>
                      <a:pt x="296" y="25"/>
                    </a:lnTo>
                    <a:lnTo>
                      <a:pt x="293" y="24"/>
                    </a:lnTo>
                    <a:lnTo>
                      <a:pt x="292" y="21"/>
                    </a:lnTo>
                    <a:lnTo>
                      <a:pt x="308" y="15"/>
                    </a:lnTo>
                    <a:lnTo>
                      <a:pt x="327" y="14"/>
                    </a:lnTo>
                    <a:lnTo>
                      <a:pt x="344" y="14"/>
                    </a:lnTo>
                    <a:lnTo>
                      <a:pt x="352" y="16"/>
                    </a:lnTo>
                    <a:lnTo>
                      <a:pt x="360" y="16"/>
                    </a:lnTo>
                    <a:lnTo>
                      <a:pt x="360" y="11"/>
                    </a:lnTo>
                    <a:lnTo>
                      <a:pt x="376" y="11"/>
                    </a:lnTo>
                    <a:lnTo>
                      <a:pt x="390" y="10"/>
                    </a:lnTo>
                    <a:lnTo>
                      <a:pt x="404" y="5"/>
                    </a:lnTo>
                    <a:lnTo>
                      <a:pt x="418" y="1"/>
                    </a:lnTo>
                    <a:lnTo>
                      <a:pt x="4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8" name="Freeform 1281">
                <a:extLst>
                  <a:ext uri="{FF2B5EF4-FFF2-40B4-BE49-F238E27FC236}">
                    <a16:creationId xmlns:a16="http://schemas.microsoft.com/office/drawing/2014/main" id="{AF40FC3E-DCDE-43C7-9CA9-17F6184F0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5688" y="2370823"/>
                <a:ext cx="66322" cy="4559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5" y="1"/>
                  </a:cxn>
                  <a:cxn ang="0">
                    <a:pos x="20" y="6"/>
                  </a:cxn>
                  <a:cxn ang="0">
                    <a:pos x="32" y="13"/>
                  </a:cxn>
                  <a:cxn ang="0">
                    <a:pos x="32" y="16"/>
                  </a:cxn>
                  <a:cxn ang="0">
                    <a:pos x="29" y="20"/>
                  </a:cxn>
                  <a:cxn ang="0">
                    <a:pos x="24" y="22"/>
                  </a:cxn>
                  <a:cxn ang="0">
                    <a:pos x="7" y="22"/>
                  </a:cxn>
                  <a:cxn ang="0">
                    <a:pos x="5" y="21"/>
                  </a:cxn>
                  <a:cxn ang="0">
                    <a:pos x="4" y="17"/>
                  </a:cxn>
                  <a:cxn ang="0">
                    <a:pos x="1" y="15"/>
                  </a:cxn>
                  <a:cxn ang="0">
                    <a:pos x="0" y="11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4" y="1"/>
                  </a:cxn>
                  <a:cxn ang="0">
                    <a:pos x="6" y="0"/>
                  </a:cxn>
                </a:cxnLst>
                <a:rect l="0" t="0" r="r" b="b"/>
                <a:pathLst>
                  <a:path w="32" h="22">
                    <a:moveTo>
                      <a:pt x="6" y="0"/>
                    </a:moveTo>
                    <a:lnTo>
                      <a:pt x="9" y="0"/>
                    </a:lnTo>
                    <a:lnTo>
                      <a:pt x="15" y="1"/>
                    </a:lnTo>
                    <a:lnTo>
                      <a:pt x="20" y="6"/>
                    </a:lnTo>
                    <a:lnTo>
                      <a:pt x="32" y="13"/>
                    </a:lnTo>
                    <a:lnTo>
                      <a:pt x="32" y="16"/>
                    </a:lnTo>
                    <a:lnTo>
                      <a:pt x="29" y="20"/>
                    </a:lnTo>
                    <a:lnTo>
                      <a:pt x="24" y="22"/>
                    </a:lnTo>
                    <a:lnTo>
                      <a:pt x="7" y="22"/>
                    </a:lnTo>
                    <a:lnTo>
                      <a:pt x="5" y="21"/>
                    </a:lnTo>
                    <a:lnTo>
                      <a:pt x="4" y="17"/>
                    </a:lnTo>
                    <a:lnTo>
                      <a:pt x="1" y="15"/>
                    </a:lnTo>
                    <a:lnTo>
                      <a:pt x="0" y="11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9" name="Freeform 1282">
                <a:extLst>
                  <a:ext uri="{FF2B5EF4-FFF2-40B4-BE49-F238E27FC236}">
                    <a16:creationId xmlns:a16="http://schemas.microsoft.com/office/drawing/2014/main" id="{E90D00E5-7FDE-478A-B6DA-10D6AC784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792" y="2132467"/>
                <a:ext cx="39379" cy="2280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1" y="0"/>
                  </a:cxn>
                  <a:cxn ang="0">
                    <a:pos x="11" y="5"/>
                  </a:cxn>
                  <a:cxn ang="0">
                    <a:pos x="19" y="5"/>
                  </a:cxn>
                  <a:cxn ang="0">
                    <a:pos x="14" y="8"/>
                  </a:cxn>
                  <a:cxn ang="0">
                    <a:pos x="11" y="10"/>
                  </a:cxn>
                  <a:cxn ang="0">
                    <a:pos x="8" y="11"/>
                  </a:cxn>
                  <a:cxn ang="0">
                    <a:pos x="5" y="11"/>
                  </a:cxn>
                  <a:cxn ang="0">
                    <a:pos x="4" y="10"/>
                  </a:cxn>
                  <a:cxn ang="0">
                    <a:pos x="1" y="9"/>
                  </a:cxn>
                  <a:cxn ang="0">
                    <a:pos x="0" y="8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11">
                    <a:moveTo>
                      <a:pt x="4" y="0"/>
                    </a:moveTo>
                    <a:lnTo>
                      <a:pt x="11" y="0"/>
                    </a:lnTo>
                    <a:lnTo>
                      <a:pt x="11" y="5"/>
                    </a:lnTo>
                    <a:lnTo>
                      <a:pt x="19" y="5"/>
                    </a:lnTo>
                    <a:lnTo>
                      <a:pt x="14" y="8"/>
                    </a:lnTo>
                    <a:lnTo>
                      <a:pt x="11" y="10"/>
                    </a:lnTo>
                    <a:lnTo>
                      <a:pt x="8" y="11"/>
                    </a:lnTo>
                    <a:lnTo>
                      <a:pt x="5" y="11"/>
                    </a:lnTo>
                    <a:lnTo>
                      <a:pt x="4" y="10"/>
                    </a:lnTo>
                    <a:lnTo>
                      <a:pt x="1" y="9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0" name="Freeform 1283">
                <a:extLst>
                  <a:ext uri="{FF2B5EF4-FFF2-40B4-BE49-F238E27FC236}">
                    <a16:creationId xmlns:a16="http://schemas.microsoft.com/office/drawing/2014/main" id="{CA689FAD-BAF0-4588-B3E1-7CA7391D7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2061" y="3069302"/>
                <a:ext cx="155441" cy="15337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41" y="3"/>
                  </a:cxn>
                  <a:cxn ang="0">
                    <a:pos x="34" y="17"/>
                  </a:cxn>
                  <a:cxn ang="0">
                    <a:pos x="30" y="29"/>
                  </a:cxn>
                  <a:cxn ang="0">
                    <a:pos x="35" y="25"/>
                  </a:cxn>
                  <a:cxn ang="0">
                    <a:pos x="42" y="27"/>
                  </a:cxn>
                  <a:cxn ang="0">
                    <a:pos x="40" y="32"/>
                  </a:cxn>
                  <a:cxn ang="0">
                    <a:pos x="47" y="35"/>
                  </a:cxn>
                  <a:cxn ang="0">
                    <a:pos x="65" y="34"/>
                  </a:cxn>
                  <a:cxn ang="0">
                    <a:pos x="64" y="39"/>
                  </a:cxn>
                  <a:cxn ang="0">
                    <a:pos x="65" y="46"/>
                  </a:cxn>
                  <a:cxn ang="0">
                    <a:pos x="69" y="45"/>
                  </a:cxn>
                  <a:cxn ang="0">
                    <a:pos x="65" y="50"/>
                  </a:cxn>
                  <a:cxn ang="0">
                    <a:pos x="66" y="54"/>
                  </a:cxn>
                  <a:cxn ang="0">
                    <a:pos x="67" y="58"/>
                  </a:cxn>
                  <a:cxn ang="0">
                    <a:pos x="72" y="55"/>
                  </a:cxn>
                  <a:cxn ang="0">
                    <a:pos x="74" y="59"/>
                  </a:cxn>
                  <a:cxn ang="0">
                    <a:pos x="75" y="63"/>
                  </a:cxn>
                  <a:cxn ang="0">
                    <a:pos x="74" y="70"/>
                  </a:cxn>
                  <a:cxn ang="0">
                    <a:pos x="69" y="74"/>
                  </a:cxn>
                  <a:cxn ang="0">
                    <a:pos x="66" y="71"/>
                  </a:cxn>
                  <a:cxn ang="0">
                    <a:pos x="65" y="69"/>
                  </a:cxn>
                  <a:cxn ang="0">
                    <a:pos x="64" y="68"/>
                  </a:cxn>
                  <a:cxn ang="0">
                    <a:pos x="60" y="65"/>
                  </a:cxn>
                  <a:cxn ang="0">
                    <a:pos x="59" y="59"/>
                  </a:cxn>
                  <a:cxn ang="0">
                    <a:pos x="55" y="61"/>
                  </a:cxn>
                  <a:cxn ang="0">
                    <a:pos x="46" y="68"/>
                  </a:cxn>
                  <a:cxn ang="0">
                    <a:pos x="44" y="66"/>
                  </a:cxn>
                  <a:cxn ang="0">
                    <a:pos x="46" y="61"/>
                  </a:cxn>
                  <a:cxn ang="0">
                    <a:pos x="40" y="63"/>
                  </a:cxn>
                  <a:cxn ang="0">
                    <a:pos x="32" y="61"/>
                  </a:cxn>
                  <a:cxn ang="0">
                    <a:pos x="25" y="63"/>
                  </a:cxn>
                  <a:cxn ang="0">
                    <a:pos x="20" y="59"/>
                  </a:cxn>
                  <a:cxn ang="0">
                    <a:pos x="10" y="60"/>
                  </a:cxn>
                  <a:cxn ang="0">
                    <a:pos x="6" y="61"/>
                  </a:cxn>
                  <a:cxn ang="0">
                    <a:pos x="0" y="59"/>
                  </a:cxn>
                  <a:cxn ang="0">
                    <a:pos x="2" y="55"/>
                  </a:cxn>
                  <a:cxn ang="0">
                    <a:pos x="5" y="51"/>
                  </a:cxn>
                  <a:cxn ang="0">
                    <a:pos x="7" y="47"/>
                  </a:cxn>
                  <a:cxn ang="0">
                    <a:pos x="3" y="45"/>
                  </a:cxn>
                  <a:cxn ang="0">
                    <a:pos x="16" y="30"/>
                  </a:cxn>
                  <a:cxn ang="0">
                    <a:pos x="26" y="12"/>
                  </a:cxn>
                  <a:cxn ang="0">
                    <a:pos x="29" y="6"/>
                  </a:cxn>
                  <a:cxn ang="0">
                    <a:pos x="32" y="1"/>
                  </a:cxn>
                </a:cxnLst>
                <a:rect l="0" t="0" r="r" b="b"/>
                <a:pathLst>
                  <a:path w="75" h="74">
                    <a:moveTo>
                      <a:pt x="35" y="0"/>
                    </a:moveTo>
                    <a:lnTo>
                      <a:pt x="39" y="0"/>
                    </a:lnTo>
                    <a:lnTo>
                      <a:pt x="41" y="2"/>
                    </a:lnTo>
                    <a:lnTo>
                      <a:pt x="41" y="3"/>
                    </a:lnTo>
                    <a:lnTo>
                      <a:pt x="39" y="11"/>
                    </a:lnTo>
                    <a:lnTo>
                      <a:pt x="34" y="17"/>
                    </a:lnTo>
                    <a:lnTo>
                      <a:pt x="30" y="25"/>
                    </a:lnTo>
                    <a:lnTo>
                      <a:pt x="30" y="29"/>
                    </a:lnTo>
                    <a:lnTo>
                      <a:pt x="32" y="27"/>
                    </a:lnTo>
                    <a:lnTo>
                      <a:pt x="35" y="25"/>
                    </a:lnTo>
                    <a:lnTo>
                      <a:pt x="40" y="25"/>
                    </a:lnTo>
                    <a:lnTo>
                      <a:pt x="42" y="27"/>
                    </a:lnTo>
                    <a:lnTo>
                      <a:pt x="40" y="29"/>
                    </a:lnTo>
                    <a:lnTo>
                      <a:pt x="40" y="32"/>
                    </a:lnTo>
                    <a:lnTo>
                      <a:pt x="47" y="32"/>
                    </a:lnTo>
                    <a:lnTo>
                      <a:pt x="47" y="35"/>
                    </a:lnTo>
                    <a:lnTo>
                      <a:pt x="52" y="34"/>
                    </a:lnTo>
                    <a:lnTo>
                      <a:pt x="65" y="34"/>
                    </a:lnTo>
                    <a:lnTo>
                      <a:pt x="65" y="36"/>
                    </a:lnTo>
                    <a:lnTo>
                      <a:pt x="64" y="39"/>
                    </a:lnTo>
                    <a:lnTo>
                      <a:pt x="64" y="46"/>
                    </a:lnTo>
                    <a:lnTo>
                      <a:pt x="65" y="46"/>
                    </a:lnTo>
                    <a:lnTo>
                      <a:pt x="67" y="45"/>
                    </a:lnTo>
                    <a:lnTo>
                      <a:pt x="69" y="45"/>
                    </a:lnTo>
                    <a:lnTo>
                      <a:pt x="67" y="47"/>
                    </a:lnTo>
                    <a:lnTo>
                      <a:pt x="65" y="50"/>
                    </a:lnTo>
                    <a:lnTo>
                      <a:pt x="65" y="52"/>
                    </a:lnTo>
                    <a:lnTo>
                      <a:pt x="66" y="54"/>
                    </a:lnTo>
                    <a:lnTo>
                      <a:pt x="67" y="56"/>
                    </a:lnTo>
                    <a:lnTo>
                      <a:pt x="67" y="58"/>
                    </a:lnTo>
                    <a:lnTo>
                      <a:pt x="70" y="58"/>
                    </a:lnTo>
                    <a:lnTo>
                      <a:pt x="72" y="55"/>
                    </a:lnTo>
                    <a:lnTo>
                      <a:pt x="72" y="58"/>
                    </a:lnTo>
                    <a:lnTo>
                      <a:pt x="74" y="59"/>
                    </a:lnTo>
                    <a:lnTo>
                      <a:pt x="74" y="60"/>
                    </a:lnTo>
                    <a:lnTo>
                      <a:pt x="75" y="63"/>
                    </a:lnTo>
                    <a:lnTo>
                      <a:pt x="75" y="68"/>
                    </a:lnTo>
                    <a:lnTo>
                      <a:pt x="74" y="70"/>
                    </a:lnTo>
                    <a:lnTo>
                      <a:pt x="71" y="73"/>
                    </a:lnTo>
                    <a:lnTo>
                      <a:pt x="69" y="74"/>
                    </a:lnTo>
                    <a:lnTo>
                      <a:pt x="67" y="74"/>
                    </a:lnTo>
                    <a:lnTo>
                      <a:pt x="66" y="71"/>
                    </a:lnTo>
                    <a:lnTo>
                      <a:pt x="65" y="70"/>
                    </a:lnTo>
                    <a:lnTo>
                      <a:pt x="65" y="69"/>
                    </a:lnTo>
                    <a:lnTo>
                      <a:pt x="64" y="69"/>
                    </a:lnTo>
                    <a:lnTo>
                      <a:pt x="64" y="68"/>
                    </a:lnTo>
                    <a:lnTo>
                      <a:pt x="61" y="68"/>
                    </a:lnTo>
                    <a:lnTo>
                      <a:pt x="60" y="65"/>
                    </a:lnTo>
                    <a:lnTo>
                      <a:pt x="60" y="61"/>
                    </a:lnTo>
                    <a:lnTo>
                      <a:pt x="59" y="59"/>
                    </a:lnTo>
                    <a:lnTo>
                      <a:pt x="57" y="58"/>
                    </a:lnTo>
                    <a:lnTo>
                      <a:pt x="55" y="61"/>
                    </a:lnTo>
                    <a:lnTo>
                      <a:pt x="50" y="66"/>
                    </a:lnTo>
                    <a:lnTo>
                      <a:pt x="46" y="68"/>
                    </a:lnTo>
                    <a:lnTo>
                      <a:pt x="44" y="68"/>
                    </a:lnTo>
                    <a:lnTo>
                      <a:pt x="44" y="66"/>
                    </a:lnTo>
                    <a:lnTo>
                      <a:pt x="49" y="61"/>
                    </a:lnTo>
                    <a:lnTo>
                      <a:pt x="46" y="61"/>
                    </a:lnTo>
                    <a:lnTo>
                      <a:pt x="42" y="63"/>
                    </a:lnTo>
                    <a:lnTo>
                      <a:pt x="40" y="63"/>
                    </a:lnTo>
                    <a:lnTo>
                      <a:pt x="37" y="60"/>
                    </a:lnTo>
                    <a:lnTo>
                      <a:pt x="32" y="61"/>
                    </a:lnTo>
                    <a:lnTo>
                      <a:pt x="29" y="63"/>
                    </a:lnTo>
                    <a:lnTo>
                      <a:pt x="25" y="63"/>
                    </a:lnTo>
                    <a:lnTo>
                      <a:pt x="22" y="60"/>
                    </a:lnTo>
                    <a:lnTo>
                      <a:pt x="20" y="59"/>
                    </a:lnTo>
                    <a:lnTo>
                      <a:pt x="12" y="59"/>
                    </a:lnTo>
                    <a:lnTo>
                      <a:pt x="10" y="60"/>
                    </a:lnTo>
                    <a:lnTo>
                      <a:pt x="8" y="60"/>
                    </a:lnTo>
                    <a:lnTo>
                      <a:pt x="6" y="61"/>
                    </a:lnTo>
                    <a:lnTo>
                      <a:pt x="2" y="61"/>
                    </a:lnTo>
                    <a:lnTo>
                      <a:pt x="0" y="59"/>
                    </a:lnTo>
                    <a:lnTo>
                      <a:pt x="0" y="56"/>
                    </a:lnTo>
                    <a:lnTo>
                      <a:pt x="2" y="55"/>
                    </a:lnTo>
                    <a:lnTo>
                      <a:pt x="3" y="54"/>
                    </a:lnTo>
                    <a:lnTo>
                      <a:pt x="5" y="51"/>
                    </a:lnTo>
                    <a:lnTo>
                      <a:pt x="7" y="50"/>
                    </a:lnTo>
                    <a:lnTo>
                      <a:pt x="7" y="47"/>
                    </a:lnTo>
                    <a:lnTo>
                      <a:pt x="5" y="46"/>
                    </a:lnTo>
                    <a:lnTo>
                      <a:pt x="3" y="45"/>
                    </a:lnTo>
                    <a:lnTo>
                      <a:pt x="11" y="39"/>
                    </a:lnTo>
                    <a:lnTo>
                      <a:pt x="16" y="30"/>
                    </a:lnTo>
                    <a:lnTo>
                      <a:pt x="21" y="20"/>
                    </a:lnTo>
                    <a:lnTo>
                      <a:pt x="26" y="12"/>
                    </a:lnTo>
                    <a:lnTo>
                      <a:pt x="27" y="10"/>
                    </a:lnTo>
                    <a:lnTo>
                      <a:pt x="29" y="6"/>
                    </a:lnTo>
                    <a:lnTo>
                      <a:pt x="30" y="3"/>
                    </a:lnTo>
                    <a:lnTo>
                      <a:pt x="32" y="1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1" name="Freeform 1284">
                <a:extLst>
                  <a:ext uri="{FF2B5EF4-FFF2-40B4-BE49-F238E27FC236}">
                    <a16:creationId xmlns:a16="http://schemas.microsoft.com/office/drawing/2014/main" id="{9FDFD045-429D-4F33-A2F4-B75ECD63E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910" y="3019559"/>
                <a:ext cx="29015" cy="145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11" y="2"/>
                  </a:cxn>
                  <a:cxn ang="0">
                    <a:pos x="14" y="5"/>
                  </a:cxn>
                  <a:cxn ang="0">
                    <a:pos x="14" y="7"/>
                  </a:cxn>
                  <a:cxn ang="0">
                    <a:pos x="9" y="7"/>
                  </a:cxn>
                  <a:cxn ang="0">
                    <a:pos x="5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lnTo>
                      <a:pt x="6" y="0"/>
                    </a:lnTo>
                    <a:lnTo>
                      <a:pt x="11" y="2"/>
                    </a:lnTo>
                    <a:lnTo>
                      <a:pt x="14" y="5"/>
                    </a:lnTo>
                    <a:lnTo>
                      <a:pt x="14" y="7"/>
                    </a:lnTo>
                    <a:lnTo>
                      <a:pt x="9" y="7"/>
                    </a:lnTo>
                    <a:lnTo>
                      <a:pt x="5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2" name="Freeform 1285">
                <a:extLst>
                  <a:ext uri="{FF2B5EF4-FFF2-40B4-BE49-F238E27FC236}">
                    <a16:creationId xmlns:a16="http://schemas.microsoft.com/office/drawing/2014/main" id="{4ACD5346-127B-4896-B1D0-B6AFB3FFD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883" y="3100393"/>
                <a:ext cx="113991" cy="7254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5" y="5"/>
                  </a:cxn>
                  <a:cxn ang="0">
                    <a:pos x="18" y="6"/>
                  </a:cxn>
                  <a:cxn ang="0">
                    <a:pos x="33" y="12"/>
                  </a:cxn>
                  <a:cxn ang="0">
                    <a:pos x="44" y="21"/>
                  </a:cxn>
                  <a:cxn ang="0">
                    <a:pos x="55" y="32"/>
                  </a:cxn>
                  <a:cxn ang="0">
                    <a:pos x="55" y="35"/>
                  </a:cxn>
                  <a:cxn ang="0">
                    <a:pos x="51" y="35"/>
                  </a:cxn>
                  <a:cxn ang="0">
                    <a:pos x="44" y="34"/>
                  </a:cxn>
                  <a:cxn ang="0">
                    <a:pos x="35" y="29"/>
                  </a:cxn>
                  <a:cxn ang="0">
                    <a:pos x="28" y="25"/>
                  </a:cxn>
                  <a:cxn ang="0">
                    <a:pos x="21" y="20"/>
                  </a:cxn>
                  <a:cxn ang="0">
                    <a:pos x="25" y="16"/>
                  </a:cxn>
                  <a:cxn ang="0">
                    <a:pos x="16" y="15"/>
                  </a:cxn>
                  <a:cxn ang="0">
                    <a:pos x="9" y="12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9" y="4"/>
                  </a:cxn>
                  <a:cxn ang="0">
                    <a:pos x="6" y="4"/>
                  </a:cxn>
                  <a:cxn ang="0">
                    <a:pos x="5" y="2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55" h="35">
                    <a:moveTo>
                      <a:pt x="4" y="0"/>
                    </a:moveTo>
                    <a:lnTo>
                      <a:pt x="9" y="0"/>
                    </a:lnTo>
                    <a:lnTo>
                      <a:pt x="11" y="1"/>
                    </a:lnTo>
                    <a:lnTo>
                      <a:pt x="15" y="5"/>
                    </a:lnTo>
                    <a:lnTo>
                      <a:pt x="18" y="6"/>
                    </a:lnTo>
                    <a:lnTo>
                      <a:pt x="33" y="12"/>
                    </a:lnTo>
                    <a:lnTo>
                      <a:pt x="44" y="21"/>
                    </a:lnTo>
                    <a:lnTo>
                      <a:pt x="55" y="32"/>
                    </a:lnTo>
                    <a:lnTo>
                      <a:pt x="55" y="35"/>
                    </a:lnTo>
                    <a:lnTo>
                      <a:pt x="51" y="35"/>
                    </a:lnTo>
                    <a:lnTo>
                      <a:pt x="44" y="34"/>
                    </a:lnTo>
                    <a:lnTo>
                      <a:pt x="35" y="29"/>
                    </a:lnTo>
                    <a:lnTo>
                      <a:pt x="28" y="25"/>
                    </a:lnTo>
                    <a:lnTo>
                      <a:pt x="21" y="20"/>
                    </a:lnTo>
                    <a:lnTo>
                      <a:pt x="25" y="16"/>
                    </a:lnTo>
                    <a:lnTo>
                      <a:pt x="16" y="15"/>
                    </a:lnTo>
                    <a:lnTo>
                      <a:pt x="9" y="12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9" y="4"/>
                    </a:lnTo>
                    <a:lnTo>
                      <a:pt x="6" y="4"/>
                    </a:lnTo>
                    <a:lnTo>
                      <a:pt x="5" y="2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3" name="Freeform 1286">
                <a:extLst>
                  <a:ext uri="{FF2B5EF4-FFF2-40B4-BE49-F238E27FC236}">
                    <a16:creationId xmlns:a16="http://schemas.microsoft.com/office/drawing/2014/main" id="{C474CDEF-6944-4C52-82C5-FAEDCA476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965" y="2992615"/>
                <a:ext cx="33161" cy="601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5" y="1"/>
                  </a:cxn>
                  <a:cxn ang="0">
                    <a:pos x="6" y="3"/>
                  </a:cxn>
                  <a:cxn ang="0">
                    <a:pos x="9" y="4"/>
                  </a:cxn>
                  <a:cxn ang="0">
                    <a:pos x="8" y="5"/>
                  </a:cxn>
                  <a:cxn ang="0">
                    <a:pos x="8" y="6"/>
                  </a:cxn>
                  <a:cxn ang="0">
                    <a:pos x="6" y="8"/>
                  </a:cxn>
                  <a:cxn ang="0">
                    <a:pos x="6" y="9"/>
                  </a:cxn>
                  <a:cxn ang="0">
                    <a:pos x="8" y="9"/>
                  </a:cxn>
                  <a:cxn ang="0">
                    <a:pos x="11" y="5"/>
                  </a:cxn>
                  <a:cxn ang="0">
                    <a:pos x="13" y="3"/>
                  </a:cxn>
                  <a:cxn ang="0">
                    <a:pos x="13" y="14"/>
                  </a:cxn>
                  <a:cxn ang="0">
                    <a:pos x="14" y="17"/>
                  </a:cxn>
                  <a:cxn ang="0">
                    <a:pos x="14" y="18"/>
                  </a:cxn>
                  <a:cxn ang="0">
                    <a:pos x="13" y="19"/>
                  </a:cxn>
                  <a:cxn ang="0">
                    <a:pos x="13" y="23"/>
                  </a:cxn>
                  <a:cxn ang="0">
                    <a:pos x="16" y="27"/>
                  </a:cxn>
                  <a:cxn ang="0">
                    <a:pos x="16" y="29"/>
                  </a:cxn>
                  <a:cxn ang="0">
                    <a:pos x="15" y="29"/>
                  </a:cxn>
                  <a:cxn ang="0">
                    <a:pos x="14" y="28"/>
                  </a:cxn>
                  <a:cxn ang="0">
                    <a:pos x="11" y="27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11" y="18"/>
                  </a:cxn>
                  <a:cxn ang="0">
                    <a:pos x="11" y="17"/>
                  </a:cxn>
                  <a:cxn ang="0">
                    <a:pos x="9" y="15"/>
                  </a:cxn>
                  <a:cxn ang="0">
                    <a:pos x="8" y="14"/>
                  </a:cxn>
                  <a:cxn ang="0">
                    <a:pos x="6" y="11"/>
                  </a:cxn>
                  <a:cxn ang="0">
                    <a:pos x="5" y="11"/>
                  </a:cxn>
                  <a:cxn ang="0">
                    <a:pos x="3" y="9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16" h="29">
                    <a:moveTo>
                      <a:pt x="0" y="0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9" y="4"/>
                    </a:lnTo>
                    <a:lnTo>
                      <a:pt x="8" y="5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6" y="9"/>
                    </a:lnTo>
                    <a:lnTo>
                      <a:pt x="8" y="9"/>
                    </a:lnTo>
                    <a:lnTo>
                      <a:pt x="11" y="5"/>
                    </a:lnTo>
                    <a:lnTo>
                      <a:pt x="13" y="3"/>
                    </a:lnTo>
                    <a:lnTo>
                      <a:pt x="13" y="14"/>
                    </a:lnTo>
                    <a:lnTo>
                      <a:pt x="14" y="17"/>
                    </a:lnTo>
                    <a:lnTo>
                      <a:pt x="14" y="18"/>
                    </a:lnTo>
                    <a:lnTo>
                      <a:pt x="13" y="19"/>
                    </a:lnTo>
                    <a:lnTo>
                      <a:pt x="13" y="23"/>
                    </a:lnTo>
                    <a:lnTo>
                      <a:pt x="16" y="27"/>
                    </a:lnTo>
                    <a:lnTo>
                      <a:pt x="16" y="29"/>
                    </a:lnTo>
                    <a:lnTo>
                      <a:pt x="15" y="29"/>
                    </a:lnTo>
                    <a:lnTo>
                      <a:pt x="14" y="28"/>
                    </a:lnTo>
                    <a:lnTo>
                      <a:pt x="11" y="27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11" y="18"/>
                    </a:lnTo>
                    <a:lnTo>
                      <a:pt x="11" y="17"/>
                    </a:lnTo>
                    <a:lnTo>
                      <a:pt x="9" y="15"/>
                    </a:lnTo>
                    <a:lnTo>
                      <a:pt x="8" y="14"/>
                    </a:lnTo>
                    <a:lnTo>
                      <a:pt x="6" y="11"/>
                    </a:lnTo>
                    <a:lnTo>
                      <a:pt x="5" y="11"/>
                    </a:lnTo>
                    <a:lnTo>
                      <a:pt x="3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4" name="Freeform 1287">
                <a:extLst>
                  <a:ext uri="{FF2B5EF4-FFF2-40B4-BE49-F238E27FC236}">
                    <a16:creationId xmlns:a16="http://schemas.microsoft.com/office/drawing/2014/main" id="{00245DEC-D51D-46F7-A2FC-8B7043244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974" y="2866183"/>
                <a:ext cx="47669" cy="3316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3" y="0"/>
                  </a:cxn>
                  <a:cxn ang="0">
                    <a:pos x="23" y="5"/>
                  </a:cxn>
                  <a:cxn ang="0">
                    <a:pos x="16" y="10"/>
                  </a:cxn>
                  <a:cxn ang="0">
                    <a:pos x="12" y="13"/>
                  </a:cxn>
                  <a:cxn ang="0">
                    <a:pos x="8" y="16"/>
                  </a:cxn>
                  <a:cxn ang="0">
                    <a:pos x="3" y="13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6"/>
                  </a:cxn>
                  <a:cxn ang="0">
                    <a:pos x="10" y="2"/>
                  </a:cxn>
                  <a:cxn ang="0">
                    <a:pos x="20" y="0"/>
                  </a:cxn>
                </a:cxnLst>
                <a:rect l="0" t="0" r="r" b="b"/>
                <a:pathLst>
                  <a:path w="23" h="16">
                    <a:moveTo>
                      <a:pt x="20" y="0"/>
                    </a:moveTo>
                    <a:lnTo>
                      <a:pt x="23" y="0"/>
                    </a:lnTo>
                    <a:lnTo>
                      <a:pt x="23" y="5"/>
                    </a:lnTo>
                    <a:lnTo>
                      <a:pt x="16" y="10"/>
                    </a:lnTo>
                    <a:lnTo>
                      <a:pt x="12" y="13"/>
                    </a:lnTo>
                    <a:lnTo>
                      <a:pt x="8" y="16"/>
                    </a:lnTo>
                    <a:lnTo>
                      <a:pt x="3" y="13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10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5" name="Freeform 1288">
                <a:extLst>
                  <a:ext uri="{FF2B5EF4-FFF2-40B4-BE49-F238E27FC236}">
                    <a16:creationId xmlns:a16="http://schemas.microsoft.com/office/drawing/2014/main" id="{9E4A50DB-421A-46AD-BCB8-6AF6462EA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781" y="3123191"/>
                <a:ext cx="60104" cy="26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6" y="3"/>
                  </a:cxn>
                  <a:cxn ang="0">
                    <a:pos x="29" y="10"/>
                  </a:cxn>
                  <a:cxn ang="0">
                    <a:pos x="27" y="11"/>
                  </a:cxn>
                  <a:cxn ang="0">
                    <a:pos x="25" y="13"/>
                  </a:cxn>
                  <a:cxn ang="0">
                    <a:pos x="22" y="13"/>
                  </a:cxn>
                  <a:cxn ang="0">
                    <a:pos x="15" y="10"/>
                  </a:cxn>
                  <a:cxn ang="0">
                    <a:pos x="6" y="6"/>
                  </a:cxn>
                  <a:cxn ang="0">
                    <a:pos x="0" y="1"/>
                  </a:cxn>
                  <a:cxn ang="0">
                    <a:pos x="8" y="0"/>
                  </a:cxn>
                </a:cxnLst>
                <a:rect l="0" t="0" r="r" b="b"/>
                <a:pathLst>
                  <a:path w="29" h="13">
                    <a:moveTo>
                      <a:pt x="8" y="0"/>
                    </a:moveTo>
                    <a:lnTo>
                      <a:pt x="16" y="3"/>
                    </a:lnTo>
                    <a:lnTo>
                      <a:pt x="29" y="10"/>
                    </a:lnTo>
                    <a:lnTo>
                      <a:pt x="27" y="11"/>
                    </a:lnTo>
                    <a:lnTo>
                      <a:pt x="25" y="13"/>
                    </a:lnTo>
                    <a:lnTo>
                      <a:pt x="22" y="13"/>
                    </a:lnTo>
                    <a:lnTo>
                      <a:pt x="15" y="10"/>
                    </a:lnTo>
                    <a:lnTo>
                      <a:pt x="6" y="6"/>
                    </a:lnTo>
                    <a:lnTo>
                      <a:pt x="0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6" name="Freeform 1289">
                <a:extLst>
                  <a:ext uri="{FF2B5EF4-FFF2-40B4-BE49-F238E27FC236}">
                    <a16:creationId xmlns:a16="http://schemas.microsoft.com/office/drawing/2014/main" id="{C8006889-258F-4233-B68A-B0388DEDC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854" y="3216461"/>
                <a:ext cx="47669" cy="26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3"/>
                  </a:cxn>
                  <a:cxn ang="0">
                    <a:pos x="11" y="7"/>
                  </a:cxn>
                  <a:cxn ang="0">
                    <a:pos x="23" y="7"/>
                  </a:cxn>
                  <a:cxn ang="0">
                    <a:pos x="23" y="10"/>
                  </a:cxn>
                  <a:cxn ang="0">
                    <a:pos x="20" y="12"/>
                  </a:cxn>
                  <a:cxn ang="0">
                    <a:pos x="19" y="13"/>
                  </a:cxn>
                  <a:cxn ang="0">
                    <a:pos x="16" y="13"/>
                  </a:cxn>
                  <a:cxn ang="0">
                    <a:pos x="14" y="12"/>
                  </a:cxn>
                  <a:cxn ang="0">
                    <a:pos x="10" y="9"/>
                  </a:cxn>
                  <a:cxn ang="0">
                    <a:pos x="6" y="8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23" h="13">
                    <a:moveTo>
                      <a:pt x="2" y="0"/>
                    </a:moveTo>
                    <a:lnTo>
                      <a:pt x="4" y="3"/>
                    </a:lnTo>
                    <a:lnTo>
                      <a:pt x="11" y="7"/>
                    </a:lnTo>
                    <a:lnTo>
                      <a:pt x="23" y="7"/>
                    </a:lnTo>
                    <a:lnTo>
                      <a:pt x="23" y="10"/>
                    </a:lnTo>
                    <a:lnTo>
                      <a:pt x="20" y="12"/>
                    </a:lnTo>
                    <a:lnTo>
                      <a:pt x="19" y="13"/>
                    </a:lnTo>
                    <a:lnTo>
                      <a:pt x="16" y="13"/>
                    </a:lnTo>
                    <a:lnTo>
                      <a:pt x="14" y="12"/>
                    </a:lnTo>
                    <a:lnTo>
                      <a:pt x="10" y="9"/>
                    </a:lnTo>
                    <a:lnTo>
                      <a:pt x="6" y="8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7" name="Freeform 1290">
                <a:extLst>
                  <a:ext uri="{FF2B5EF4-FFF2-40B4-BE49-F238E27FC236}">
                    <a16:creationId xmlns:a16="http://schemas.microsoft.com/office/drawing/2014/main" id="{C63C8C02-A731-4861-BF70-C2E3AF719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321" y="3216461"/>
                <a:ext cx="31089" cy="39381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2"/>
                  </a:cxn>
                  <a:cxn ang="0">
                    <a:pos x="11" y="4"/>
                  </a:cxn>
                  <a:cxn ang="0">
                    <a:pos x="11" y="5"/>
                  </a:cxn>
                  <a:cxn ang="0">
                    <a:pos x="10" y="7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10" y="10"/>
                  </a:cxn>
                  <a:cxn ang="0">
                    <a:pos x="15" y="10"/>
                  </a:cxn>
                  <a:cxn ang="0">
                    <a:pos x="15" y="13"/>
                  </a:cxn>
                  <a:cxn ang="0">
                    <a:pos x="12" y="18"/>
                  </a:cxn>
                  <a:cxn ang="0">
                    <a:pos x="9" y="19"/>
                  </a:cxn>
                  <a:cxn ang="0">
                    <a:pos x="4" y="19"/>
                  </a:cxn>
                  <a:cxn ang="0">
                    <a:pos x="1" y="18"/>
                  </a:cxn>
                  <a:cxn ang="0">
                    <a:pos x="0" y="15"/>
                  </a:cxn>
                  <a:cxn ang="0">
                    <a:pos x="0" y="13"/>
                  </a:cxn>
                  <a:cxn ang="0">
                    <a:pos x="1" y="9"/>
                  </a:cxn>
                  <a:cxn ang="0">
                    <a:pos x="2" y="7"/>
                  </a:cxn>
                  <a:cxn ang="0">
                    <a:pos x="5" y="4"/>
                  </a:cxn>
                  <a:cxn ang="0">
                    <a:pos x="6" y="2"/>
                  </a:cxn>
                  <a:cxn ang="0">
                    <a:pos x="9" y="0"/>
                  </a:cxn>
                </a:cxnLst>
                <a:rect l="0" t="0" r="r" b="b"/>
                <a:pathLst>
                  <a:path w="15" h="19">
                    <a:moveTo>
                      <a:pt x="9" y="0"/>
                    </a:moveTo>
                    <a:lnTo>
                      <a:pt x="10" y="2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0" y="7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10" y="10"/>
                    </a:lnTo>
                    <a:lnTo>
                      <a:pt x="15" y="10"/>
                    </a:lnTo>
                    <a:lnTo>
                      <a:pt x="15" y="13"/>
                    </a:lnTo>
                    <a:lnTo>
                      <a:pt x="12" y="18"/>
                    </a:lnTo>
                    <a:lnTo>
                      <a:pt x="9" y="19"/>
                    </a:lnTo>
                    <a:lnTo>
                      <a:pt x="4" y="19"/>
                    </a:lnTo>
                    <a:lnTo>
                      <a:pt x="1" y="18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2" y="7"/>
                    </a:lnTo>
                    <a:lnTo>
                      <a:pt x="5" y="4"/>
                    </a:lnTo>
                    <a:lnTo>
                      <a:pt x="6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8" name="Freeform 1291">
                <a:extLst>
                  <a:ext uri="{FF2B5EF4-FFF2-40B4-BE49-F238E27FC236}">
                    <a16:creationId xmlns:a16="http://schemas.microsoft.com/office/drawing/2014/main" id="{FD96C8D3-90BB-43DD-BF9E-6F45C96DF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1385" y="2777059"/>
                <a:ext cx="39379" cy="14509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5" y="0"/>
                  </a:cxn>
                  <a:cxn ang="0">
                    <a:pos x="16" y="1"/>
                  </a:cxn>
                  <a:cxn ang="0">
                    <a:pos x="18" y="4"/>
                  </a:cxn>
                  <a:cxn ang="0">
                    <a:pos x="18" y="5"/>
                  </a:cxn>
                  <a:cxn ang="0">
                    <a:pos x="19" y="7"/>
                  </a:cxn>
                  <a:cxn ang="0">
                    <a:pos x="5" y="7"/>
                  </a:cxn>
                  <a:cxn ang="0">
                    <a:pos x="3" y="5"/>
                  </a:cxn>
                  <a:cxn ang="0">
                    <a:pos x="0" y="4"/>
                  </a:cxn>
                  <a:cxn ang="0">
                    <a:pos x="6" y="4"/>
                  </a:cxn>
                  <a:cxn ang="0">
                    <a:pos x="8" y="1"/>
                  </a:cxn>
                  <a:cxn ang="0">
                    <a:pos x="9" y="0"/>
                  </a:cxn>
                </a:cxnLst>
                <a:rect l="0" t="0" r="r" b="b"/>
                <a:pathLst>
                  <a:path w="19" h="7">
                    <a:moveTo>
                      <a:pt x="9" y="0"/>
                    </a:moveTo>
                    <a:lnTo>
                      <a:pt x="15" y="0"/>
                    </a:lnTo>
                    <a:lnTo>
                      <a:pt x="16" y="1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9" y="7"/>
                    </a:lnTo>
                    <a:lnTo>
                      <a:pt x="5" y="7"/>
                    </a:lnTo>
                    <a:lnTo>
                      <a:pt x="3" y="5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8" y="1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9" name="Freeform 1292">
                <a:extLst>
                  <a:ext uri="{FF2B5EF4-FFF2-40B4-BE49-F238E27FC236}">
                    <a16:creationId xmlns:a16="http://schemas.microsoft.com/office/drawing/2014/main" id="{C5F9270B-F46F-4098-AE7B-A854806D9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252" y="3972960"/>
                <a:ext cx="16580" cy="186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6" y="1"/>
                  </a:cxn>
                  <a:cxn ang="0">
                    <a:pos x="8" y="4"/>
                  </a:cxn>
                  <a:cxn ang="0">
                    <a:pos x="8" y="6"/>
                  </a:cxn>
                  <a:cxn ang="0">
                    <a:pos x="7" y="8"/>
                  </a:cxn>
                  <a:cxn ang="0">
                    <a:pos x="5" y="8"/>
                  </a:cxn>
                  <a:cxn ang="0">
                    <a:pos x="3" y="9"/>
                  </a:cxn>
                  <a:cxn ang="0">
                    <a:pos x="0" y="9"/>
                  </a:cxn>
                  <a:cxn ang="0">
                    <a:pos x="0" y="0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3" y="0"/>
                    </a:lnTo>
                    <a:lnTo>
                      <a:pt x="6" y="1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7" y="8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0" name="Freeform 1293">
                <a:extLst>
                  <a:ext uri="{FF2B5EF4-FFF2-40B4-BE49-F238E27FC236}">
                    <a16:creationId xmlns:a16="http://schemas.microsoft.com/office/drawing/2014/main" id="{D6024F46-FD8F-4DF1-8F59-0D202885E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4601" y="3943985"/>
                <a:ext cx="12435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6" y="4"/>
                  </a:cxn>
                  <a:cxn ang="0">
                    <a:pos x="4" y="4"/>
                  </a:cxn>
                  <a:cxn ang="0">
                    <a:pos x="0" y="0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2" y="0"/>
                    </a:lnTo>
                    <a:lnTo>
                      <a:pt x="5" y="2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1" name="Freeform 1294">
                <a:extLst>
                  <a:ext uri="{FF2B5EF4-FFF2-40B4-BE49-F238E27FC236}">
                    <a16:creationId xmlns:a16="http://schemas.microsoft.com/office/drawing/2014/main" id="{56CFFDF9-887B-4E40-89DD-09199B5F2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3866" y="3935697"/>
                <a:ext cx="14508" cy="62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0"/>
                  </a:cxn>
                  <a:cxn ang="0">
                    <a:pos x="5" y="3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7" y="0"/>
                    </a:lnTo>
                    <a:lnTo>
                      <a:pt x="5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2" name="Freeform 1295">
                <a:extLst>
                  <a:ext uri="{FF2B5EF4-FFF2-40B4-BE49-F238E27FC236}">
                    <a16:creationId xmlns:a16="http://schemas.microsoft.com/office/drawing/2014/main" id="{E1F11DBA-4537-4485-AC97-9D2CDEDE7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124" y="3925281"/>
                <a:ext cx="12435" cy="8291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6" y="0"/>
                  </a:cxn>
                  <a:cxn ang="0">
                    <a:pos x="6" y="4"/>
                  </a:cxn>
                  <a:cxn ang="0">
                    <a:pos x="2" y="4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3" name="Freeform 1296">
                <a:extLst>
                  <a:ext uri="{FF2B5EF4-FFF2-40B4-BE49-F238E27FC236}">
                    <a16:creationId xmlns:a16="http://schemas.microsoft.com/office/drawing/2014/main" id="{FB1BB6E9-4B2D-476C-AB58-9E5ED925F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902" y="3908519"/>
                <a:ext cx="14508" cy="1036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" y="1"/>
                  </a:cxn>
                  <a:cxn ang="0">
                    <a:pos x="7" y="1"/>
                  </a:cxn>
                  <a:cxn ang="0">
                    <a:pos x="7" y="5"/>
                  </a:cxn>
                  <a:cxn ang="0">
                    <a:pos x="3" y="5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7" h="5">
                    <a:moveTo>
                      <a:pt x="3" y="0"/>
                    </a:moveTo>
                    <a:lnTo>
                      <a:pt x="4" y="1"/>
                    </a:lnTo>
                    <a:lnTo>
                      <a:pt x="7" y="1"/>
                    </a:lnTo>
                    <a:lnTo>
                      <a:pt x="7" y="5"/>
                    </a:lnTo>
                    <a:lnTo>
                      <a:pt x="3" y="5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4" name="Freeform 1246">
                <a:extLst>
                  <a:ext uri="{FF2B5EF4-FFF2-40B4-BE49-F238E27FC236}">
                    <a16:creationId xmlns:a16="http://schemas.microsoft.com/office/drawing/2014/main" id="{DAD86D8D-E192-4FC7-B916-A1A54D94C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715" y="2225738"/>
                <a:ext cx="443524" cy="232137"/>
              </a:xfrm>
              <a:custGeom>
                <a:avLst/>
                <a:gdLst/>
                <a:ahLst/>
                <a:cxnLst>
                  <a:cxn ang="0">
                    <a:pos x="163" y="2"/>
                  </a:cxn>
                  <a:cxn ang="0">
                    <a:pos x="170" y="9"/>
                  </a:cxn>
                  <a:cxn ang="0">
                    <a:pos x="164" y="19"/>
                  </a:cxn>
                  <a:cxn ang="0">
                    <a:pos x="164" y="36"/>
                  </a:cxn>
                  <a:cxn ang="0">
                    <a:pos x="175" y="64"/>
                  </a:cxn>
                  <a:cxn ang="0">
                    <a:pos x="207" y="82"/>
                  </a:cxn>
                  <a:cxn ang="0">
                    <a:pos x="208" y="88"/>
                  </a:cxn>
                  <a:cxn ang="0">
                    <a:pos x="192" y="91"/>
                  </a:cxn>
                  <a:cxn ang="0">
                    <a:pos x="196" y="96"/>
                  </a:cxn>
                  <a:cxn ang="0">
                    <a:pos x="203" y="102"/>
                  </a:cxn>
                  <a:cxn ang="0">
                    <a:pos x="179" y="109"/>
                  </a:cxn>
                  <a:cxn ang="0">
                    <a:pos x="154" y="98"/>
                  </a:cxn>
                  <a:cxn ang="0">
                    <a:pos x="142" y="98"/>
                  </a:cxn>
                  <a:cxn ang="0">
                    <a:pos x="135" y="105"/>
                  </a:cxn>
                  <a:cxn ang="0">
                    <a:pos x="106" y="112"/>
                  </a:cxn>
                  <a:cxn ang="0">
                    <a:pos x="65" y="106"/>
                  </a:cxn>
                  <a:cxn ang="0">
                    <a:pos x="55" y="100"/>
                  </a:cxn>
                  <a:cxn ang="0">
                    <a:pos x="30" y="96"/>
                  </a:cxn>
                  <a:cxn ang="0">
                    <a:pos x="31" y="80"/>
                  </a:cxn>
                  <a:cxn ang="0">
                    <a:pos x="74" y="76"/>
                  </a:cxn>
                  <a:cxn ang="0">
                    <a:pos x="19" y="72"/>
                  </a:cxn>
                  <a:cxn ang="0">
                    <a:pos x="11" y="62"/>
                  </a:cxn>
                  <a:cxn ang="0">
                    <a:pos x="17" y="58"/>
                  </a:cxn>
                  <a:cxn ang="0">
                    <a:pos x="27" y="56"/>
                  </a:cxn>
                  <a:cxn ang="0">
                    <a:pos x="5" y="52"/>
                  </a:cxn>
                  <a:cxn ang="0">
                    <a:pos x="0" y="47"/>
                  </a:cxn>
                  <a:cxn ang="0">
                    <a:pos x="20" y="22"/>
                  </a:cxn>
                  <a:cxn ang="0">
                    <a:pos x="53" y="13"/>
                  </a:cxn>
                  <a:cxn ang="0">
                    <a:pos x="56" y="18"/>
                  </a:cxn>
                  <a:cxn ang="0">
                    <a:pos x="59" y="25"/>
                  </a:cxn>
                  <a:cxn ang="0">
                    <a:pos x="63" y="23"/>
                  </a:cxn>
                  <a:cxn ang="0">
                    <a:pos x="76" y="19"/>
                  </a:cxn>
                  <a:cxn ang="0">
                    <a:pos x="86" y="25"/>
                  </a:cxn>
                  <a:cxn ang="0">
                    <a:pos x="95" y="31"/>
                  </a:cxn>
                  <a:cxn ang="0">
                    <a:pos x="100" y="22"/>
                  </a:cxn>
                  <a:cxn ang="0">
                    <a:pos x="118" y="25"/>
                  </a:cxn>
                  <a:cxn ang="0">
                    <a:pos x="124" y="44"/>
                  </a:cxn>
                  <a:cxn ang="0">
                    <a:pos x="132" y="48"/>
                  </a:cxn>
                  <a:cxn ang="0">
                    <a:pos x="134" y="44"/>
                  </a:cxn>
                  <a:cxn ang="0">
                    <a:pos x="127" y="22"/>
                  </a:cxn>
                  <a:cxn ang="0">
                    <a:pos x="128" y="13"/>
                  </a:cxn>
                  <a:cxn ang="0">
                    <a:pos x="139" y="13"/>
                  </a:cxn>
                  <a:cxn ang="0">
                    <a:pos x="144" y="7"/>
                  </a:cxn>
                  <a:cxn ang="0">
                    <a:pos x="150" y="0"/>
                  </a:cxn>
                </a:cxnLst>
                <a:rect l="0" t="0" r="r" b="b"/>
                <a:pathLst>
                  <a:path w="214" h="112">
                    <a:moveTo>
                      <a:pt x="150" y="0"/>
                    </a:moveTo>
                    <a:lnTo>
                      <a:pt x="159" y="0"/>
                    </a:lnTo>
                    <a:lnTo>
                      <a:pt x="163" y="2"/>
                    </a:lnTo>
                    <a:lnTo>
                      <a:pt x="168" y="4"/>
                    </a:lnTo>
                    <a:lnTo>
                      <a:pt x="170" y="7"/>
                    </a:lnTo>
                    <a:lnTo>
                      <a:pt x="170" y="9"/>
                    </a:lnTo>
                    <a:lnTo>
                      <a:pt x="168" y="14"/>
                    </a:lnTo>
                    <a:lnTo>
                      <a:pt x="165" y="17"/>
                    </a:lnTo>
                    <a:lnTo>
                      <a:pt x="164" y="19"/>
                    </a:lnTo>
                    <a:lnTo>
                      <a:pt x="163" y="20"/>
                    </a:lnTo>
                    <a:lnTo>
                      <a:pt x="162" y="23"/>
                    </a:lnTo>
                    <a:lnTo>
                      <a:pt x="164" y="36"/>
                    </a:lnTo>
                    <a:lnTo>
                      <a:pt x="169" y="47"/>
                    </a:lnTo>
                    <a:lnTo>
                      <a:pt x="172" y="57"/>
                    </a:lnTo>
                    <a:lnTo>
                      <a:pt x="175" y="64"/>
                    </a:lnTo>
                    <a:lnTo>
                      <a:pt x="184" y="71"/>
                    </a:lnTo>
                    <a:lnTo>
                      <a:pt x="196" y="77"/>
                    </a:lnTo>
                    <a:lnTo>
                      <a:pt x="207" y="82"/>
                    </a:lnTo>
                    <a:lnTo>
                      <a:pt x="214" y="86"/>
                    </a:lnTo>
                    <a:lnTo>
                      <a:pt x="211" y="87"/>
                    </a:lnTo>
                    <a:lnTo>
                      <a:pt x="208" y="88"/>
                    </a:lnTo>
                    <a:lnTo>
                      <a:pt x="196" y="88"/>
                    </a:lnTo>
                    <a:lnTo>
                      <a:pt x="193" y="90"/>
                    </a:lnTo>
                    <a:lnTo>
                      <a:pt x="192" y="91"/>
                    </a:lnTo>
                    <a:lnTo>
                      <a:pt x="192" y="93"/>
                    </a:lnTo>
                    <a:lnTo>
                      <a:pt x="193" y="95"/>
                    </a:lnTo>
                    <a:lnTo>
                      <a:pt x="196" y="96"/>
                    </a:lnTo>
                    <a:lnTo>
                      <a:pt x="198" y="96"/>
                    </a:lnTo>
                    <a:lnTo>
                      <a:pt x="201" y="101"/>
                    </a:lnTo>
                    <a:lnTo>
                      <a:pt x="203" y="102"/>
                    </a:lnTo>
                    <a:lnTo>
                      <a:pt x="199" y="106"/>
                    </a:lnTo>
                    <a:lnTo>
                      <a:pt x="193" y="109"/>
                    </a:lnTo>
                    <a:lnTo>
                      <a:pt x="179" y="109"/>
                    </a:lnTo>
                    <a:lnTo>
                      <a:pt x="169" y="107"/>
                    </a:lnTo>
                    <a:lnTo>
                      <a:pt x="160" y="102"/>
                    </a:lnTo>
                    <a:lnTo>
                      <a:pt x="154" y="98"/>
                    </a:lnTo>
                    <a:lnTo>
                      <a:pt x="147" y="97"/>
                    </a:lnTo>
                    <a:lnTo>
                      <a:pt x="144" y="97"/>
                    </a:lnTo>
                    <a:lnTo>
                      <a:pt x="142" y="98"/>
                    </a:lnTo>
                    <a:lnTo>
                      <a:pt x="139" y="101"/>
                    </a:lnTo>
                    <a:lnTo>
                      <a:pt x="138" y="103"/>
                    </a:lnTo>
                    <a:lnTo>
                      <a:pt x="135" y="105"/>
                    </a:lnTo>
                    <a:lnTo>
                      <a:pt x="125" y="107"/>
                    </a:lnTo>
                    <a:lnTo>
                      <a:pt x="115" y="109"/>
                    </a:lnTo>
                    <a:lnTo>
                      <a:pt x="106" y="112"/>
                    </a:lnTo>
                    <a:lnTo>
                      <a:pt x="68" y="112"/>
                    </a:lnTo>
                    <a:lnTo>
                      <a:pt x="65" y="110"/>
                    </a:lnTo>
                    <a:lnTo>
                      <a:pt x="65" y="106"/>
                    </a:lnTo>
                    <a:lnTo>
                      <a:pt x="64" y="103"/>
                    </a:lnTo>
                    <a:lnTo>
                      <a:pt x="63" y="102"/>
                    </a:lnTo>
                    <a:lnTo>
                      <a:pt x="55" y="100"/>
                    </a:lnTo>
                    <a:lnTo>
                      <a:pt x="40" y="100"/>
                    </a:lnTo>
                    <a:lnTo>
                      <a:pt x="35" y="98"/>
                    </a:lnTo>
                    <a:lnTo>
                      <a:pt x="30" y="96"/>
                    </a:lnTo>
                    <a:lnTo>
                      <a:pt x="26" y="93"/>
                    </a:lnTo>
                    <a:lnTo>
                      <a:pt x="21" y="86"/>
                    </a:lnTo>
                    <a:lnTo>
                      <a:pt x="31" y="80"/>
                    </a:lnTo>
                    <a:lnTo>
                      <a:pt x="44" y="77"/>
                    </a:lnTo>
                    <a:lnTo>
                      <a:pt x="60" y="76"/>
                    </a:lnTo>
                    <a:lnTo>
                      <a:pt x="74" y="76"/>
                    </a:lnTo>
                    <a:lnTo>
                      <a:pt x="71" y="75"/>
                    </a:lnTo>
                    <a:lnTo>
                      <a:pt x="64" y="72"/>
                    </a:lnTo>
                    <a:lnTo>
                      <a:pt x="19" y="72"/>
                    </a:lnTo>
                    <a:lnTo>
                      <a:pt x="14" y="70"/>
                    </a:lnTo>
                    <a:lnTo>
                      <a:pt x="11" y="64"/>
                    </a:lnTo>
                    <a:lnTo>
                      <a:pt x="11" y="62"/>
                    </a:lnTo>
                    <a:lnTo>
                      <a:pt x="12" y="59"/>
                    </a:lnTo>
                    <a:lnTo>
                      <a:pt x="15" y="58"/>
                    </a:lnTo>
                    <a:lnTo>
                      <a:pt x="17" y="58"/>
                    </a:lnTo>
                    <a:lnTo>
                      <a:pt x="20" y="57"/>
                    </a:lnTo>
                    <a:lnTo>
                      <a:pt x="25" y="57"/>
                    </a:lnTo>
                    <a:lnTo>
                      <a:pt x="27" y="56"/>
                    </a:lnTo>
                    <a:lnTo>
                      <a:pt x="10" y="56"/>
                    </a:lnTo>
                    <a:lnTo>
                      <a:pt x="7" y="54"/>
                    </a:lnTo>
                    <a:lnTo>
                      <a:pt x="5" y="52"/>
                    </a:lnTo>
                    <a:lnTo>
                      <a:pt x="2" y="51"/>
                    </a:lnTo>
                    <a:lnTo>
                      <a:pt x="1" y="48"/>
                    </a:lnTo>
                    <a:lnTo>
                      <a:pt x="0" y="47"/>
                    </a:lnTo>
                    <a:lnTo>
                      <a:pt x="2" y="37"/>
                    </a:lnTo>
                    <a:lnTo>
                      <a:pt x="10" y="29"/>
                    </a:lnTo>
                    <a:lnTo>
                      <a:pt x="20" y="22"/>
                    </a:lnTo>
                    <a:lnTo>
                      <a:pt x="32" y="17"/>
                    </a:lnTo>
                    <a:lnTo>
                      <a:pt x="44" y="14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6" y="15"/>
                    </a:lnTo>
                    <a:lnTo>
                      <a:pt x="56" y="18"/>
                    </a:lnTo>
                    <a:lnTo>
                      <a:pt x="58" y="20"/>
                    </a:lnTo>
                    <a:lnTo>
                      <a:pt x="58" y="23"/>
                    </a:lnTo>
                    <a:lnTo>
                      <a:pt x="59" y="25"/>
                    </a:lnTo>
                    <a:lnTo>
                      <a:pt x="59" y="27"/>
                    </a:lnTo>
                    <a:lnTo>
                      <a:pt x="61" y="25"/>
                    </a:lnTo>
                    <a:lnTo>
                      <a:pt x="63" y="23"/>
                    </a:lnTo>
                    <a:lnTo>
                      <a:pt x="65" y="22"/>
                    </a:lnTo>
                    <a:lnTo>
                      <a:pt x="68" y="19"/>
                    </a:lnTo>
                    <a:lnTo>
                      <a:pt x="76" y="19"/>
                    </a:lnTo>
                    <a:lnTo>
                      <a:pt x="80" y="20"/>
                    </a:lnTo>
                    <a:lnTo>
                      <a:pt x="84" y="23"/>
                    </a:lnTo>
                    <a:lnTo>
                      <a:pt x="86" y="25"/>
                    </a:lnTo>
                    <a:lnTo>
                      <a:pt x="88" y="28"/>
                    </a:lnTo>
                    <a:lnTo>
                      <a:pt x="90" y="32"/>
                    </a:lnTo>
                    <a:lnTo>
                      <a:pt x="95" y="31"/>
                    </a:lnTo>
                    <a:lnTo>
                      <a:pt x="101" y="29"/>
                    </a:lnTo>
                    <a:lnTo>
                      <a:pt x="101" y="24"/>
                    </a:lnTo>
                    <a:lnTo>
                      <a:pt x="100" y="22"/>
                    </a:lnTo>
                    <a:lnTo>
                      <a:pt x="109" y="22"/>
                    </a:lnTo>
                    <a:lnTo>
                      <a:pt x="114" y="23"/>
                    </a:lnTo>
                    <a:lnTo>
                      <a:pt x="118" y="25"/>
                    </a:lnTo>
                    <a:lnTo>
                      <a:pt x="123" y="33"/>
                    </a:lnTo>
                    <a:lnTo>
                      <a:pt x="124" y="36"/>
                    </a:lnTo>
                    <a:lnTo>
                      <a:pt x="124" y="44"/>
                    </a:lnTo>
                    <a:lnTo>
                      <a:pt x="125" y="47"/>
                    </a:lnTo>
                    <a:lnTo>
                      <a:pt x="127" y="48"/>
                    </a:lnTo>
                    <a:lnTo>
                      <a:pt x="132" y="48"/>
                    </a:lnTo>
                    <a:lnTo>
                      <a:pt x="133" y="47"/>
                    </a:lnTo>
                    <a:lnTo>
                      <a:pt x="133" y="46"/>
                    </a:lnTo>
                    <a:lnTo>
                      <a:pt x="134" y="44"/>
                    </a:lnTo>
                    <a:lnTo>
                      <a:pt x="132" y="38"/>
                    </a:lnTo>
                    <a:lnTo>
                      <a:pt x="129" y="31"/>
                    </a:lnTo>
                    <a:lnTo>
                      <a:pt x="127" y="22"/>
                    </a:lnTo>
                    <a:lnTo>
                      <a:pt x="125" y="17"/>
                    </a:lnTo>
                    <a:lnTo>
                      <a:pt x="127" y="14"/>
                    </a:lnTo>
                    <a:lnTo>
                      <a:pt x="128" y="13"/>
                    </a:lnTo>
                    <a:lnTo>
                      <a:pt x="130" y="12"/>
                    </a:lnTo>
                    <a:lnTo>
                      <a:pt x="138" y="12"/>
                    </a:lnTo>
                    <a:lnTo>
                      <a:pt x="139" y="13"/>
                    </a:lnTo>
                    <a:lnTo>
                      <a:pt x="142" y="13"/>
                    </a:lnTo>
                    <a:lnTo>
                      <a:pt x="144" y="12"/>
                    </a:lnTo>
                    <a:lnTo>
                      <a:pt x="144" y="7"/>
                    </a:lnTo>
                    <a:lnTo>
                      <a:pt x="145" y="4"/>
                    </a:lnTo>
                    <a:lnTo>
                      <a:pt x="148" y="2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5" name="Freeform 1247">
                <a:extLst>
                  <a:ext uri="{FF2B5EF4-FFF2-40B4-BE49-F238E27FC236}">
                    <a16:creationId xmlns:a16="http://schemas.microsoft.com/office/drawing/2014/main" id="{45FB33CE-9A08-4348-B890-7AA372A6E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057" y="2190503"/>
                <a:ext cx="246633" cy="161666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63" y="4"/>
                  </a:cxn>
                  <a:cxn ang="0">
                    <a:pos x="69" y="7"/>
                  </a:cxn>
                  <a:cxn ang="0">
                    <a:pos x="77" y="9"/>
                  </a:cxn>
                  <a:cxn ang="0">
                    <a:pos x="79" y="10"/>
                  </a:cxn>
                  <a:cxn ang="0">
                    <a:pos x="82" y="10"/>
                  </a:cxn>
                  <a:cxn ang="0">
                    <a:pos x="84" y="9"/>
                  </a:cxn>
                  <a:cxn ang="0">
                    <a:pos x="88" y="7"/>
                  </a:cxn>
                  <a:cxn ang="0">
                    <a:pos x="90" y="7"/>
                  </a:cxn>
                  <a:cxn ang="0">
                    <a:pos x="99" y="9"/>
                  </a:cxn>
                  <a:cxn ang="0">
                    <a:pos x="108" y="12"/>
                  </a:cxn>
                  <a:cxn ang="0">
                    <a:pos x="115" y="19"/>
                  </a:cxn>
                  <a:cxn ang="0">
                    <a:pos x="119" y="25"/>
                  </a:cxn>
                  <a:cxn ang="0">
                    <a:pos x="115" y="29"/>
                  </a:cxn>
                  <a:cxn ang="0">
                    <a:pos x="108" y="31"/>
                  </a:cxn>
                  <a:cxn ang="0">
                    <a:pos x="99" y="32"/>
                  </a:cxn>
                  <a:cxn ang="0">
                    <a:pos x="93" y="34"/>
                  </a:cxn>
                  <a:cxn ang="0">
                    <a:pos x="83" y="39"/>
                  </a:cxn>
                  <a:cxn ang="0">
                    <a:pos x="73" y="48"/>
                  </a:cxn>
                  <a:cxn ang="0">
                    <a:pos x="65" y="56"/>
                  </a:cxn>
                  <a:cxn ang="0">
                    <a:pos x="63" y="65"/>
                  </a:cxn>
                  <a:cxn ang="0">
                    <a:pos x="60" y="68"/>
                  </a:cxn>
                  <a:cxn ang="0">
                    <a:pos x="53" y="70"/>
                  </a:cxn>
                  <a:cxn ang="0">
                    <a:pos x="44" y="74"/>
                  </a:cxn>
                  <a:cxn ang="0">
                    <a:pos x="36" y="76"/>
                  </a:cxn>
                  <a:cxn ang="0">
                    <a:pos x="31" y="78"/>
                  </a:cxn>
                  <a:cxn ang="0">
                    <a:pos x="30" y="78"/>
                  </a:cxn>
                  <a:cxn ang="0">
                    <a:pos x="26" y="74"/>
                  </a:cxn>
                  <a:cxn ang="0">
                    <a:pos x="25" y="74"/>
                  </a:cxn>
                  <a:cxn ang="0">
                    <a:pos x="21" y="70"/>
                  </a:cxn>
                  <a:cxn ang="0">
                    <a:pos x="20" y="68"/>
                  </a:cxn>
                  <a:cxn ang="0">
                    <a:pos x="18" y="65"/>
                  </a:cxn>
                  <a:cxn ang="0">
                    <a:pos x="15" y="64"/>
                  </a:cxn>
                  <a:cxn ang="0">
                    <a:pos x="11" y="63"/>
                  </a:cxn>
                  <a:cxn ang="0">
                    <a:pos x="9" y="61"/>
                  </a:cxn>
                  <a:cxn ang="0">
                    <a:pos x="5" y="61"/>
                  </a:cxn>
                  <a:cxn ang="0">
                    <a:pos x="3" y="60"/>
                  </a:cxn>
                  <a:cxn ang="0">
                    <a:pos x="0" y="58"/>
                  </a:cxn>
                  <a:cxn ang="0">
                    <a:pos x="3" y="48"/>
                  </a:cxn>
                  <a:cxn ang="0">
                    <a:pos x="10" y="37"/>
                  </a:cxn>
                  <a:cxn ang="0">
                    <a:pos x="16" y="29"/>
                  </a:cxn>
                  <a:cxn ang="0">
                    <a:pos x="20" y="19"/>
                  </a:cxn>
                  <a:cxn ang="0">
                    <a:pos x="20" y="16"/>
                  </a:cxn>
                  <a:cxn ang="0">
                    <a:pos x="19" y="14"/>
                  </a:cxn>
                  <a:cxn ang="0">
                    <a:pos x="16" y="10"/>
                  </a:cxn>
                  <a:cxn ang="0">
                    <a:pos x="15" y="6"/>
                  </a:cxn>
                  <a:cxn ang="0">
                    <a:pos x="14" y="4"/>
                  </a:cxn>
                  <a:cxn ang="0">
                    <a:pos x="23" y="2"/>
                  </a:cxn>
                  <a:cxn ang="0">
                    <a:pos x="30" y="2"/>
                  </a:cxn>
                  <a:cxn ang="0">
                    <a:pos x="39" y="4"/>
                  </a:cxn>
                  <a:cxn ang="0">
                    <a:pos x="41" y="4"/>
                  </a:cxn>
                  <a:cxn ang="0">
                    <a:pos x="46" y="1"/>
                  </a:cxn>
                  <a:cxn ang="0">
                    <a:pos x="49" y="1"/>
                  </a:cxn>
                  <a:cxn ang="0">
                    <a:pos x="51" y="0"/>
                  </a:cxn>
                </a:cxnLst>
                <a:rect l="0" t="0" r="r" b="b"/>
                <a:pathLst>
                  <a:path w="119" h="78">
                    <a:moveTo>
                      <a:pt x="51" y="0"/>
                    </a:moveTo>
                    <a:lnTo>
                      <a:pt x="63" y="4"/>
                    </a:lnTo>
                    <a:lnTo>
                      <a:pt x="69" y="7"/>
                    </a:lnTo>
                    <a:lnTo>
                      <a:pt x="77" y="9"/>
                    </a:lnTo>
                    <a:lnTo>
                      <a:pt x="79" y="10"/>
                    </a:lnTo>
                    <a:lnTo>
                      <a:pt x="82" y="10"/>
                    </a:lnTo>
                    <a:lnTo>
                      <a:pt x="84" y="9"/>
                    </a:lnTo>
                    <a:lnTo>
                      <a:pt x="88" y="7"/>
                    </a:lnTo>
                    <a:lnTo>
                      <a:pt x="90" y="7"/>
                    </a:lnTo>
                    <a:lnTo>
                      <a:pt x="99" y="9"/>
                    </a:lnTo>
                    <a:lnTo>
                      <a:pt x="108" y="12"/>
                    </a:lnTo>
                    <a:lnTo>
                      <a:pt x="115" y="19"/>
                    </a:lnTo>
                    <a:lnTo>
                      <a:pt x="119" y="25"/>
                    </a:lnTo>
                    <a:lnTo>
                      <a:pt x="115" y="29"/>
                    </a:lnTo>
                    <a:lnTo>
                      <a:pt x="108" y="31"/>
                    </a:lnTo>
                    <a:lnTo>
                      <a:pt x="99" y="32"/>
                    </a:lnTo>
                    <a:lnTo>
                      <a:pt x="93" y="34"/>
                    </a:lnTo>
                    <a:lnTo>
                      <a:pt x="83" y="39"/>
                    </a:lnTo>
                    <a:lnTo>
                      <a:pt x="73" y="48"/>
                    </a:lnTo>
                    <a:lnTo>
                      <a:pt x="65" y="56"/>
                    </a:lnTo>
                    <a:lnTo>
                      <a:pt x="63" y="65"/>
                    </a:lnTo>
                    <a:lnTo>
                      <a:pt x="60" y="68"/>
                    </a:lnTo>
                    <a:lnTo>
                      <a:pt x="53" y="70"/>
                    </a:lnTo>
                    <a:lnTo>
                      <a:pt x="44" y="74"/>
                    </a:lnTo>
                    <a:lnTo>
                      <a:pt x="36" y="76"/>
                    </a:lnTo>
                    <a:lnTo>
                      <a:pt x="31" y="78"/>
                    </a:lnTo>
                    <a:lnTo>
                      <a:pt x="30" y="78"/>
                    </a:lnTo>
                    <a:lnTo>
                      <a:pt x="26" y="74"/>
                    </a:lnTo>
                    <a:lnTo>
                      <a:pt x="25" y="74"/>
                    </a:lnTo>
                    <a:lnTo>
                      <a:pt x="21" y="70"/>
                    </a:lnTo>
                    <a:lnTo>
                      <a:pt x="20" y="68"/>
                    </a:lnTo>
                    <a:lnTo>
                      <a:pt x="18" y="65"/>
                    </a:lnTo>
                    <a:lnTo>
                      <a:pt x="15" y="64"/>
                    </a:lnTo>
                    <a:lnTo>
                      <a:pt x="11" y="63"/>
                    </a:lnTo>
                    <a:lnTo>
                      <a:pt x="9" y="61"/>
                    </a:lnTo>
                    <a:lnTo>
                      <a:pt x="5" y="61"/>
                    </a:lnTo>
                    <a:lnTo>
                      <a:pt x="3" y="60"/>
                    </a:lnTo>
                    <a:lnTo>
                      <a:pt x="0" y="58"/>
                    </a:lnTo>
                    <a:lnTo>
                      <a:pt x="3" y="48"/>
                    </a:lnTo>
                    <a:lnTo>
                      <a:pt x="10" y="37"/>
                    </a:lnTo>
                    <a:lnTo>
                      <a:pt x="16" y="29"/>
                    </a:lnTo>
                    <a:lnTo>
                      <a:pt x="20" y="19"/>
                    </a:lnTo>
                    <a:lnTo>
                      <a:pt x="20" y="16"/>
                    </a:lnTo>
                    <a:lnTo>
                      <a:pt x="19" y="14"/>
                    </a:lnTo>
                    <a:lnTo>
                      <a:pt x="16" y="10"/>
                    </a:lnTo>
                    <a:lnTo>
                      <a:pt x="15" y="6"/>
                    </a:lnTo>
                    <a:lnTo>
                      <a:pt x="14" y="4"/>
                    </a:lnTo>
                    <a:lnTo>
                      <a:pt x="23" y="2"/>
                    </a:lnTo>
                    <a:lnTo>
                      <a:pt x="30" y="2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6" y="1"/>
                    </a:lnTo>
                    <a:lnTo>
                      <a:pt x="49" y="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6" name="Freeform 1251">
                <a:extLst>
                  <a:ext uri="{FF2B5EF4-FFF2-40B4-BE49-F238E27FC236}">
                    <a16:creationId xmlns:a16="http://schemas.microsoft.com/office/drawing/2014/main" id="{1E61E68F-A2C9-46B2-92A1-7AFF117D6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523" y="2043347"/>
                <a:ext cx="167876" cy="87051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9" y="2"/>
                  </a:cxn>
                  <a:cxn ang="0">
                    <a:pos x="81" y="4"/>
                  </a:cxn>
                  <a:cxn ang="0">
                    <a:pos x="81" y="7"/>
                  </a:cxn>
                  <a:cxn ang="0">
                    <a:pos x="80" y="8"/>
                  </a:cxn>
                  <a:cxn ang="0">
                    <a:pos x="75" y="10"/>
                  </a:cxn>
                  <a:cxn ang="0">
                    <a:pos x="78" y="15"/>
                  </a:cxn>
                  <a:cxn ang="0">
                    <a:pos x="79" y="17"/>
                  </a:cxn>
                  <a:cxn ang="0">
                    <a:pos x="79" y="19"/>
                  </a:cxn>
                  <a:cxn ang="0">
                    <a:pos x="61" y="32"/>
                  </a:cxn>
                  <a:cxn ang="0">
                    <a:pos x="59" y="32"/>
                  </a:cxn>
                  <a:cxn ang="0">
                    <a:pos x="58" y="30"/>
                  </a:cxn>
                  <a:cxn ang="0">
                    <a:pos x="55" y="25"/>
                  </a:cxn>
                  <a:cxn ang="0">
                    <a:pos x="54" y="24"/>
                  </a:cxn>
                  <a:cxn ang="0">
                    <a:pos x="53" y="22"/>
                  </a:cxn>
                  <a:cxn ang="0">
                    <a:pos x="51" y="20"/>
                  </a:cxn>
                  <a:cxn ang="0">
                    <a:pos x="50" y="24"/>
                  </a:cxn>
                  <a:cxn ang="0">
                    <a:pos x="45" y="32"/>
                  </a:cxn>
                  <a:cxn ang="0">
                    <a:pos x="41" y="33"/>
                  </a:cxn>
                  <a:cxn ang="0">
                    <a:pos x="38" y="33"/>
                  </a:cxn>
                  <a:cxn ang="0">
                    <a:pos x="36" y="37"/>
                  </a:cxn>
                  <a:cxn ang="0">
                    <a:pos x="35" y="39"/>
                  </a:cxn>
                  <a:cxn ang="0">
                    <a:pos x="33" y="41"/>
                  </a:cxn>
                  <a:cxn ang="0">
                    <a:pos x="29" y="42"/>
                  </a:cxn>
                  <a:cxn ang="0">
                    <a:pos x="26" y="41"/>
                  </a:cxn>
                  <a:cxn ang="0">
                    <a:pos x="25" y="39"/>
                  </a:cxn>
                  <a:cxn ang="0">
                    <a:pos x="22" y="38"/>
                  </a:cxn>
                  <a:cxn ang="0">
                    <a:pos x="22" y="36"/>
                  </a:cxn>
                  <a:cxn ang="0">
                    <a:pos x="20" y="37"/>
                  </a:cxn>
                  <a:cxn ang="0">
                    <a:pos x="15" y="37"/>
                  </a:cxn>
                  <a:cxn ang="0">
                    <a:pos x="14" y="36"/>
                  </a:cxn>
                  <a:cxn ang="0">
                    <a:pos x="10" y="36"/>
                  </a:cxn>
                  <a:cxn ang="0">
                    <a:pos x="7" y="37"/>
                  </a:cxn>
                  <a:cxn ang="0">
                    <a:pos x="6" y="39"/>
                  </a:cxn>
                  <a:cxn ang="0">
                    <a:pos x="4" y="39"/>
                  </a:cxn>
                  <a:cxn ang="0">
                    <a:pos x="2" y="38"/>
                  </a:cxn>
                  <a:cxn ang="0">
                    <a:pos x="1" y="36"/>
                  </a:cxn>
                  <a:cxn ang="0">
                    <a:pos x="0" y="34"/>
                  </a:cxn>
                  <a:cxn ang="0">
                    <a:pos x="0" y="32"/>
                  </a:cxn>
                  <a:cxn ang="0">
                    <a:pos x="2" y="30"/>
                  </a:cxn>
                  <a:cxn ang="0">
                    <a:pos x="4" y="29"/>
                  </a:cxn>
                  <a:cxn ang="0">
                    <a:pos x="6" y="28"/>
                  </a:cxn>
                  <a:cxn ang="0">
                    <a:pos x="9" y="25"/>
                  </a:cxn>
                  <a:cxn ang="0">
                    <a:pos x="28" y="18"/>
                  </a:cxn>
                  <a:cxn ang="0">
                    <a:pos x="38" y="8"/>
                  </a:cxn>
                  <a:cxn ang="0">
                    <a:pos x="43" y="4"/>
                  </a:cxn>
                  <a:cxn ang="0">
                    <a:pos x="49" y="3"/>
                  </a:cxn>
                  <a:cxn ang="0">
                    <a:pos x="59" y="3"/>
                  </a:cxn>
                  <a:cxn ang="0">
                    <a:pos x="65" y="2"/>
                  </a:cxn>
                  <a:cxn ang="0">
                    <a:pos x="73" y="0"/>
                  </a:cxn>
                </a:cxnLst>
                <a:rect l="0" t="0" r="r" b="b"/>
                <a:pathLst>
                  <a:path w="81" h="42">
                    <a:moveTo>
                      <a:pt x="73" y="0"/>
                    </a:moveTo>
                    <a:lnTo>
                      <a:pt x="79" y="2"/>
                    </a:lnTo>
                    <a:lnTo>
                      <a:pt x="81" y="4"/>
                    </a:lnTo>
                    <a:lnTo>
                      <a:pt x="81" y="7"/>
                    </a:lnTo>
                    <a:lnTo>
                      <a:pt x="80" y="8"/>
                    </a:lnTo>
                    <a:lnTo>
                      <a:pt x="75" y="10"/>
                    </a:lnTo>
                    <a:lnTo>
                      <a:pt x="78" y="15"/>
                    </a:lnTo>
                    <a:lnTo>
                      <a:pt x="79" y="17"/>
                    </a:lnTo>
                    <a:lnTo>
                      <a:pt x="79" y="19"/>
                    </a:lnTo>
                    <a:lnTo>
                      <a:pt x="61" y="32"/>
                    </a:lnTo>
                    <a:lnTo>
                      <a:pt x="59" y="32"/>
                    </a:lnTo>
                    <a:lnTo>
                      <a:pt x="58" y="30"/>
                    </a:lnTo>
                    <a:lnTo>
                      <a:pt x="55" y="25"/>
                    </a:lnTo>
                    <a:lnTo>
                      <a:pt x="54" y="24"/>
                    </a:lnTo>
                    <a:lnTo>
                      <a:pt x="53" y="22"/>
                    </a:lnTo>
                    <a:lnTo>
                      <a:pt x="51" y="20"/>
                    </a:lnTo>
                    <a:lnTo>
                      <a:pt x="50" y="24"/>
                    </a:lnTo>
                    <a:lnTo>
                      <a:pt x="45" y="32"/>
                    </a:lnTo>
                    <a:lnTo>
                      <a:pt x="41" y="33"/>
                    </a:lnTo>
                    <a:lnTo>
                      <a:pt x="38" y="33"/>
                    </a:lnTo>
                    <a:lnTo>
                      <a:pt x="36" y="37"/>
                    </a:lnTo>
                    <a:lnTo>
                      <a:pt x="35" y="39"/>
                    </a:lnTo>
                    <a:lnTo>
                      <a:pt x="33" y="41"/>
                    </a:lnTo>
                    <a:lnTo>
                      <a:pt x="29" y="42"/>
                    </a:lnTo>
                    <a:lnTo>
                      <a:pt x="26" y="41"/>
                    </a:lnTo>
                    <a:lnTo>
                      <a:pt x="25" y="39"/>
                    </a:lnTo>
                    <a:lnTo>
                      <a:pt x="22" y="38"/>
                    </a:lnTo>
                    <a:lnTo>
                      <a:pt x="22" y="36"/>
                    </a:lnTo>
                    <a:lnTo>
                      <a:pt x="20" y="37"/>
                    </a:lnTo>
                    <a:lnTo>
                      <a:pt x="15" y="37"/>
                    </a:lnTo>
                    <a:lnTo>
                      <a:pt x="14" y="36"/>
                    </a:lnTo>
                    <a:lnTo>
                      <a:pt x="10" y="36"/>
                    </a:lnTo>
                    <a:lnTo>
                      <a:pt x="7" y="37"/>
                    </a:lnTo>
                    <a:lnTo>
                      <a:pt x="6" y="39"/>
                    </a:lnTo>
                    <a:lnTo>
                      <a:pt x="4" y="39"/>
                    </a:lnTo>
                    <a:lnTo>
                      <a:pt x="2" y="38"/>
                    </a:lnTo>
                    <a:lnTo>
                      <a:pt x="1" y="36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2" y="30"/>
                    </a:lnTo>
                    <a:lnTo>
                      <a:pt x="4" y="29"/>
                    </a:lnTo>
                    <a:lnTo>
                      <a:pt x="6" y="28"/>
                    </a:lnTo>
                    <a:lnTo>
                      <a:pt x="9" y="25"/>
                    </a:lnTo>
                    <a:lnTo>
                      <a:pt x="28" y="18"/>
                    </a:lnTo>
                    <a:lnTo>
                      <a:pt x="38" y="8"/>
                    </a:lnTo>
                    <a:lnTo>
                      <a:pt x="43" y="4"/>
                    </a:lnTo>
                    <a:lnTo>
                      <a:pt x="49" y="3"/>
                    </a:lnTo>
                    <a:lnTo>
                      <a:pt x="59" y="3"/>
                    </a:lnTo>
                    <a:lnTo>
                      <a:pt x="65" y="2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7" name="Freeform 1255">
                <a:extLst>
                  <a:ext uri="{FF2B5EF4-FFF2-40B4-BE49-F238E27FC236}">
                    <a16:creationId xmlns:a16="http://schemas.microsoft.com/office/drawing/2014/main" id="{455CE5D4-C008-405E-AF9C-EBD9493D3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005" y="2229883"/>
                <a:ext cx="143006" cy="111921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55" y="0"/>
                  </a:cxn>
                  <a:cxn ang="0">
                    <a:pos x="56" y="1"/>
                  </a:cxn>
                  <a:cxn ang="0">
                    <a:pos x="59" y="2"/>
                  </a:cxn>
                  <a:cxn ang="0">
                    <a:pos x="59" y="3"/>
                  </a:cxn>
                  <a:cxn ang="0">
                    <a:pos x="58" y="7"/>
                  </a:cxn>
                  <a:cxn ang="0">
                    <a:pos x="56" y="10"/>
                  </a:cxn>
                  <a:cxn ang="0">
                    <a:pos x="54" y="12"/>
                  </a:cxn>
                  <a:cxn ang="0">
                    <a:pos x="50" y="15"/>
                  </a:cxn>
                  <a:cxn ang="0">
                    <a:pos x="47" y="16"/>
                  </a:cxn>
                  <a:cxn ang="0">
                    <a:pos x="45" y="18"/>
                  </a:cxn>
                  <a:cxn ang="0">
                    <a:pos x="47" y="18"/>
                  </a:cxn>
                  <a:cxn ang="0">
                    <a:pos x="50" y="17"/>
                  </a:cxn>
                  <a:cxn ang="0">
                    <a:pos x="53" y="17"/>
                  </a:cxn>
                  <a:cxn ang="0">
                    <a:pos x="55" y="16"/>
                  </a:cxn>
                  <a:cxn ang="0">
                    <a:pos x="58" y="17"/>
                  </a:cxn>
                  <a:cxn ang="0">
                    <a:pos x="59" y="17"/>
                  </a:cxn>
                  <a:cxn ang="0">
                    <a:pos x="60" y="18"/>
                  </a:cxn>
                  <a:cxn ang="0">
                    <a:pos x="60" y="22"/>
                  </a:cxn>
                  <a:cxn ang="0">
                    <a:pos x="59" y="22"/>
                  </a:cxn>
                  <a:cxn ang="0">
                    <a:pos x="59" y="25"/>
                  </a:cxn>
                  <a:cxn ang="0">
                    <a:pos x="61" y="25"/>
                  </a:cxn>
                  <a:cxn ang="0">
                    <a:pos x="64" y="26"/>
                  </a:cxn>
                  <a:cxn ang="0">
                    <a:pos x="66" y="26"/>
                  </a:cxn>
                  <a:cxn ang="0">
                    <a:pos x="69" y="27"/>
                  </a:cxn>
                  <a:cxn ang="0">
                    <a:pos x="68" y="37"/>
                  </a:cxn>
                  <a:cxn ang="0">
                    <a:pos x="65" y="42"/>
                  </a:cxn>
                  <a:cxn ang="0">
                    <a:pos x="63" y="45"/>
                  </a:cxn>
                  <a:cxn ang="0">
                    <a:pos x="59" y="46"/>
                  </a:cxn>
                  <a:cxn ang="0">
                    <a:pos x="53" y="47"/>
                  </a:cxn>
                  <a:cxn ang="0">
                    <a:pos x="50" y="49"/>
                  </a:cxn>
                  <a:cxn ang="0">
                    <a:pos x="49" y="50"/>
                  </a:cxn>
                  <a:cxn ang="0">
                    <a:pos x="47" y="52"/>
                  </a:cxn>
                  <a:cxn ang="0">
                    <a:pos x="46" y="54"/>
                  </a:cxn>
                  <a:cxn ang="0">
                    <a:pos x="41" y="54"/>
                  </a:cxn>
                  <a:cxn ang="0">
                    <a:pos x="39" y="52"/>
                  </a:cxn>
                  <a:cxn ang="0">
                    <a:pos x="37" y="51"/>
                  </a:cxn>
                  <a:cxn ang="0">
                    <a:pos x="36" y="49"/>
                  </a:cxn>
                  <a:cxn ang="0">
                    <a:pos x="35" y="47"/>
                  </a:cxn>
                  <a:cxn ang="0">
                    <a:pos x="24" y="40"/>
                  </a:cxn>
                  <a:cxn ang="0">
                    <a:pos x="11" y="34"/>
                  </a:cxn>
                  <a:cxn ang="0">
                    <a:pos x="0" y="26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9" y="21"/>
                  </a:cxn>
                  <a:cxn ang="0">
                    <a:pos x="12" y="22"/>
                  </a:cxn>
                  <a:cxn ang="0">
                    <a:pos x="17" y="23"/>
                  </a:cxn>
                  <a:cxn ang="0">
                    <a:pos x="24" y="23"/>
                  </a:cxn>
                  <a:cxn ang="0">
                    <a:pos x="24" y="12"/>
                  </a:cxn>
                  <a:cxn ang="0">
                    <a:pos x="19" y="12"/>
                  </a:cxn>
                  <a:cxn ang="0">
                    <a:pos x="15" y="11"/>
                  </a:cxn>
                  <a:cxn ang="0">
                    <a:pos x="14" y="11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12" y="6"/>
                  </a:cxn>
                  <a:cxn ang="0">
                    <a:pos x="12" y="5"/>
                  </a:cxn>
                  <a:cxn ang="0">
                    <a:pos x="14" y="3"/>
                  </a:cxn>
                  <a:cxn ang="0">
                    <a:pos x="21" y="0"/>
                  </a:cxn>
                </a:cxnLst>
                <a:rect l="0" t="0" r="r" b="b"/>
                <a:pathLst>
                  <a:path w="69" h="54">
                    <a:moveTo>
                      <a:pt x="21" y="0"/>
                    </a:moveTo>
                    <a:lnTo>
                      <a:pt x="55" y="0"/>
                    </a:lnTo>
                    <a:lnTo>
                      <a:pt x="56" y="1"/>
                    </a:lnTo>
                    <a:lnTo>
                      <a:pt x="59" y="2"/>
                    </a:lnTo>
                    <a:lnTo>
                      <a:pt x="59" y="3"/>
                    </a:lnTo>
                    <a:lnTo>
                      <a:pt x="58" y="7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0" y="15"/>
                    </a:lnTo>
                    <a:lnTo>
                      <a:pt x="47" y="16"/>
                    </a:lnTo>
                    <a:lnTo>
                      <a:pt x="45" y="18"/>
                    </a:lnTo>
                    <a:lnTo>
                      <a:pt x="47" y="18"/>
                    </a:lnTo>
                    <a:lnTo>
                      <a:pt x="50" y="17"/>
                    </a:lnTo>
                    <a:lnTo>
                      <a:pt x="53" y="17"/>
                    </a:lnTo>
                    <a:lnTo>
                      <a:pt x="55" y="16"/>
                    </a:lnTo>
                    <a:lnTo>
                      <a:pt x="58" y="17"/>
                    </a:lnTo>
                    <a:lnTo>
                      <a:pt x="59" y="17"/>
                    </a:lnTo>
                    <a:lnTo>
                      <a:pt x="60" y="18"/>
                    </a:lnTo>
                    <a:lnTo>
                      <a:pt x="60" y="22"/>
                    </a:lnTo>
                    <a:lnTo>
                      <a:pt x="59" y="22"/>
                    </a:lnTo>
                    <a:lnTo>
                      <a:pt x="59" y="25"/>
                    </a:lnTo>
                    <a:lnTo>
                      <a:pt x="61" y="25"/>
                    </a:lnTo>
                    <a:lnTo>
                      <a:pt x="64" y="26"/>
                    </a:lnTo>
                    <a:lnTo>
                      <a:pt x="66" y="26"/>
                    </a:lnTo>
                    <a:lnTo>
                      <a:pt x="69" y="27"/>
                    </a:lnTo>
                    <a:lnTo>
                      <a:pt x="68" y="37"/>
                    </a:lnTo>
                    <a:lnTo>
                      <a:pt x="65" y="42"/>
                    </a:lnTo>
                    <a:lnTo>
                      <a:pt x="63" y="45"/>
                    </a:lnTo>
                    <a:lnTo>
                      <a:pt x="59" y="46"/>
                    </a:lnTo>
                    <a:lnTo>
                      <a:pt x="53" y="47"/>
                    </a:lnTo>
                    <a:lnTo>
                      <a:pt x="50" y="49"/>
                    </a:lnTo>
                    <a:lnTo>
                      <a:pt x="49" y="50"/>
                    </a:lnTo>
                    <a:lnTo>
                      <a:pt x="47" y="52"/>
                    </a:lnTo>
                    <a:lnTo>
                      <a:pt x="46" y="54"/>
                    </a:lnTo>
                    <a:lnTo>
                      <a:pt x="41" y="54"/>
                    </a:lnTo>
                    <a:lnTo>
                      <a:pt x="39" y="52"/>
                    </a:lnTo>
                    <a:lnTo>
                      <a:pt x="37" y="51"/>
                    </a:lnTo>
                    <a:lnTo>
                      <a:pt x="36" y="49"/>
                    </a:lnTo>
                    <a:lnTo>
                      <a:pt x="35" y="47"/>
                    </a:lnTo>
                    <a:lnTo>
                      <a:pt x="24" y="40"/>
                    </a:lnTo>
                    <a:lnTo>
                      <a:pt x="11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9" y="21"/>
                    </a:lnTo>
                    <a:lnTo>
                      <a:pt x="12" y="22"/>
                    </a:lnTo>
                    <a:lnTo>
                      <a:pt x="17" y="23"/>
                    </a:lnTo>
                    <a:lnTo>
                      <a:pt x="24" y="23"/>
                    </a:lnTo>
                    <a:lnTo>
                      <a:pt x="24" y="12"/>
                    </a:lnTo>
                    <a:lnTo>
                      <a:pt x="19" y="12"/>
                    </a:lnTo>
                    <a:lnTo>
                      <a:pt x="15" y="11"/>
                    </a:lnTo>
                    <a:lnTo>
                      <a:pt x="14" y="11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12" y="6"/>
                    </a:lnTo>
                    <a:lnTo>
                      <a:pt x="12" y="5"/>
                    </a:lnTo>
                    <a:lnTo>
                      <a:pt x="14" y="3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8" name="Freeform 1258">
                <a:extLst>
                  <a:ext uri="{FF2B5EF4-FFF2-40B4-BE49-F238E27FC236}">
                    <a16:creationId xmlns:a16="http://schemas.microsoft.com/office/drawing/2014/main" id="{9F4A56DE-1434-4709-94AC-F3A589CC2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520" y="2209156"/>
                <a:ext cx="126426" cy="10156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34" y="1"/>
                  </a:cxn>
                  <a:cxn ang="0">
                    <a:pos x="47" y="3"/>
                  </a:cxn>
                  <a:cxn ang="0">
                    <a:pos x="61" y="5"/>
                  </a:cxn>
                  <a:cxn ang="0">
                    <a:pos x="61" y="11"/>
                  </a:cxn>
                  <a:cxn ang="0">
                    <a:pos x="58" y="12"/>
                  </a:cxn>
                  <a:cxn ang="0">
                    <a:pos x="56" y="15"/>
                  </a:cxn>
                  <a:cxn ang="0">
                    <a:pos x="53" y="16"/>
                  </a:cxn>
                  <a:cxn ang="0">
                    <a:pos x="49" y="22"/>
                  </a:cxn>
                  <a:cxn ang="0">
                    <a:pos x="44" y="27"/>
                  </a:cxn>
                  <a:cxn ang="0">
                    <a:pos x="38" y="31"/>
                  </a:cxn>
                  <a:cxn ang="0">
                    <a:pos x="30" y="32"/>
                  </a:cxn>
                  <a:cxn ang="0">
                    <a:pos x="27" y="32"/>
                  </a:cxn>
                  <a:cxn ang="0">
                    <a:pos x="25" y="31"/>
                  </a:cxn>
                  <a:cxn ang="0">
                    <a:pos x="20" y="31"/>
                  </a:cxn>
                  <a:cxn ang="0">
                    <a:pos x="20" y="33"/>
                  </a:cxn>
                  <a:cxn ang="0">
                    <a:pos x="19" y="36"/>
                  </a:cxn>
                  <a:cxn ang="0">
                    <a:pos x="24" y="36"/>
                  </a:cxn>
                  <a:cxn ang="0">
                    <a:pos x="23" y="40"/>
                  </a:cxn>
                  <a:cxn ang="0">
                    <a:pos x="22" y="42"/>
                  </a:cxn>
                  <a:cxn ang="0">
                    <a:pos x="15" y="49"/>
                  </a:cxn>
                  <a:cxn ang="0">
                    <a:pos x="7" y="49"/>
                  </a:cxn>
                  <a:cxn ang="0">
                    <a:pos x="7" y="37"/>
                  </a:cxn>
                  <a:cxn ang="0">
                    <a:pos x="3" y="31"/>
                  </a:cxn>
                  <a:cxn ang="0">
                    <a:pos x="3" y="23"/>
                  </a:cxn>
                  <a:cxn ang="0">
                    <a:pos x="0" y="17"/>
                  </a:cxn>
                  <a:cxn ang="0">
                    <a:pos x="0" y="10"/>
                  </a:cxn>
                  <a:cxn ang="0">
                    <a:pos x="10" y="10"/>
                  </a:cxn>
                  <a:cxn ang="0">
                    <a:pos x="10" y="6"/>
                  </a:cxn>
                  <a:cxn ang="0">
                    <a:pos x="12" y="5"/>
                  </a:cxn>
                  <a:cxn ang="0">
                    <a:pos x="13" y="2"/>
                  </a:cxn>
                  <a:cxn ang="0">
                    <a:pos x="14" y="1"/>
                  </a:cxn>
                  <a:cxn ang="0">
                    <a:pos x="17" y="0"/>
                  </a:cxn>
                </a:cxnLst>
                <a:rect l="0" t="0" r="r" b="b"/>
                <a:pathLst>
                  <a:path w="61" h="49">
                    <a:moveTo>
                      <a:pt x="17" y="0"/>
                    </a:moveTo>
                    <a:lnTo>
                      <a:pt x="20" y="0"/>
                    </a:lnTo>
                    <a:lnTo>
                      <a:pt x="34" y="1"/>
                    </a:lnTo>
                    <a:lnTo>
                      <a:pt x="47" y="3"/>
                    </a:lnTo>
                    <a:lnTo>
                      <a:pt x="61" y="5"/>
                    </a:lnTo>
                    <a:lnTo>
                      <a:pt x="61" y="11"/>
                    </a:lnTo>
                    <a:lnTo>
                      <a:pt x="58" y="12"/>
                    </a:lnTo>
                    <a:lnTo>
                      <a:pt x="56" y="15"/>
                    </a:lnTo>
                    <a:lnTo>
                      <a:pt x="53" y="16"/>
                    </a:lnTo>
                    <a:lnTo>
                      <a:pt x="49" y="22"/>
                    </a:lnTo>
                    <a:lnTo>
                      <a:pt x="44" y="27"/>
                    </a:lnTo>
                    <a:lnTo>
                      <a:pt x="38" y="31"/>
                    </a:lnTo>
                    <a:lnTo>
                      <a:pt x="30" y="32"/>
                    </a:lnTo>
                    <a:lnTo>
                      <a:pt x="27" y="32"/>
                    </a:lnTo>
                    <a:lnTo>
                      <a:pt x="25" y="31"/>
                    </a:lnTo>
                    <a:lnTo>
                      <a:pt x="20" y="31"/>
                    </a:lnTo>
                    <a:lnTo>
                      <a:pt x="20" y="33"/>
                    </a:lnTo>
                    <a:lnTo>
                      <a:pt x="19" y="36"/>
                    </a:lnTo>
                    <a:lnTo>
                      <a:pt x="24" y="36"/>
                    </a:lnTo>
                    <a:lnTo>
                      <a:pt x="23" y="40"/>
                    </a:lnTo>
                    <a:lnTo>
                      <a:pt x="22" y="42"/>
                    </a:lnTo>
                    <a:lnTo>
                      <a:pt x="15" y="49"/>
                    </a:lnTo>
                    <a:lnTo>
                      <a:pt x="7" y="49"/>
                    </a:lnTo>
                    <a:lnTo>
                      <a:pt x="7" y="37"/>
                    </a:lnTo>
                    <a:lnTo>
                      <a:pt x="3" y="31"/>
                    </a:lnTo>
                    <a:lnTo>
                      <a:pt x="3" y="23"/>
                    </a:lnTo>
                    <a:lnTo>
                      <a:pt x="0" y="17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0" y="6"/>
                    </a:lnTo>
                    <a:lnTo>
                      <a:pt x="12" y="5"/>
                    </a:lnTo>
                    <a:lnTo>
                      <a:pt x="13" y="2"/>
                    </a:lnTo>
                    <a:lnTo>
                      <a:pt x="14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7" name="Group 1113">
              <a:extLst>
                <a:ext uri="{FF2B5EF4-FFF2-40B4-BE49-F238E27FC236}">
                  <a16:creationId xmlns:a16="http://schemas.microsoft.com/office/drawing/2014/main" id="{E4E8A52A-4259-4ED9-AC40-D3B352F21747}"/>
                </a:ext>
              </a:extLst>
            </p:cNvPr>
            <p:cNvGrpSpPr/>
            <p:nvPr/>
          </p:nvGrpSpPr>
          <p:grpSpPr>
            <a:xfrm>
              <a:off x="5734320" y="3983465"/>
              <a:ext cx="1002416" cy="975846"/>
              <a:chOff x="8486811" y="4130386"/>
              <a:chExt cx="1562701" cy="1521312"/>
            </a:xfrm>
            <a:grpFill/>
          </p:grpSpPr>
          <p:sp>
            <p:nvSpPr>
              <p:cNvPr id="329" name="Freeform 1220">
                <a:extLst>
                  <a:ext uri="{FF2B5EF4-FFF2-40B4-BE49-F238E27FC236}">
                    <a16:creationId xmlns:a16="http://schemas.microsoft.com/office/drawing/2014/main" id="{52C98B64-B0C0-41C8-B802-58AC3C26E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7076" y="5471381"/>
                <a:ext cx="91192" cy="89122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44" y="8"/>
                  </a:cxn>
                  <a:cxn ang="0">
                    <a:pos x="44" y="12"/>
                  </a:cxn>
                  <a:cxn ang="0">
                    <a:pos x="43" y="20"/>
                  </a:cxn>
                  <a:cxn ang="0">
                    <a:pos x="38" y="31"/>
                  </a:cxn>
                  <a:cxn ang="0">
                    <a:pos x="32" y="39"/>
                  </a:cxn>
                  <a:cxn ang="0">
                    <a:pos x="25" y="43"/>
                  </a:cxn>
                  <a:cxn ang="0">
                    <a:pos x="18" y="39"/>
                  </a:cxn>
                  <a:cxn ang="0">
                    <a:pos x="11" y="32"/>
                  </a:cxn>
                  <a:cxn ang="0">
                    <a:pos x="5" y="22"/>
                  </a:cxn>
                  <a:cxn ang="0">
                    <a:pos x="1" y="12"/>
                  </a:cxn>
                  <a:cxn ang="0">
                    <a:pos x="0" y="4"/>
                  </a:cxn>
                  <a:cxn ang="0">
                    <a:pos x="3" y="2"/>
                  </a:cxn>
                  <a:cxn ang="0">
                    <a:pos x="8" y="2"/>
                  </a:cxn>
                  <a:cxn ang="0">
                    <a:pos x="14" y="3"/>
                  </a:cxn>
                  <a:cxn ang="0">
                    <a:pos x="19" y="4"/>
                  </a:cxn>
                  <a:cxn ang="0">
                    <a:pos x="21" y="4"/>
                  </a:cxn>
                  <a:cxn ang="0">
                    <a:pos x="40" y="0"/>
                  </a:cxn>
                </a:cxnLst>
                <a:rect l="0" t="0" r="r" b="b"/>
                <a:pathLst>
                  <a:path w="44" h="43">
                    <a:moveTo>
                      <a:pt x="40" y="0"/>
                    </a:moveTo>
                    <a:lnTo>
                      <a:pt x="44" y="8"/>
                    </a:lnTo>
                    <a:lnTo>
                      <a:pt x="44" y="12"/>
                    </a:lnTo>
                    <a:lnTo>
                      <a:pt x="43" y="20"/>
                    </a:lnTo>
                    <a:lnTo>
                      <a:pt x="38" y="31"/>
                    </a:lnTo>
                    <a:lnTo>
                      <a:pt x="32" y="39"/>
                    </a:lnTo>
                    <a:lnTo>
                      <a:pt x="25" y="43"/>
                    </a:lnTo>
                    <a:lnTo>
                      <a:pt x="18" y="39"/>
                    </a:lnTo>
                    <a:lnTo>
                      <a:pt x="11" y="32"/>
                    </a:lnTo>
                    <a:lnTo>
                      <a:pt x="5" y="22"/>
                    </a:lnTo>
                    <a:lnTo>
                      <a:pt x="1" y="12"/>
                    </a:lnTo>
                    <a:lnTo>
                      <a:pt x="0" y="4"/>
                    </a:lnTo>
                    <a:lnTo>
                      <a:pt x="3" y="2"/>
                    </a:lnTo>
                    <a:lnTo>
                      <a:pt x="8" y="2"/>
                    </a:lnTo>
                    <a:lnTo>
                      <a:pt x="14" y="3"/>
                    </a:lnTo>
                    <a:lnTo>
                      <a:pt x="19" y="4"/>
                    </a:lnTo>
                    <a:lnTo>
                      <a:pt x="21" y="4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0" name="Freeform 1221">
                <a:extLst>
                  <a:ext uri="{FF2B5EF4-FFF2-40B4-BE49-F238E27FC236}">
                    <a16:creationId xmlns:a16="http://schemas.microsoft.com/office/drawing/2014/main" id="{0EF92FBD-3A5B-406F-A6F6-5B6107FE4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5834" y="5448583"/>
                <a:ext cx="12435" cy="124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6" y="4"/>
                  </a:cxn>
                  <a:cxn ang="0">
                    <a:pos x="5" y="5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1" name="Freeform 1222">
                <a:extLst>
                  <a:ext uri="{FF2B5EF4-FFF2-40B4-BE49-F238E27FC236}">
                    <a16:creationId xmlns:a16="http://schemas.microsoft.com/office/drawing/2014/main" id="{E31A176C-A587-49DE-9E81-72A4357CD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42256" y="5334590"/>
                <a:ext cx="29015" cy="1036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4" y="2"/>
                  </a:cxn>
                  <a:cxn ang="0">
                    <a:pos x="9" y="5"/>
                  </a:cxn>
                  <a:cxn ang="0">
                    <a:pos x="5" y="5"/>
                  </a:cxn>
                  <a:cxn ang="0">
                    <a:pos x="0" y="2"/>
                  </a:cxn>
                  <a:cxn ang="0">
                    <a:pos x="4" y="1"/>
                  </a:cxn>
                  <a:cxn ang="0">
                    <a:pos x="6" y="0"/>
                  </a:cxn>
                </a:cxnLst>
                <a:rect l="0" t="0" r="r" b="b"/>
                <a:pathLst>
                  <a:path w="14" h="5">
                    <a:moveTo>
                      <a:pt x="6" y="0"/>
                    </a:moveTo>
                    <a:lnTo>
                      <a:pt x="9" y="0"/>
                    </a:lnTo>
                    <a:lnTo>
                      <a:pt x="14" y="2"/>
                    </a:lnTo>
                    <a:lnTo>
                      <a:pt x="9" y="5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4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2" name="Freeform 1223">
                <a:extLst>
                  <a:ext uri="{FF2B5EF4-FFF2-40B4-BE49-F238E27FC236}">
                    <a16:creationId xmlns:a16="http://schemas.microsoft.com/office/drawing/2014/main" id="{81ED1F3A-F7C7-4755-B2AD-725E75EED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6811" y="4692084"/>
                <a:ext cx="965809" cy="735774"/>
              </a:xfrm>
              <a:custGeom>
                <a:avLst/>
                <a:gdLst/>
                <a:ahLst/>
                <a:cxnLst>
                  <a:cxn ang="0">
                    <a:pos x="350" y="35"/>
                  </a:cxn>
                  <a:cxn ang="0">
                    <a:pos x="360" y="44"/>
                  </a:cxn>
                  <a:cxn ang="0">
                    <a:pos x="373" y="69"/>
                  </a:cxn>
                  <a:cxn ang="0">
                    <a:pos x="405" y="112"/>
                  </a:cxn>
                  <a:cxn ang="0">
                    <a:pos x="419" y="135"/>
                  </a:cxn>
                  <a:cxn ang="0">
                    <a:pos x="441" y="159"/>
                  </a:cxn>
                  <a:cxn ang="0">
                    <a:pos x="465" y="200"/>
                  </a:cxn>
                  <a:cxn ang="0">
                    <a:pos x="460" y="252"/>
                  </a:cxn>
                  <a:cxn ang="0">
                    <a:pos x="444" y="278"/>
                  </a:cxn>
                  <a:cxn ang="0">
                    <a:pos x="426" y="325"/>
                  </a:cxn>
                  <a:cxn ang="0">
                    <a:pos x="389" y="347"/>
                  </a:cxn>
                  <a:cxn ang="0">
                    <a:pos x="365" y="342"/>
                  </a:cxn>
                  <a:cxn ang="0">
                    <a:pos x="355" y="350"/>
                  </a:cxn>
                  <a:cxn ang="0">
                    <a:pos x="317" y="341"/>
                  </a:cxn>
                  <a:cxn ang="0">
                    <a:pos x="301" y="307"/>
                  </a:cxn>
                  <a:cxn ang="0">
                    <a:pos x="288" y="308"/>
                  </a:cxn>
                  <a:cxn ang="0">
                    <a:pos x="287" y="292"/>
                  </a:cxn>
                  <a:cxn ang="0">
                    <a:pos x="278" y="305"/>
                  </a:cxn>
                  <a:cxn ang="0">
                    <a:pos x="281" y="291"/>
                  </a:cxn>
                  <a:cxn ang="0">
                    <a:pos x="263" y="296"/>
                  </a:cxn>
                  <a:cxn ang="0">
                    <a:pos x="250" y="288"/>
                  </a:cxn>
                  <a:cxn ang="0">
                    <a:pos x="219" y="258"/>
                  </a:cxn>
                  <a:cxn ang="0">
                    <a:pos x="175" y="262"/>
                  </a:cxn>
                  <a:cxn ang="0">
                    <a:pos x="123" y="277"/>
                  </a:cxn>
                  <a:cxn ang="0">
                    <a:pos x="86" y="287"/>
                  </a:cxn>
                  <a:cxn ang="0">
                    <a:pos x="56" y="300"/>
                  </a:cxn>
                  <a:cxn ang="0">
                    <a:pos x="18" y="287"/>
                  </a:cxn>
                  <a:cxn ang="0">
                    <a:pos x="26" y="276"/>
                  </a:cxn>
                  <a:cxn ang="0">
                    <a:pos x="16" y="232"/>
                  </a:cxn>
                  <a:cxn ang="0">
                    <a:pos x="0" y="194"/>
                  </a:cxn>
                  <a:cxn ang="0">
                    <a:pos x="5" y="186"/>
                  </a:cxn>
                  <a:cxn ang="0">
                    <a:pos x="1" y="163"/>
                  </a:cxn>
                  <a:cxn ang="0">
                    <a:pos x="6" y="139"/>
                  </a:cxn>
                  <a:cxn ang="0">
                    <a:pos x="46" y="117"/>
                  </a:cxn>
                  <a:cxn ang="0">
                    <a:pos x="99" y="96"/>
                  </a:cxn>
                  <a:cxn ang="0">
                    <a:pos x="111" y="76"/>
                  </a:cxn>
                  <a:cxn ang="0">
                    <a:pos x="117" y="68"/>
                  </a:cxn>
                  <a:cxn ang="0">
                    <a:pos x="134" y="53"/>
                  </a:cxn>
                  <a:cxn ang="0">
                    <a:pos x="158" y="38"/>
                  </a:cxn>
                  <a:cxn ang="0">
                    <a:pos x="171" y="52"/>
                  </a:cxn>
                  <a:cxn ang="0">
                    <a:pos x="187" y="49"/>
                  </a:cxn>
                  <a:cxn ang="0">
                    <a:pos x="192" y="28"/>
                  </a:cxn>
                  <a:cxn ang="0">
                    <a:pos x="218" y="19"/>
                  </a:cxn>
                  <a:cxn ang="0">
                    <a:pos x="219" y="13"/>
                  </a:cxn>
                  <a:cxn ang="0">
                    <a:pos x="252" y="18"/>
                  </a:cxn>
                  <a:cxn ang="0">
                    <a:pos x="271" y="20"/>
                  </a:cxn>
                  <a:cxn ang="0">
                    <a:pos x="266" y="28"/>
                  </a:cxn>
                  <a:cxn ang="0">
                    <a:pos x="258" y="53"/>
                  </a:cxn>
                  <a:cxn ang="0">
                    <a:pos x="268" y="58"/>
                  </a:cxn>
                  <a:cxn ang="0">
                    <a:pos x="302" y="77"/>
                  </a:cxn>
                  <a:cxn ang="0">
                    <a:pos x="318" y="82"/>
                  </a:cxn>
                  <a:cxn ang="0">
                    <a:pos x="332" y="12"/>
                  </a:cxn>
                </a:cxnLst>
                <a:rect l="0" t="0" r="r" b="b"/>
                <a:pathLst>
                  <a:path w="466" h="355">
                    <a:moveTo>
                      <a:pt x="341" y="0"/>
                    </a:moveTo>
                    <a:lnTo>
                      <a:pt x="343" y="10"/>
                    </a:lnTo>
                    <a:lnTo>
                      <a:pt x="347" y="19"/>
                    </a:lnTo>
                    <a:lnTo>
                      <a:pt x="350" y="27"/>
                    </a:lnTo>
                    <a:lnTo>
                      <a:pt x="350" y="35"/>
                    </a:lnTo>
                    <a:lnTo>
                      <a:pt x="351" y="38"/>
                    </a:lnTo>
                    <a:lnTo>
                      <a:pt x="351" y="41"/>
                    </a:lnTo>
                    <a:lnTo>
                      <a:pt x="353" y="43"/>
                    </a:lnTo>
                    <a:lnTo>
                      <a:pt x="356" y="44"/>
                    </a:lnTo>
                    <a:lnTo>
                      <a:pt x="360" y="44"/>
                    </a:lnTo>
                    <a:lnTo>
                      <a:pt x="365" y="47"/>
                    </a:lnTo>
                    <a:lnTo>
                      <a:pt x="367" y="47"/>
                    </a:lnTo>
                    <a:lnTo>
                      <a:pt x="371" y="53"/>
                    </a:lnTo>
                    <a:lnTo>
                      <a:pt x="372" y="62"/>
                    </a:lnTo>
                    <a:lnTo>
                      <a:pt x="373" y="69"/>
                    </a:lnTo>
                    <a:lnTo>
                      <a:pt x="378" y="83"/>
                    </a:lnTo>
                    <a:lnTo>
                      <a:pt x="383" y="96"/>
                    </a:lnTo>
                    <a:lnTo>
                      <a:pt x="389" y="102"/>
                    </a:lnTo>
                    <a:lnTo>
                      <a:pt x="396" y="107"/>
                    </a:lnTo>
                    <a:lnTo>
                      <a:pt x="405" y="112"/>
                    </a:lnTo>
                    <a:lnTo>
                      <a:pt x="411" y="117"/>
                    </a:lnTo>
                    <a:lnTo>
                      <a:pt x="414" y="121"/>
                    </a:lnTo>
                    <a:lnTo>
                      <a:pt x="416" y="126"/>
                    </a:lnTo>
                    <a:lnTo>
                      <a:pt x="417" y="131"/>
                    </a:lnTo>
                    <a:lnTo>
                      <a:pt x="419" y="135"/>
                    </a:lnTo>
                    <a:lnTo>
                      <a:pt x="424" y="140"/>
                    </a:lnTo>
                    <a:lnTo>
                      <a:pt x="426" y="141"/>
                    </a:lnTo>
                    <a:lnTo>
                      <a:pt x="432" y="141"/>
                    </a:lnTo>
                    <a:lnTo>
                      <a:pt x="435" y="151"/>
                    </a:lnTo>
                    <a:lnTo>
                      <a:pt x="441" y="159"/>
                    </a:lnTo>
                    <a:lnTo>
                      <a:pt x="449" y="165"/>
                    </a:lnTo>
                    <a:lnTo>
                      <a:pt x="455" y="171"/>
                    </a:lnTo>
                    <a:lnTo>
                      <a:pt x="455" y="173"/>
                    </a:lnTo>
                    <a:lnTo>
                      <a:pt x="461" y="185"/>
                    </a:lnTo>
                    <a:lnTo>
                      <a:pt x="465" y="200"/>
                    </a:lnTo>
                    <a:lnTo>
                      <a:pt x="466" y="215"/>
                    </a:lnTo>
                    <a:lnTo>
                      <a:pt x="465" y="225"/>
                    </a:lnTo>
                    <a:lnTo>
                      <a:pt x="464" y="234"/>
                    </a:lnTo>
                    <a:lnTo>
                      <a:pt x="460" y="240"/>
                    </a:lnTo>
                    <a:lnTo>
                      <a:pt x="460" y="252"/>
                    </a:lnTo>
                    <a:lnTo>
                      <a:pt x="459" y="254"/>
                    </a:lnTo>
                    <a:lnTo>
                      <a:pt x="459" y="257"/>
                    </a:lnTo>
                    <a:lnTo>
                      <a:pt x="458" y="258"/>
                    </a:lnTo>
                    <a:lnTo>
                      <a:pt x="456" y="261"/>
                    </a:lnTo>
                    <a:lnTo>
                      <a:pt x="444" y="278"/>
                    </a:lnTo>
                    <a:lnTo>
                      <a:pt x="437" y="288"/>
                    </a:lnTo>
                    <a:lnTo>
                      <a:pt x="434" y="300"/>
                    </a:lnTo>
                    <a:lnTo>
                      <a:pt x="429" y="312"/>
                    </a:lnTo>
                    <a:lnTo>
                      <a:pt x="426" y="326"/>
                    </a:lnTo>
                    <a:lnTo>
                      <a:pt x="426" y="325"/>
                    </a:lnTo>
                    <a:lnTo>
                      <a:pt x="422" y="332"/>
                    </a:lnTo>
                    <a:lnTo>
                      <a:pt x="415" y="336"/>
                    </a:lnTo>
                    <a:lnTo>
                      <a:pt x="406" y="340"/>
                    </a:lnTo>
                    <a:lnTo>
                      <a:pt x="396" y="342"/>
                    </a:lnTo>
                    <a:lnTo>
                      <a:pt x="389" y="347"/>
                    </a:lnTo>
                    <a:lnTo>
                      <a:pt x="385" y="355"/>
                    </a:lnTo>
                    <a:lnTo>
                      <a:pt x="381" y="352"/>
                    </a:lnTo>
                    <a:lnTo>
                      <a:pt x="373" y="349"/>
                    </a:lnTo>
                    <a:lnTo>
                      <a:pt x="367" y="345"/>
                    </a:lnTo>
                    <a:lnTo>
                      <a:pt x="365" y="342"/>
                    </a:lnTo>
                    <a:lnTo>
                      <a:pt x="361" y="344"/>
                    </a:lnTo>
                    <a:lnTo>
                      <a:pt x="360" y="345"/>
                    </a:lnTo>
                    <a:lnTo>
                      <a:pt x="357" y="346"/>
                    </a:lnTo>
                    <a:lnTo>
                      <a:pt x="356" y="349"/>
                    </a:lnTo>
                    <a:lnTo>
                      <a:pt x="355" y="350"/>
                    </a:lnTo>
                    <a:lnTo>
                      <a:pt x="352" y="351"/>
                    </a:lnTo>
                    <a:lnTo>
                      <a:pt x="348" y="351"/>
                    </a:lnTo>
                    <a:lnTo>
                      <a:pt x="338" y="350"/>
                    </a:lnTo>
                    <a:lnTo>
                      <a:pt x="327" y="346"/>
                    </a:lnTo>
                    <a:lnTo>
                      <a:pt x="317" y="341"/>
                    </a:lnTo>
                    <a:lnTo>
                      <a:pt x="309" y="334"/>
                    </a:lnTo>
                    <a:lnTo>
                      <a:pt x="307" y="324"/>
                    </a:lnTo>
                    <a:lnTo>
                      <a:pt x="304" y="316"/>
                    </a:lnTo>
                    <a:lnTo>
                      <a:pt x="302" y="312"/>
                    </a:lnTo>
                    <a:lnTo>
                      <a:pt x="301" y="307"/>
                    </a:lnTo>
                    <a:lnTo>
                      <a:pt x="301" y="306"/>
                    </a:lnTo>
                    <a:lnTo>
                      <a:pt x="298" y="307"/>
                    </a:lnTo>
                    <a:lnTo>
                      <a:pt x="296" y="307"/>
                    </a:lnTo>
                    <a:lnTo>
                      <a:pt x="292" y="308"/>
                    </a:lnTo>
                    <a:lnTo>
                      <a:pt x="288" y="308"/>
                    </a:lnTo>
                    <a:lnTo>
                      <a:pt x="291" y="303"/>
                    </a:lnTo>
                    <a:lnTo>
                      <a:pt x="291" y="297"/>
                    </a:lnTo>
                    <a:lnTo>
                      <a:pt x="288" y="292"/>
                    </a:lnTo>
                    <a:lnTo>
                      <a:pt x="287" y="291"/>
                    </a:lnTo>
                    <a:lnTo>
                      <a:pt x="287" y="292"/>
                    </a:lnTo>
                    <a:lnTo>
                      <a:pt x="286" y="295"/>
                    </a:lnTo>
                    <a:lnTo>
                      <a:pt x="286" y="296"/>
                    </a:lnTo>
                    <a:lnTo>
                      <a:pt x="283" y="298"/>
                    </a:lnTo>
                    <a:lnTo>
                      <a:pt x="282" y="301"/>
                    </a:lnTo>
                    <a:lnTo>
                      <a:pt x="278" y="305"/>
                    </a:lnTo>
                    <a:lnTo>
                      <a:pt x="274" y="305"/>
                    </a:lnTo>
                    <a:lnTo>
                      <a:pt x="272" y="302"/>
                    </a:lnTo>
                    <a:lnTo>
                      <a:pt x="272" y="301"/>
                    </a:lnTo>
                    <a:lnTo>
                      <a:pt x="277" y="297"/>
                    </a:lnTo>
                    <a:lnTo>
                      <a:pt x="281" y="291"/>
                    </a:lnTo>
                    <a:lnTo>
                      <a:pt x="283" y="276"/>
                    </a:lnTo>
                    <a:lnTo>
                      <a:pt x="283" y="271"/>
                    </a:lnTo>
                    <a:lnTo>
                      <a:pt x="277" y="278"/>
                    </a:lnTo>
                    <a:lnTo>
                      <a:pt x="271" y="288"/>
                    </a:lnTo>
                    <a:lnTo>
                      <a:pt x="263" y="296"/>
                    </a:lnTo>
                    <a:lnTo>
                      <a:pt x="257" y="300"/>
                    </a:lnTo>
                    <a:lnTo>
                      <a:pt x="256" y="300"/>
                    </a:lnTo>
                    <a:lnTo>
                      <a:pt x="254" y="298"/>
                    </a:lnTo>
                    <a:lnTo>
                      <a:pt x="254" y="292"/>
                    </a:lnTo>
                    <a:lnTo>
                      <a:pt x="250" y="288"/>
                    </a:lnTo>
                    <a:lnTo>
                      <a:pt x="247" y="282"/>
                    </a:lnTo>
                    <a:lnTo>
                      <a:pt x="242" y="273"/>
                    </a:lnTo>
                    <a:lnTo>
                      <a:pt x="239" y="268"/>
                    </a:lnTo>
                    <a:lnTo>
                      <a:pt x="230" y="262"/>
                    </a:lnTo>
                    <a:lnTo>
                      <a:pt x="219" y="258"/>
                    </a:lnTo>
                    <a:lnTo>
                      <a:pt x="207" y="257"/>
                    </a:lnTo>
                    <a:lnTo>
                      <a:pt x="195" y="256"/>
                    </a:lnTo>
                    <a:lnTo>
                      <a:pt x="187" y="257"/>
                    </a:lnTo>
                    <a:lnTo>
                      <a:pt x="180" y="259"/>
                    </a:lnTo>
                    <a:lnTo>
                      <a:pt x="175" y="262"/>
                    </a:lnTo>
                    <a:lnTo>
                      <a:pt x="169" y="264"/>
                    </a:lnTo>
                    <a:lnTo>
                      <a:pt x="158" y="267"/>
                    </a:lnTo>
                    <a:lnTo>
                      <a:pt x="138" y="269"/>
                    </a:lnTo>
                    <a:lnTo>
                      <a:pt x="129" y="272"/>
                    </a:lnTo>
                    <a:lnTo>
                      <a:pt x="123" y="277"/>
                    </a:lnTo>
                    <a:lnTo>
                      <a:pt x="119" y="286"/>
                    </a:lnTo>
                    <a:lnTo>
                      <a:pt x="107" y="287"/>
                    </a:lnTo>
                    <a:lnTo>
                      <a:pt x="95" y="288"/>
                    </a:lnTo>
                    <a:lnTo>
                      <a:pt x="92" y="287"/>
                    </a:lnTo>
                    <a:lnTo>
                      <a:pt x="86" y="287"/>
                    </a:lnTo>
                    <a:lnTo>
                      <a:pt x="84" y="288"/>
                    </a:lnTo>
                    <a:lnTo>
                      <a:pt x="82" y="288"/>
                    </a:lnTo>
                    <a:lnTo>
                      <a:pt x="74" y="291"/>
                    </a:lnTo>
                    <a:lnTo>
                      <a:pt x="65" y="296"/>
                    </a:lnTo>
                    <a:lnTo>
                      <a:pt x="56" y="300"/>
                    </a:lnTo>
                    <a:lnTo>
                      <a:pt x="45" y="302"/>
                    </a:lnTo>
                    <a:lnTo>
                      <a:pt x="37" y="301"/>
                    </a:lnTo>
                    <a:lnTo>
                      <a:pt x="28" y="297"/>
                    </a:lnTo>
                    <a:lnTo>
                      <a:pt x="21" y="292"/>
                    </a:lnTo>
                    <a:lnTo>
                      <a:pt x="18" y="287"/>
                    </a:lnTo>
                    <a:lnTo>
                      <a:pt x="18" y="285"/>
                    </a:lnTo>
                    <a:lnTo>
                      <a:pt x="20" y="282"/>
                    </a:lnTo>
                    <a:lnTo>
                      <a:pt x="22" y="281"/>
                    </a:lnTo>
                    <a:lnTo>
                      <a:pt x="23" y="278"/>
                    </a:lnTo>
                    <a:lnTo>
                      <a:pt x="26" y="276"/>
                    </a:lnTo>
                    <a:lnTo>
                      <a:pt x="27" y="273"/>
                    </a:lnTo>
                    <a:lnTo>
                      <a:pt x="27" y="269"/>
                    </a:lnTo>
                    <a:lnTo>
                      <a:pt x="26" y="258"/>
                    </a:lnTo>
                    <a:lnTo>
                      <a:pt x="22" y="251"/>
                    </a:lnTo>
                    <a:lnTo>
                      <a:pt x="16" y="232"/>
                    </a:lnTo>
                    <a:lnTo>
                      <a:pt x="15" y="223"/>
                    </a:lnTo>
                    <a:lnTo>
                      <a:pt x="12" y="214"/>
                    </a:lnTo>
                    <a:lnTo>
                      <a:pt x="8" y="204"/>
                    </a:lnTo>
                    <a:lnTo>
                      <a:pt x="7" y="202"/>
                    </a:lnTo>
                    <a:lnTo>
                      <a:pt x="0" y="194"/>
                    </a:lnTo>
                    <a:lnTo>
                      <a:pt x="0" y="189"/>
                    </a:lnTo>
                    <a:lnTo>
                      <a:pt x="1" y="188"/>
                    </a:lnTo>
                    <a:lnTo>
                      <a:pt x="1" y="186"/>
                    </a:lnTo>
                    <a:lnTo>
                      <a:pt x="2" y="184"/>
                    </a:lnTo>
                    <a:lnTo>
                      <a:pt x="5" y="186"/>
                    </a:lnTo>
                    <a:lnTo>
                      <a:pt x="6" y="189"/>
                    </a:lnTo>
                    <a:lnTo>
                      <a:pt x="6" y="184"/>
                    </a:lnTo>
                    <a:lnTo>
                      <a:pt x="5" y="178"/>
                    </a:lnTo>
                    <a:lnTo>
                      <a:pt x="2" y="171"/>
                    </a:lnTo>
                    <a:lnTo>
                      <a:pt x="1" y="163"/>
                    </a:lnTo>
                    <a:lnTo>
                      <a:pt x="1" y="137"/>
                    </a:lnTo>
                    <a:lnTo>
                      <a:pt x="2" y="136"/>
                    </a:lnTo>
                    <a:lnTo>
                      <a:pt x="5" y="135"/>
                    </a:lnTo>
                    <a:lnTo>
                      <a:pt x="6" y="135"/>
                    </a:lnTo>
                    <a:lnTo>
                      <a:pt x="6" y="139"/>
                    </a:lnTo>
                    <a:lnTo>
                      <a:pt x="13" y="135"/>
                    </a:lnTo>
                    <a:lnTo>
                      <a:pt x="22" y="129"/>
                    </a:lnTo>
                    <a:lnTo>
                      <a:pt x="27" y="124"/>
                    </a:lnTo>
                    <a:lnTo>
                      <a:pt x="35" y="120"/>
                    </a:lnTo>
                    <a:lnTo>
                      <a:pt x="46" y="117"/>
                    </a:lnTo>
                    <a:lnTo>
                      <a:pt x="55" y="116"/>
                    </a:lnTo>
                    <a:lnTo>
                      <a:pt x="65" y="113"/>
                    </a:lnTo>
                    <a:lnTo>
                      <a:pt x="77" y="110"/>
                    </a:lnTo>
                    <a:lnTo>
                      <a:pt x="90" y="103"/>
                    </a:lnTo>
                    <a:lnTo>
                      <a:pt x="99" y="96"/>
                    </a:lnTo>
                    <a:lnTo>
                      <a:pt x="102" y="88"/>
                    </a:lnTo>
                    <a:lnTo>
                      <a:pt x="102" y="78"/>
                    </a:lnTo>
                    <a:lnTo>
                      <a:pt x="105" y="73"/>
                    </a:lnTo>
                    <a:lnTo>
                      <a:pt x="107" y="71"/>
                    </a:lnTo>
                    <a:lnTo>
                      <a:pt x="111" y="76"/>
                    </a:lnTo>
                    <a:lnTo>
                      <a:pt x="114" y="79"/>
                    </a:lnTo>
                    <a:lnTo>
                      <a:pt x="116" y="78"/>
                    </a:lnTo>
                    <a:lnTo>
                      <a:pt x="116" y="76"/>
                    </a:lnTo>
                    <a:lnTo>
                      <a:pt x="117" y="73"/>
                    </a:lnTo>
                    <a:lnTo>
                      <a:pt x="117" y="68"/>
                    </a:lnTo>
                    <a:lnTo>
                      <a:pt x="119" y="66"/>
                    </a:lnTo>
                    <a:lnTo>
                      <a:pt x="126" y="69"/>
                    </a:lnTo>
                    <a:lnTo>
                      <a:pt x="128" y="62"/>
                    </a:lnTo>
                    <a:lnTo>
                      <a:pt x="131" y="57"/>
                    </a:lnTo>
                    <a:lnTo>
                      <a:pt x="134" y="53"/>
                    </a:lnTo>
                    <a:lnTo>
                      <a:pt x="136" y="47"/>
                    </a:lnTo>
                    <a:lnTo>
                      <a:pt x="143" y="46"/>
                    </a:lnTo>
                    <a:lnTo>
                      <a:pt x="148" y="43"/>
                    </a:lnTo>
                    <a:lnTo>
                      <a:pt x="153" y="39"/>
                    </a:lnTo>
                    <a:lnTo>
                      <a:pt x="158" y="38"/>
                    </a:lnTo>
                    <a:lnTo>
                      <a:pt x="161" y="39"/>
                    </a:lnTo>
                    <a:lnTo>
                      <a:pt x="164" y="41"/>
                    </a:lnTo>
                    <a:lnTo>
                      <a:pt x="166" y="43"/>
                    </a:lnTo>
                    <a:lnTo>
                      <a:pt x="170" y="54"/>
                    </a:lnTo>
                    <a:lnTo>
                      <a:pt x="171" y="52"/>
                    </a:lnTo>
                    <a:lnTo>
                      <a:pt x="176" y="49"/>
                    </a:lnTo>
                    <a:lnTo>
                      <a:pt x="180" y="49"/>
                    </a:lnTo>
                    <a:lnTo>
                      <a:pt x="183" y="51"/>
                    </a:lnTo>
                    <a:lnTo>
                      <a:pt x="185" y="53"/>
                    </a:lnTo>
                    <a:lnTo>
                      <a:pt x="187" y="49"/>
                    </a:lnTo>
                    <a:lnTo>
                      <a:pt x="187" y="39"/>
                    </a:lnTo>
                    <a:lnTo>
                      <a:pt x="188" y="37"/>
                    </a:lnTo>
                    <a:lnTo>
                      <a:pt x="190" y="34"/>
                    </a:lnTo>
                    <a:lnTo>
                      <a:pt x="192" y="32"/>
                    </a:lnTo>
                    <a:lnTo>
                      <a:pt x="192" y="28"/>
                    </a:lnTo>
                    <a:lnTo>
                      <a:pt x="194" y="24"/>
                    </a:lnTo>
                    <a:lnTo>
                      <a:pt x="200" y="22"/>
                    </a:lnTo>
                    <a:lnTo>
                      <a:pt x="209" y="20"/>
                    </a:lnTo>
                    <a:lnTo>
                      <a:pt x="215" y="19"/>
                    </a:lnTo>
                    <a:lnTo>
                      <a:pt x="218" y="19"/>
                    </a:lnTo>
                    <a:lnTo>
                      <a:pt x="219" y="18"/>
                    </a:lnTo>
                    <a:lnTo>
                      <a:pt x="222" y="17"/>
                    </a:lnTo>
                    <a:lnTo>
                      <a:pt x="223" y="17"/>
                    </a:lnTo>
                    <a:lnTo>
                      <a:pt x="222" y="14"/>
                    </a:lnTo>
                    <a:lnTo>
                      <a:pt x="219" y="13"/>
                    </a:lnTo>
                    <a:lnTo>
                      <a:pt x="215" y="9"/>
                    </a:lnTo>
                    <a:lnTo>
                      <a:pt x="215" y="7"/>
                    </a:lnTo>
                    <a:lnTo>
                      <a:pt x="228" y="13"/>
                    </a:lnTo>
                    <a:lnTo>
                      <a:pt x="239" y="17"/>
                    </a:lnTo>
                    <a:lnTo>
                      <a:pt x="252" y="18"/>
                    </a:lnTo>
                    <a:lnTo>
                      <a:pt x="256" y="18"/>
                    </a:lnTo>
                    <a:lnTo>
                      <a:pt x="261" y="15"/>
                    </a:lnTo>
                    <a:lnTo>
                      <a:pt x="264" y="15"/>
                    </a:lnTo>
                    <a:lnTo>
                      <a:pt x="267" y="17"/>
                    </a:lnTo>
                    <a:lnTo>
                      <a:pt x="271" y="20"/>
                    </a:lnTo>
                    <a:lnTo>
                      <a:pt x="272" y="23"/>
                    </a:lnTo>
                    <a:lnTo>
                      <a:pt x="272" y="25"/>
                    </a:lnTo>
                    <a:lnTo>
                      <a:pt x="271" y="27"/>
                    </a:lnTo>
                    <a:lnTo>
                      <a:pt x="268" y="28"/>
                    </a:lnTo>
                    <a:lnTo>
                      <a:pt x="266" y="28"/>
                    </a:lnTo>
                    <a:lnTo>
                      <a:pt x="264" y="29"/>
                    </a:lnTo>
                    <a:lnTo>
                      <a:pt x="262" y="30"/>
                    </a:lnTo>
                    <a:lnTo>
                      <a:pt x="257" y="51"/>
                    </a:lnTo>
                    <a:lnTo>
                      <a:pt x="257" y="52"/>
                    </a:lnTo>
                    <a:lnTo>
                      <a:pt x="258" y="53"/>
                    </a:lnTo>
                    <a:lnTo>
                      <a:pt x="262" y="53"/>
                    </a:lnTo>
                    <a:lnTo>
                      <a:pt x="264" y="54"/>
                    </a:lnTo>
                    <a:lnTo>
                      <a:pt x="266" y="54"/>
                    </a:lnTo>
                    <a:lnTo>
                      <a:pt x="267" y="56"/>
                    </a:lnTo>
                    <a:lnTo>
                      <a:pt x="268" y="58"/>
                    </a:lnTo>
                    <a:lnTo>
                      <a:pt x="268" y="62"/>
                    </a:lnTo>
                    <a:lnTo>
                      <a:pt x="269" y="63"/>
                    </a:lnTo>
                    <a:lnTo>
                      <a:pt x="297" y="73"/>
                    </a:lnTo>
                    <a:lnTo>
                      <a:pt x="299" y="74"/>
                    </a:lnTo>
                    <a:lnTo>
                      <a:pt x="302" y="77"/>
                    </a:lnTo>
                    <a:lnTo>
                      <a:pt x="303" y="79"/>
                    </a:lnTo>
                    <a:lnTo>
                      <a:pt x="306" y="82"/>
                    </a:lnTo>
                    <a:lnTo>
                      <a:pt x="308" y="83"/>
                    </a:lnTo>
                    <a:lnTo>
                      <a:pt x="312" y="85"/>
                    </a:lnTo>
                    <a:lnTo>
                      <a:pt x="318" y="82"/>
                    </a:lnTo>
                    <a:lnTo>
                      <a:pt x="323" y="76"/>
                    </a:lnTo>
                    <a:lnTo>
                      <a:pt x="328" y="58"/>
                    </a:lnTo>
                    <a:lnTo>
                      <a:pt x="330" y="51"/>
                    </a:lnTo>
                    <a:lnTo>
                      <a:pt x="330" y="14"/>
                    </a:lnTo>
                    <a:lnTo>
                      <a:pt x="332" y="12"/>
                    </a:lnTo>
                    <a:lnTo>
                      <a:pt x="336" y="4"/>
                    </a:lnTo>
                    <a:lnTo>
                      <a:pt x="338" y="3"/>
                    </a:lnTo>
                    <a:lnTo>
                      <a:pt x="3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3" name="Freeform 1224">
                <a:extLst>
                  <a:ext uri="{FF2B5EF4-FFF2-40B4-BE49-F238E27FC236}">
                    <a16:creationId xmlns:a16="http://schemas.microsoft.com/office/drawing/2014/main" id="{872F311D-C8E6-4D51-AF03-BF9CF97E3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59357" y="5471381"/>
                <a:ext cx="184457" cy="180317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72" y="2"/>
                  </a:cxn>
                  <a:cxn ang="0">
                    <a:pos x="74" y="4"/>
                  </a:cxn>
                  <a:cxn ang="0">
                    <a:pos x="74" y="8"/>
                  </a:cxn>
                  <a:cxn ang="0">
                    <a:pos x="76" y="9"/>
                  </a:cxn>
                  <a:cxn ang="0">
                    <a:pos x="77" y="9"/>
                  </a:cxn>
                  <a:cxn ang="0">
                    <a:pos x="84" y="5"/>
                  </a:cxn>
                  <a:cxn ang="0">
                    <a:pos x="87" y="8"/>
                  </a:cxn>
                  <a:cxn ang="0">
                    <a:pos x="88" y="12"/>
                  </a:cxn>
                  <a:cxn ang="0">
                    <a:pos x="89" y="14"/>
                  </a:cxn>
                  <a:cxn ang="0">
                    <a:pos x="83" y="27"/>
                  </a:cxn>
                  <a:cxn ang="0">
                    <a:pos x="78" y="32"/>
                  </a:cxn>
                  <a:cxn ang="0">
                    <a:pos x="73" y="34"/>
                  </a:cxn>
                  <a:cxn ang="0">
                    <a:pos x="73" y="47"/>
                  </a:cxn>
                  <a:cxn ang="0">
                    <a:pos x="68" y="47"/>
                  </a:cxn>
                  <a:cxn ang="0">
                    <a:pos x="64" y="48"/>
                  </a:cxn>
                  <a:cxn ang="0">
                    <a:pos x="58" y="48"/>
                  </a:cxn>
                  <a:cxn ang="0">
                    <a:pos x="57" y="53"/>
                  </a:cxn>
                  <a:cxn ang="0">
                    <a:pos x="49" y="68"/>
                  </a:cxn>
                  <a:cxn ang="0">
                    <a:pos x="47" y="75"/>
                  </a:cxn>
                  <a:cxn ang="0">
                    <a:pos x="46" y="77"/>
                  </a:cxn>
                  <a:cxn ang="0">
                    <a:pos x="43" y="80"/>
                  </a:cxn>
                  <a:cxn ang="0">
                    <a:pos x="39" y="82"/>
                  </a:cxn>
                  <a:cxn ang="0">
                    <a:pos x="37" y="85"/>
                  </a:cxn>
                  <a:cxn ang="0">
                    <a:pos x="33" y="86"/>
                  </a:cxn>
                  <a:cxn ang="0">
                    <a:pos x="30" y="87"/>
                  </a:cxn>
                  <a:cxn ang="0">
                    <a:pos x="29" y="87"/>
                  </a:cxn>
                  <a:cxn ang="0">
                    <a:pos x="24" y="85"/>
                  </a:cxn>
                  <a:cxn ang="0">
                    <a:pos x="20" y="85"/>
                  </a:cxn>
                  <a:cxn ang="0">
                    <a:pos x="18" y="83"/>
                  </a:cxn>
                  <a:cxn ang="0">
                    <a:pos x="14" y="82"/>
                  </a:cxn>
                  <a:cxn ang="0">
                    <a:pos x="12" y="81"/>
                  </a:cxn>
                  <a:cxn ang="0">
                    <a:pos x="8" y="80"/>
                  </a:cxn>
                  <a:cxn ang="0">
                    <a:pos x="5" y="78"/>
                  </a:cxn>
                  <a:cxn ang="0">
                    <a:pos x="4" y="78"/>
                  </a:cxn>
                  <a:cxn ang="0">
                    <a:pos x="3" y="77"/>
                  </a:cxn>
                  <a:cxn ang="0">
                    <a:pos x="2" y="77"/>
                  </a:cxn>
                  <a:cxn ang="0">
                    <a:pos x="0" y="76"/>
                  </a:cxn>
                  <a:cxn ang="0">
                    <a:pos x="3" y="68"/>
                  </a:cxn>
                  <a:cxn ang="0">
                    <a:pos x="7" y="63"/>
                  </a:cxn>
                  <a:cxn ang="0">
                    <a:pos x="13" y="58"/>
                  </a:cxn>
                  <a:cxn ang="0">
                    <a:pos x="17" y="53"/>
                  </a:cxn>
                  <a:cxn ang="0">
                    <a:pos x="18" y="51"/>
                  </a:cxn>
                  <a:cxn ang="0">
                    <a:pos x="22" y="47"/>
                  </a:cxn>
                  <a:cxn ang="0">
                    <a:pos x="24" y="47"/>
                  </a:cxn>
                  <a:cxn ang="0">
                    <a:pos x="32" y="44"/>
                  </a:cxn>
                  <a:cxn ang="0">
                    <a:pos x="39" y="38"/>
                  </a:cxn>
                  <a:cxn ang="0">
                    <a:pos x="47" y="34"/>
                  </a:cxn>
                  <a:cxn ang="0">
                    <a:pos x="49" y="32"/>
                  </a:cxn>
                  <a:cxn ang="0">
                    <a:pos x="51" y="29"/>
                  </a:cxn>
                  <a:cxn ang="0">
                    <a:pos x="52" y="28"/>
                  </a:cxn>
                  <a:cxn ang="0">
                    <a:pos x="53" y="25"/>
                  </a:cxn>
                  <a:cxn ang="0">
                    <a:pos x="54" y="24"/>
                  </a:cxn>
                  <a:cxn ang="0">
                    <a:pos x="54" y="20"/>
                  </a:cxn>
                  <a:cxn ang="0">
                    <a:pos x="58" y="17"/>
                  </a:cxn>
                  <a:cxn ang="0">
                    <a:pos x="61" y="17"/>
                  </a:cxn>
                  <a:cxn ang="0">
                    <a:pos x="62" y="15"/>
                  </a:cxn>
                  <a:cxn ang="0">
                    <a:pos x="62" y="13"/>
                  </a:cxn>
                  <a:cxn ang="0">
                    <a:pos x="63" y="9"/>
                  </a:cxn>
                  <a:cxn ang="0">
                    <a:pos x="64" y="7"/>
                  </a:cxn>
                  <a:cxn ang="0">
                    <a:pos x="69" y="2"/>
                  </a:cxn>
                  <a:cxn ang="0">
                    <a:pos x="72" y="0"/>
                  </a:cxn>
                </a:cxnLst>
                <a:rect l="0" t="0" r="r" b="b"/>
                <a:pathLst>
                  <a:path w="89" h="87">
                    <a:moveTo>
                      <a:pt x="72" y="0"/>
                    </a:moveTo>
                    <a:lnTo>
                      <a:pt x="72" y="2"/>
                    </a:lnTo>
                    <a:lnTo>
                      <a:pt x="74" y="4"/>
                    </a:lnTo>
                    <a:lnTo>
                      <a:pt x="74" y="8"/>
                    </a:lnTo>
                    <a:lnTo>
                      <a:pt x="76" y="9"/>
                    </a:lnTo>
                    <a:lnTo>
                      <a:pt x="77" y="9"/>
                    </a:lnTo>
                    <a:lnTo>
                      <a:pt x="84" y="5"/>
                    </a:lnTo>
                    <a:lnTo>
                      <a:pt x="87" y="8"/>
                    </a:lnTo>
                    <a:lnTo>
                      <a:pt x="88" y="12"/>
                    </a:lnTo>
                    <a:lnTo>
                      <a:pt x="89" y="14"/>
                    </a:lnTo>
                    <a:lnTo>
                      <a:pt x="83" y="27"/>
                    </a:lnTo>
                    <a:lnTo>
                      <a:pt x="78" y="32"/>
                    </a:lnTo>
                    <a:lnTo>
                      <a:pt x="73" y="34"/>
                    </a:lnTo>
                    <a:lnTo>
                      <a:pt x="73" y="47"/>
                    </a:lnTo>
                    <a:lnTo>
                      <a:pt x="68" y="47"/>
                    </a:lnTo>
                    <a:lnTo>
                      <a:pt x="64" y="48"/>
                    </a:lnTo>
                    <a:lnTo>
                      <a:pt x="58" y="48"/>
                    </a:lnTo>
                    <a:lnTo>
                      <a:pt x="57" y="53"/>
                    </a:lnTo>
                    <a:lnTo>
                      <a:pt x="49" y="68"/>
                    </a:lnTo>
                    <a:lnTo>
                      <a:pt x="47" y="75"/>
                    </a:lnTo>
                    <a:lnTo>
                      <a:pt x="46" y="77"/>
                    </a:lnTo>
                    <a:lnTo>
                      <a:pt x="43" y="80"/>
                    </a:lnTo>
                    <a:lnTo>
                      <a:pt x="39" y="82"/>
                    </a:lnTo>
                    <a:lnTo>
                      <a:pt x="37" y="85"/>
                    </a:lnTo>
                    <a:lnTo>
                      <a:pt x="33" y="86"/>
                    </a:lnTo>
                    <a:lnTo>
                      <a:pt x="30" y="87"/>
                    </a:lnTo>
                    <a:lnTo>
                      <a:pt x="29" y="87"/>
                    </a:lnTo>
                    <a:lnTo>
                      <a:pt x="24" y="85"/>
                    </a:lnTo>
                    <a:lnTo>
                      <a:pt x="20" y="85"/>
                    </a:lnTo>
                    <a:lnTo>
                      <a:pt x="18" y="83"/>
                    </a:lnTo>
                    <a:lnTo>
                      <a:pt x="14" y="82"/>
                    </a:lnTo>
                    <a:lnTo>
                      <a:pt x="12" y="81"/>
                    </a:lnTo>
                    <a:lnTo>
                      <a:pt x="8" y="80"/>
                    </a:lnTo>
                    <a:lnTo>
                      <a:pt x="5" y="78"/>
                    </a:lnTo>
                    <a:lnTo>
                      <a:pt x="4" y="78"/>
                    </a:lnTo>
                    <a:lnTo>
                      <a:pt x="3" y="77"/>
                    </a:lnTo>
                    <a:lnTo>
                      <a:pt x="2" y="77"/>
                    </a:lnTo>
                    <a:lnTo>
                      <a:pt x="0" y="76"/>
                    </a:lnTo>
                    <a:lnTo>
                      <a:pt x="3" y="68"/>
                    </a:lnTo>
                    <a:lnTo>
                      <a:pt x="7" y="63"/>
                    </a:lnTo>
                    <a:lnTo>
                      <a:pt x="13" y="58"/>
                    </a:lnTo>
                    <a:lnTo>
                      <a:pt x="17" y="53"/>
                    </a:lnTo>
                    <a:lnTo>
                      <a:pt x="18" y="51"/>
                    </a:lnTo>
                    <a:lnTo>
                      <a:pt x="22" y="47"/>
                    </a:lnTo>
                    <a:lnTo>
                      <a:pt x="24" y="47"/>
                    </a:lnTo>
                    <a:lnTo>
                      <a:pt x="32" y="44"/>
                    </a:lnTo>
                    <a:lnTo>
                      <a:pt x="39" y="38"/>
                    </a:lnTo>
                    <a:lnTo>
                      <a:pt x="47" y="34"/>
                    </a:lnTo>
                    <a:lnTo>
                      <a:pt x="49" y="32"/>
                    </a:lnTo>
                    <a:lnTo>
                      <a:pt x="51" y="29"/>
                    </a:lnTo>
                    <a:lnTo>
                      <a:pt x="52" y="28"/>
                    </a:lnTo>
                    <a:lnTo>
                      <a:pt x="53" y="25"/>
                    </a:lnTo>
                    <a:lnTo>
                      <a:pt x="54" y="24"/>
                    </a:lnTo>
                    <a:lnTo>
                      <a:pt x="54" y="20"/>
                    </a:lnTo>
                    <a:lnTo>
                      <a:pt x="58" y="17"/>
                    </a:lnTo>
                    <a:lnTo>
                      <a:pt x="61" y="17"/>
                    </a:lnTo>
                    <a:lnTo>
                      <a:pt x="62" y="15"/>
                    </a:lnTo>
                    <a:lnTo>
                      <a:pt x="62" y="13"/>
                    </a:lnTo>
                    <a:lnTo>
                      <a:pt x="63" y="9"/>
                    </a:lnTo>
                    <a:lnTo>
                      <a:pt x="64" y="7"/>
                    </a:lnTo>
                    <a:lnTo>
                      <a:pt x="69" y="2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4" name="Freeform 1225">
                <a:extLst>
                  <a:ext uri="{FF2B5EF4-FFF2-40B4-BE49-F238E27FC236}">
                    <a16:creationId xmlns:a16="http://schemas.microsoft.com/office/drawing/2014/main" id="{272EC953-81E3-4AB3-B866-78BB58CC6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10651" y="5297281"/>
                <a:ext cx="138861" cy="198969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9" y="8"/>
                  </a:cxn>
                  <a:cxn ang="0">
                    <a:pos x="16" y="13"/>
                  </a:cxn>
                  <a:cxn ang="0">
                    <a:pos x="20" y="18"/>
                  </a:cxn>
                  <a:cxn ang="0">
                    <a:pos x="19" y="19"/>
                  </a:cxn>
                  <a:cxn ang="0">
                    <a:pos x="20" y="24"/>
                  </a:cxn>
                  <a:cxn ang="0">
                    <a:pos x="24" y="33"/>
                  </a:cxn>
                  <a:cxn ang="0">
                    <a:pos x="28" y="34"/>
                  </a:cxn>
                  <a:cxn ang="0">
                    <a:pos x="29" y="30"/>
                  </a:cxn>
                  <a:cxn ang="0">
                    <a:pos x="34" y="29"/>
                  </a:cxn>
                  <a:cxn ang="0">
                    <a:pos x="35" y="39"/>
                  </a:cxn>
                  <a:cxn ang="0">
                    <a:pos x="44" y="47"/>
                  </a:cxn>
                  <a:cxn ang="0">
                    <a:pos x="54" y="45"/>
                  </a:cxn>
                  <a:cxn ang="0">
                    <a:pos x="58" y="43"/>
                  </a:cxn>
                  <a:cxn ang="0">
                    <a:pos x="63" y="42"/>
                  </a:cxn>
                  <a:cxn ang="0">
                    <a:pos x="67" y="44"/>
                  </a:cxn>
                  <a:cxn ang="0">
                    <a:pos x="60" y="58"/>
                  </a:cxn>
                  <a:cxn ang="0">
                    <a:pos x="57" y="63"/>
                  </a:cxn>
                  <a:cxn ang="0">
                    <a:pos x="53" y="65"/>
                  </a:cxn>
                  <a:cxn ang="0">
                    <a:pos x="47" y="69"/>
                  </a:cxn>
                  <a:cxn ang="0">
                    <a:pos x="48" y="72"/>
                  </a:cxn>
                  <a:cxn ang="0">
                    <a:pos x="47" y="78"/>
                  </a:cxn>
                  <a:cxn ang="0">
                    <a:pos x="42" y="86"/>
                  </a:cxn>
                  <a:cxn ang="0">
                    <a:pos x="38" y="91"/>
                  </a:cxn>
                  <a:cxn ang="0">
                    <a:pos x="31" y="96"/>
                  </a:cxn>
                  <a:cxn ang="0">
                    <a:pos x="23" y="94"/>
                  </a:cxn>
                  <a:cxn ang="0">
                    <a:pos x="21" y="88"/>
                  </a:cxn>
                  <a:cxn ang="0">
                    <a:pos x="25" y="84"/>
                  </a:cxn>
                  <a:cxn ang="0">
                    <a:pos x="26" y="77"/>
                  </a:cxn>
                  <a:cxn ang="0">
                    <a:pos x="23" y="74"/>
                  </a:cxn>
                  <a:cxn ang="0">
                    <a:pos x="15" y="72"/>
                  </a:cxn>
                  <a:cxn ang="0">
                    <a:pos x="11" y="69"/>
                  </a:cxn>
                  <a:cxn ang="0">
                    <a:pos x="13" y="64"/>
                  </a:cxn>
                  <a:cxn ang="0">
                    <a:pos x="18" y="60"/>
                  </a:cxn>
                  <a:cxn ang="0">
                    <a:pos x="23" y="42"/>
                  </a:cxn>
                  <a:cxn ang="0">
                    <a:pos x="18" y="33"/>
                  </a:cxn>
                  <a:cxn ang="0">
                    <a:pos x="16" y="28"/>
                  </a:cxn>
                  <a:cxn ang="0">
                    <a:pos x="11" y="21"/>
                  </a:cxn>
                  <a:cxn ang="0">
                    <a:pos x="3" y="8"/>
                  </a:cxn>
                </a:cxnLst>
                <a:rect l="0" t="0" r="r" b="b"/>
                <a:pathLst>
                  <a:path w="67" h="96">
                    <a:moveTo>
                      <a:pt x="0" y="0"/>
                    </a:moveTo>
                    <a:lnTo>
                      <a:pt x="3" y="4"/>
                    </a:lnTo>
                    <a:lnTo>
                      <a:pt x="6" y="5"/>
                    </a:lnTo>
                    <a:lnTo>
                      <a:pt x="9" y="8"/>
                    </a:lnTo>
                    <a:lnTo>
                      <a:pt x="13" y="9"/>
                    </a:lnTo>
                    <a:lnTo>
                      <a:pt x="16" y="13"/>
                    </a:lnTo>
                    <a:lnTo>
                      <a:pt x="18" y="15"/>
                    </a:lnTo>
                    <a:lnTo>
                      <a:pt x="20" y="18"/>
                    </a:lnTo>
                    <a:lnTo>
                      <a:pt x="20" y="19"/>
                    </a:lnTo>
                    <a:lnTo>
                      <a:pt x="19" y="19"/>
                    </a:lnTo>
                    <a:lnTo>
                      <a:pt x="19" y="21"/>
                    </a:lnTo>
                    <a:lnTo>
                      <a:pt x="20" y="24"/>
                    </a:lnTo>
                    <a:lnTo>
                      <a:pt x="21" y="28"/>
                    </a:lnTo>
                    <a:lnTo>
                      <a:pt x="24" y="33"/>
                    </a:lnTo>
                    <a:lnTo>
                      <a:pt x="25" y="34"/>
                    </a:lnTo>
                    <a:lnTo>
                      <a:pt x="28" y="34"/>
                    </a:lnTo>
                    <a:lnTo>
                      <a:pt x="28" y="33"/>
                    </a:lnTo>
                    <a:lnTo>
                      <a:pt x="29" y="30"/>
                    </a:lnTo>
                    <a:lnTo>
                      <a:pt x="30" y="29"/>
                    </a:lnTo>
                    <a:lnTo>
                      <a:pt x="34" y="29"/>
                    </a:lnTo>
                    <a:lnTo>
                      <a:pt x="34" y="34"/>
                    </a:lnTo>
                    <a:lnTo>
                      <a:pt x="35" y="39"/>
                    </a:lnTo>
                    <a:lnTo>
                      <a:pt x="40" y="44"/>
                    </a:lnTo>
                    <a:lnTo>
                      <a:pt x="44" y="47"/>
                    </a:lnTo>
                    <a:lnTo>
                      <a:pt x="53" y="47"/>
                    </a:lnTo>
                    <a:lnTo>
                      <a:pt x="54" y="45"/>
                    </a:lnTo>
                    <a:lnTo>
                      <a:pt x="57" y="44"/>
                    </a:lnTo>
                    <a:lnTo>
                      <a:pt x="58" y="43"/>
                    </a:lnTo>
                    <a:lnTo>
                      <a:pt x="60" y="42"/>
                    </a:lnTo>
                    <a:lnTo>
                      <a:pt x="63" y="42"/>
                    </a:lnTo>
                    <a:lnTo>
                      <a:pt x="65" y="43"/>
                    </a:lnTo>
                    <a:lnTo>
                      <a:pt x="67" y="44"/>
                    </a:lnTo>
                    <a:lnTo>
                      <a:pt x="63" y="52"/>
                    </a:lnTo>
                    <a:lnTo>
                      <a:pt x="60" y="58"/>
                    </a:lnTo>
                    <a:lnTo>
                      <a:pt x="58" y="65"/>
                    </a:lnTo>
                    <a:lnTo>
                      <a:pt x="57" y="63"/>
                    </a:lnTo>
                    <a:lnTo>
                      <a:pt x="55" y="64"/>
                    </a:lnTo>
                    <a:lnTo>
                      <a:pt x="53" y="65"/>
                    </a:lnTo>
                    <a:lnTo>
                      <a:pt x="49" y="67"/>
                    </a:lnTo>
                    <a:lnTo>
                      <a:pt x="47" y="69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9" y="73"/>
                    </a:lnTo>
                    <a:lnTo>
                      <a:pt x="47" y="78"/>
                    </a:lnTo>
                    <a:lnTo>
                      <a:pt x="43" y="82"/>
                    </a:lnTo>
                    <a:lnTo>
                      <a:pt x="42" y="86"/>
                    </a:lnTo>
                    <a:lnTo>
                      <a:pt x="39" y="88"/>
                    </a:lnTo>
                    <a:lnTo>
                      <a:pt x="38" y="91"/>
                    </a:lnTo>
                    <a:lnTo>
                      <a:pt x="35" y="93"/>
                    </a:lnTo>
                    <a:lnTo>
                      <a:pt x="31" y="96"/>
                    </a:lnTo>
                    <a:lnTo>
                      <a:pt x="25" y="96"/>
                    </a:lnTo>
                    <a:lnTo>
                      <a:pt x="23" y="94"/>
                    </a:lnTo>
                    <a:lnTo>
                      <a:pt x="21" y="93"/>
                    </a:lnTo>
                    <a:lnTo>
                      <a:pt x="21" y="88"/>
                    </a:lnTo>
                    <a:lnTo>
                      <a:pt x="23" y="86"/>
                    </a:lnTo>
                    <a:lnTo>
                      <a:pt x="25" y="84"/>
                    </a:lnTo>
                    <a:lnTo>
                      <a:pt x="26" y="82"/>
                    </a:lnTo>
                    <a:lnTo>
                      <a:pt x="26" y="77"/>
                    </a:lnTo>
                    <a:lnTo>
                      <a:pt x="24" y="76"/>
                    </a:lnTo>
                    <a:lnTo>
                      <a:pt x="23" y="74"/>
                    </a:lnTo>
                    <a:lnTo>
                      <a:pt x="18" y="72"/>
                    </a:lnTo>
                    <a:lnTo>
                      <a:pt x="15" y="72"/>
                    </a:lnTo>
                    <a:lnTo>
                      <a:pt x="14" y="71"/>
                    </a:lnTo>
                    <a:lnTo>
                      <a:pt x="11" y="69"/>
                    </a:lnTo>
                    <a:lnTo>
                      <a:pt x="11" y="67"/>
                    </a:lnTo>
                    <a:lnTo>
                      <a:pt x="13" y="64"/>
                    </a:lnTo>
                    <a:lnTo>
                      <a:pt x="15" y="62"/>
                    </a:lnTo>
                    <a:lnTo>
                      <a:pt x="18" y="60"/>
                    </a:lnTo>
                    <a:lnTo>
                      <a:pt x="23" y="50"/>
                    </a:lnTo>
                    <a:lnTo>
                      <a:pt x="23" y="42"/>
                    </a:lnTo>
                    <a:lnTo>
                      <a:pt x="19" y="34"/>
                    </a:lnTo>
                    <a:lnTo>
                      <a:pt x="18" y="33"/>
                    </a:lnTo>
                    <a:lnTo>
                      <a:pt x="16" y="30"/>
                    </a:lnTo>
                    <a:lnTo>
                      <a:pt x="16" y="28"/>
                    </a:lnTo>
                    <a:lnTo>
                      <a:pt x="18" y="25"/>
                    </a:lnTo>
                    <a:lnTo>
                      <a:pt x="11" y="21"/>
                    </a:lnTo>
                    <a:lnTo>
                      <a:pt x="6" y="15"/>
                    </a:lnTo>
                    <a:lnTo>
                      <a:pt x="3" y="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5" name="Freeform 1209">
                <a:extLst>
                  <a:ext uri="{FF2B5EF4-FFF2-40B4-BE49-F238E27FC236}">
                    <a16:creationId xmlns:a16="http://schemas.microsoft.com/office/drawing/2014/main" id="{FE4F6891-87B7-4366-A7DD-09B322B11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2149" y="4565653"/>
                <a:ext cx="16580" cy="3523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7"/>
                  </a:cxn>
                  <a:cxn ang="0">
                    <a:pos x="6" y="8"/>
                  </a:cxn>
                  <a:cxn ang="0">
                    <a:pos x="5" y="8"/>
                  </a:cxn>
                  <a:cxn ang="0">
                    <a:pos x="5" y="15"/>
                  </a:cxn>
                  <a:cxn ang="0">
                    <a:pos x="4" y="17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1"/>
                  </a:cxn>
                  <a:cxn ang="0">
                    <a:pos x="3" y="10"/>
                  </a:cxn>
                  <a:cxn ang="0">
                    <a:pos x="4" y="8"/>
                  </a:cxn>
                  <a:cxn ang="0">
                    <a:pos x="4" y="2"/>
                  </a:cxn>
                  <a:cxn ang="0">
                    <a:pos x="6" y="0"/>
                  </a:cxn>
                </a:cxnLst>
                <a:rect l="0" t="0" r="r" b="b"/>
                <a:pathLst>
                  <a:path w="8" h="17">
                    <a:moveTo>
                      <a:pt x="6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8" y="7"/>
                    </a:lnTo>
                    <a:lnTo>
                      <a:pt x="6" y="8"/>
                    </a:lnTo>
                    <a:lnTo>
                      <a:pt x="5" y="8"/>
                    </a:lnTo>
                    <a:lnTo>
                      <a:pt x="5" y="15"/>
                    </a:lnTo>
                    <a:lnTo>
                      <a:pt x="4" y="17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3" y="10"/>
                    </a:lnTo>
                    <a:lnTo>
                      <a:pt x="4" y="8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6" name="Freeform 1210">
                <a:extLst>
                  <a:ext uri="{FF2B5EF4-FFF2-40B4-BE49-F238E27FC236}">
                    <a16:creationId xmlns:a16="http://schemas.microsoft.com/office/drawing/2014/main" id="{DB712EEE-F5D2-422E-9CC7-C833BA2EEA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30336" y="4530420"/>
                <a:ext cx="93266" cy="55961"/>
              </a:xfrm>
              <a:custGeom>
                <a:avLst/>
                <a:gdLst/>
                <a:ahLst/>
                <a:cxnLst>
                  <a:cxn ang="0">
                    <a:pos x="12" y="24"/>
                  </a:cxn>
                  <a:cxn ang="0">
                    <a:pos x="13" y="25"/>
                  </a:cxn>
                  <a:cxn ang="0">
                    <a:pos x="12" y="24"/>
                  </a:cxn>
                  <a:cxn ang="0">
                    <a:pos x="40" y="0"/>
                  </a:cxn>
                  <a:cxn ang="0">
                    <a:pos x="43" y="0"/>
                  </a:cxn>
                  <a:cxn ang="0">
                    <a:pos x="45" y="3"/>
                  </a:cxn>
                  <a:cxn ang="0">
                    <a:pos x="45" y="9"/>
                  </a:cxn>
                  <a:cxn ang="0">
                    <a:pos x="44" y="12"/>
                  </a:cxn>
                  <a:cxn ang="0">
                    <a:pos x="43" y="13"/>
                  </a:cxn>
                  <a:cxn ang="0">
                    <a:pos x="40" y="14"/>
                  </a:cxn>
                  <a:cxn ang="0">
                    <a:pos x="39" y="15"/>
                  </a:cxn>
                  <a:cxn ang="0">
                    <a:pos x="38" y="18"/>
                  </a:cxn>
                  <a:cxn ang="0">
                    <a:pos x="38" y="20"/>
                  </a:cxn>
                  <a:cxn ang="0">
                    <a:pos x="25" y="25"/>
                  </a:cxn>
                  <a:cxn ang="0">
                    <a:pos x="18" y="27"/>
                  </a:cxn>
                  <a:cxn ang="0">
                    <a:pos x="17" y="27"/>
                  </a:cxn>
                  <a:cxn ang="0">
                    <a:pos x="13" y="25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12" y="23"/>
                  </a:cxn>
                  <a:cxn ang="0">
                    <a:pos x="9" y="22"/>
                  </a:cxn>
                  <a:cxn ang="0">
                    <a:pos x="8" y="22"/>
                  </a:cxn>
                  <a:cxn ang="0">
                    <a:pos x="5" y="20"/>
                  </a:cxn>
                  <a:cxn ang="0">
                    <a:pos x="3" y="20"/>
                  </a:cxn>
                  <a:cxn ang="0">
                    <a:pos x="2" y="19"/>
                  </a:cxn>
                  <a:cxn ang="0">
                    <a:pos x="0" y="17"/>
                  </a:cxn>
                  <a:cxn ang="0">
                    <a:pos x="15" y="17"/>
                  </a:cxn>
                  <a:cxn ang="0">
                    <a:pos x="18" y="15"/>
                  </a:cxn>
                  <a:cxn ang="0">
                    <a:pos x="22" y="14"/>
                  </a:cxn>
                  <a:cxn ang="0">
                    <a:pos x="25" y="14"/>
                  </a:cxn>
                  <a:cxn ang="0">
                    <a:pos x="28" y="13"/>
                  </a:cxn>
                  <a:cxn ang="0">
                    <a:pos x="30" y="13"/>
                  </a:cxn>
                  <a:cxn ang="0">
                    <a:pos x="35" y="10"/>
                  </a:cxn>
                  <a:cxn ang="0">
                    <a:pos x="37" y="8"/>
                  </a:cxn>
                  <a:cxn ang="0">
                    <a:pos x="38" y="7"/>
                  </a:cxn>
                  <a:cxn ang="0">
                    <a:pos x="38" y="4"/>
                  </a:cxn>
                  <a:cxn ang="0">
                    <a:pos x="39" y="2"/>
                  </a:cxn>
                  <a:cxn ang="0">
                    <a:pos x="40" y="0"/>
                  </a:cxn>
                </a:cxnLst>
                <a:rect l="0" t="0" r="r" b="b"/>
                <a:pathLst>
                  <a:path w="45" h="27">
                    <a:moveTo>
                      <a:pt x="12" y="24"/>
                    </a:moveTo>
                    <a:lnTo>
                      <a:pt x="13" y="25"/>
                    </a:lnTo>
                    <a:lnTo>
                      <a:pt x="12" y="24"/>
                    </a:lnTo>
                    <a:close/>
                    <a:moveTo>
                      <a:pt x="40" y="0"/>
                    </a:moveTo>
                    <a:lnTo>
                      <a:pt x="43" y="0"/>
                    </a:lnTo>
                    <a:lnTo>
                      <a:pt x="45" y="3"/>
                    </a:lnTo>
                    <a:lnTo>
                      <a:pt x="45" y="9"/>
                    </a:lnTo>
                    <a:lnTo>
                      <a:pt x="44" y="12"/>
                    </a:lnTo>
                    <a:lnTo>
                      <a:pt x="43" y="13"/>
                    </a:lnTo>
                    <a:lnTo>
                      <a:pt x="40" y="14"/>
                    </a:lnTo>
                    <a:lnTo>
                      <a:pt x="39" y="15"/>
                    </a:lnTo>
                    <a:lnTo>
                      <a:pt x="38" y="18"/>
                    </a:lnTo>
                    <a:lnTo>
                      <a:pt x="38" y="20"/>
                    </a:lnTo>
                    <a:lnTo>
                      <a:pt x="25" y="25"/>
                    </a:lnTo>
                    <a:lnTo>
                      <a:pt x="18" y="27"/>
                    </a:lnTo>
                    <a:lnTo>
                      <a:pt x="17" y="27"/>
                    </a:lnTo>
                    <a:lnTo>
                      <a:pt x="13" y="25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12" y="23"/>
                    </a:lnTo>
                    <a:lnTo>
                      <a:pt x="9" y="22"/>
                    </a:lnTo>
                    <a:lnTo>
                      <a:pt x="8" y="22"/>
                    </a:lnTo>
                    <a:lnTo>
                      <a:pt x="5" y="20"/>
                    </a:lnTo>
                    <a:lnTo>
                      <a:pt x="3" y="20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15" y="17"/>
                    </a:lnTo>
                    <a:lnTo>
                      <a:pt x="18" y="15"/>
                    </a:lnTo>
                    <a:lnTo>
                      <a:pt x="22" y="14"/>
                    </a:lnTo>
                    <a:lnTo>
                      <a:pt x="25" y="14"/>
                    </a:lnTo>
                    <a:lnTo>
                      <a:pt x="28" y="13"/>
                    </a:lnTo>
                    <a:lnTo>
                      <a:pt x="30" y="13"/>
                    </a:lnTo>
                    <a:lnTo>
                      <a:pt x="35" y="10"/>
                    </a:lnTo>
                    <a:lnTo>
                      <a:pt x="37" y="8"/>
                    </a:lnTo>
                    <a:lnTo>
                      <a:pt x="38" y="7"/>
                    </a:lnTo>
                    <a:lnTo>
                      <a:pt x="38" y="4"/>
                    </a:lnTo>
                    <a:lnTo>
                      <a:pt x="39" y="2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7" name="Freeform 1211">
                <a:extLst>
                  <a:ext uri="{FF2B5EF4-FFF2-40B4-BE49-F238E27FC236}">
                    <a16:creationId xmlns:a16="http://schemas.microsoft.com/office/drawing/2014/main" id="{26E3DF85-FDBE-4C8F-9397-BE3AF92D8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1318" y="4437152"/>
                <a:ext cx="489121" cy="252857"/>
              </a:xfrm>
              <a:custGeom>
                <a:avLst/>
                <a:gdLst/>
                <a:ahLst/>
                <a:cxnLst>
                  <a:cxn ang="0">
                    <a:pos x="29" y="3"/>
                  </a:cxn>
                  <a:cxn ang="0">
                    <a:pos x="40" y="24"/>
                  </a:cxn>
                  <a:cxn ang="0">
                    <a:pos x="47" y="26"/>
                  </a:cxn>
                  <a:cxn ang="0">
                    <a:pos x="56" y="35"/>
                  </a:cxn>
                  <a:cxn ang="0">
                    <a:pos x="61" y="31"/>
                  </a:cxn>
                  <a:cxn ang="0">
                    <a:pos x="67" y="25"/>
                  </a:cxn>
                  <a:cxn ang="0">
                    <a:pos x="74" y="21"/>
                  </a:cxn>
                  <a:cxn ang="0">
                    <a:pos x="86" y="13"/>
                  </a:cxn>
                  <a:cxn ang="0">
                    <a:pos x="91" y="15"/>
                  </a:cxn>
                  <a:cxn ang="0">
                    <a:pos x="98" y="21"/>
                  </a:cxn>
                  <a:cxn ang="0">
                    <a:pos x="113" y="24"/>
                  </a:cxn>
                  <a:cxn ang="0">
                    <a:pos x="119" y="26"/>
                  </a:cxn>
                  <a:cxn ang="0">
                    <a:pos x="148" y="35"/>
                  </a:cxn>
                  <a:cxn ang="0">
                    <a:pos x="160" y="41"/>
                  </a:cxn>
                  <a:cxn ang="0">
                    <a:pos x="163" y="45"/>
                  </a:cxn>
                  <a:cxn ang="0">
                    <a:pos x="178" y="55"/>
                  </a:cxn>
                  <a:cxn ang="0">
                    <a:pos x="190" y="67"/>
                  </a:cxn>
                  <a:cxn ang="0">
                    <a:pos x="200" y="73"/>
                  </a:cxn>
                  <a:cxn ang="0">
                    <a:pos x="192" y="77"/>
                  </a:cxn>
                  <a:cxn ang="0">
                    <a:pos x="197" y="86"/>
                  </a:cxn>
                  <a:cxn ang="0">
                    <a:pos x="202" y="91"/>
                  </a:cxn>
                  <a:cxn ang="0">
                    <a:pos x="209" y="101"/>
                  </a:cxn>
                  <a:cxn ang="0">
                    <a:pos x="216" y="104"/>
                  </a:cxn>
                  <a:cxn ang="0">
                    <a:pos x="220" y="109"/>
                  </a:cxn>
                  <a:cxn ang="0">
                    <a:pos x="227" y="113"/>
                  </a:cxn>
                  <a:cxn ang="0">
                    <a:pos x="236" y="116"/>
                  </a:cxn>
                  <a:cxn ang="0">
                    <a:pos x="227" y="122"/>
                  </a:cxn>
                  <a:cxn ang="0">
                    <a:pos x="210" y="117"/>
                  </a:cxn>
                  <a:cxn ang="0">
                    <a:pos x="196" y="109"/>
                  </a:cxn>
                  <a:cxn ang="0">
                    <a:pos x="194" y="106"/>
                  </a:cxn>
                  <a:cxn ang="0">
                    <a:pos x="178" y="91"/>
                  </a:cxn>
                  <a:cxn ang="0">
                    <a:pos x="158" y="84"/>
                  </a:cxn>
                  <a:cxn ang="0">
                    <a:pos x="152" y="89"/>
                  </a:cxn>
                  <a:cxn ang="0">
                    <a:pos x="147" y="94"/>
                  </a:cxn>
                  <a:cxn ang="0">
                    <a:pos x="145" y="103"/>
                  </a:cxn>
                  <a:cxn ang="0">
                    <a:pos x="122" y="102"/>
                  </a:cxn>
                  <a:cxn ang="0">
                    <a:pos x="102" y="92"/>
                  </a:cxn>
                  <a:cxn ang="0">
                    <a:pos x="87" y="94"/>
                  </a:cxn>
                  <a:cxn ang="0">
                    <a:pos x="87" y="87"/>
                  </a:cxn>
                  <a:cxn ang="0">
                    <a:pos x="93" y="84"/>
                  </a:cxn>
                  <a:cxn ang="0">
                    <a:pos x="91" y="75"/>
                  </a:cxn>
                  <a:cxn ang="0">
                    <a:pos x="84" y="60"/>
                  </a:cxn>
                  <a:cxn ang="0">
                    <a:pos x="74" y="55"/>
                  </a:cxn>
                  <a:cxn ang="0">
                    <a:pos x="49" y="50"/>
                  </a:cxn>
                  <a:cxn ang="0">
                    <a:pos x="43" y="47"/>
                  </a:cxn>
                  <a:cxn ang="0">
                    <a:pos x="34" y="41"/>
                  </a:cxn>
                  <a:cxn ang="0">
                    <a:pos x="29" y="45"/>
                  </a:cxn>
                  <a:cxn ang="0">
                    <a:pos x="24" y="39"/>
                  </a:cxn>
                  <a:cxn ang="0">
                    <a:pos x="22" y="34"/>
                  </a:cxn>
                  <a:cxn ang="0">
                    <a:pos x="15" y="31"/>
                  </a:cxn>
                  <a:cxn ang="0">
                    <a:pos x="27" y="26"/>
                  </a:cxn>
                  <a:cxn ang="0">
                    <a:pos x="33" y="23"/>
                  </a:cxn>
                  <a:cxn ang="0">
                    <a:pos x="19" y="25"/>
                  </a:cxn>
                  <a:cxn ang="0">
                    <a:pos x="14" y="23"/>
                  </a:cxn>
                  <a:cxn ang="0">
                    <a:pos x="4" y="15"/>
                  </a:cxn>
                  <a:cxn ang="0">
                    <a:pos x="0" y="11"/>
                  </a:cxn>
                  <a:cxn ang="0">
                    <a:pos x="13" y="4"/>
                  </a:cxn>
                </a:cxnLst>
                <a:rect l="0" t="0" r="r" b="b"/>
                <a:pathLst>
                  <a:path w="236" h="122">
                    <a:moveTo>
                      <a:pt x="18" y="0"/>
                    </a:moveTo>
                    <a:lnTo>
                      <a:pt x="22" y="0"/>
                    </a:lnTo>
                    <a:lnTo>
                      <a:pt x="29" y="3"/>
                    </a:lnTo>
                    <a:lnTo>
                      <a:pt x="37" y="8"/>
                    </a:lnTo>
                    <a:lnTo>
                      <a:pt x="40" y="9"/>
                    </a:lnTo>
                    <a:lnTo>
                      <a:pt x="40" y="24"/>
                    </a:lnTo>
                    <a:lnTo>
                      <a:pt x="42" y="25"/>
                    </a:lnTo>
                    <a:lnTo>
                      <a:pt x="44" y="26"/>
                    </a:lnTo>
                    <a:lnTo>
                      <a:pt x="47" y="26"/>
                    </a:lnTo>
                    <a:lnTo>
                      <a:pt x="47" y="28"/>
                    </a:lnTo>
                    <a:lnTo>
                      <a:pt x="54" y="35"/>
                    </a:lnTo>
                    <a:lnTo>
                      <a:pt x="56" y="35"/>
                    </a:lnTo>
                    <a:lnTo>
                      <a:pt x="57" y="34"/>
                    </a:lnTo>
                    <a:lnTo>
                      <a:pt x="59" y="33"/>
                    </a:lnTo>
                    <a:lnTo>
                      <a:pt x="61" y="31"/>
                    </a:lnTo>
                    <a:lnTo>
                      <a:pt x="62" y="29"/>
                    </a:lnTo>
                    <a:lnTo>
                      <a:pt x="62" y="28"/>
                    </a:lnTo>
                    <a:lnTo>
                      <a:pt x="67" y="25"/>
                    </a:lnTo>
                    <a:lnTo>
                      <a:pt x="68" y="24"/>
                    </a:lnTo>
                    <a:lnTo>
                      <a:pt x="72" y="23"/>
                    </a:lnTo>
                    <a:lnTo>
                      <a:pt x="74" y="21"/>
                    </a:lnTo>
                    <a:lnTo>
                      <a:pt x="79" y="16"/>
                    </a:lnTo>
                    <a:lnTo>
                      <a:pt x="83" y="14"/>
                    </a:lnTo>
                    <a:lnTo>
                      <a:pt x="86" y="13"/>
                    </a:lnTo>
                    <a:lnTo>
                      <a:pt x="86" y="14"/>
                    </a:lnTo>
                    <a:lnTo>
                      <a:pt x="88" y="15"/>
                    </a:lnTo>
                    <a:lnTo>
                      <a:pt x="91" y="15"/>
                    </a:lnTo>
                    <a:lnTo>
                      <a:pt x="94" y="16"/>
                    </a:lnTo>
                    <a:lnTo>
                      <a:pt x="97" y="19"/>
                    </a:lnTo>
                    <a:lnTo>
                      <a:pt x="98" y="21"/>
                    </a:lnTo>
                    <a:lnTo>
                      <a:pt x="101" y="23"/>
                    </a:lnTo>
                    <a:lnTo>
                      <a:pt x="112" y="23"/>
                    </a:lnTo>
                    <a:lnTo>
                      <a:pt x="113" y="24"/>
                    </a:lnTo>
                    <a:lnTo>
                      <a:pt x="116" y="25"/>
                    </a:lnTo>
                    <a:lnTo>
                      <a:pt x="117" y="25"/>
                    </a:lnTo>
                    <a:lnTo>
                      <a:pt x="119" y="26"/>
                    </a:lnTo>
                    <a:lnTo>
                      <a:pt x="127" y="31"/>
                    </a:lnTo>
                    <a:lnTo>
                      <a:pt x="138" y="34"/>
                    </a:lnTo>
                    <a:lnTo>
                      <a:pt x="148" y="35"/>
                    </a:lnTo>
                    <a:lnTo>
                      <a:pt x="151" y="36"/>
                    </a:lnTo>
                    <a:lnTo>
                      <a:pt x="152" y="38"/>
                    </a:lnTo>
                    <a:lnTo>
                      <a:pt x="160" y="41"/>
                    </a:lnTo>
                    <a:lnTo>
                      <a:pt x="160" y="43"/>
                    </a:lnTo>
                    <a:lnTo>
                      <a:pt x="162" y="44"/>
                    </a:lnTo>
                    <a:lnTo>
                      <a:pt x="163" y="45"/>
                    </a:lnTo>
                    <a:lnTo>
                      <a:pt x="165" y="45"/>
                    </a:lnTo>
                    <a:lnTo>
                      <a:pt x="172" y="49"/>
                    </a:lnTo>
                    <a:lnTo>
                      <a:pt x="178" y="55"/>
                    </a:lnTo>
                    <a:lnTo>
                      <a:pt x="182" y="60"/>
                    </a:lnTo>
                    <a:lnTo>
                      <a:pt x="187" y="65"/>
                    </a:lnTo>
                    <a:lnTo>
                      <a:pt x="190" y="67"/>
                    </a:lnTo>
                    <a:lnTo>
                      <a:pt x="197" y="67"/>
                    </a:lnTo>
                    <a:lnTo>
                      <a:pt x="200" y="69"/>
                    </a:lnTo>
                    <a:lnTo>
                      <a:pt x="200" y="73"/>
                    </a:lnTo>
                    <a:lnTo>
                      <a:pt x="197" y="75"/>
                    </a:lnTo>
                    <a:lnTo>
                      <a:pt x="194" y="75"/>
                    </a:lnTo>
                    <a:lnTo>
                      <a:pt x="192" y="77"/>
                    </a:lnTo>
                    <a:lnTo>
                      <a:pt x="192" y="79"/>
                    </a:lnTo>
                    <a:lnTo>
                      <a:pt x="196" y="83"/>
                    </a:lnTo>
                    <a:lnTo>
                      <a:pt x="197" y="86"/>
                    </a:lnTo>
                    <a:lnTo>
                      <a:pt x="200" y="87"/>
                    </a:lnTo>
                    <a:lnTo>
                      <a:pt x="200" y="88"/>
                    </a:lnTo>
                    <a:lnTo>
                      <a:pt x="202" y="91"/>
                    </a:lnTo>
                    <a:lnTo>
                      <a:pt x="204" y="94"/>
                    </a:lnTo>
                    <a:lnTo>
                      <a:pt x="205" y="97"/>
                    </a:lnTo>
                    <a:lnTo>
                      <a:pt x="209" y="101"/>
                    </a:lnTo>
                    <a:lnTo>
                      <a:pt x="210" y="103"/>
                    </a:lnTo>
                    <a:lnTo>
                      <a:pt x="214" y="104"/>
                    </a:lnTo>
                    <a:lnTo>
                      <a:pt x="216" y="104"/>
                    </a:lnTo>
                    <a:lnTo>
                      <a:pt x="219" y="107"/>
                    </a:lnTo>
                    <a:lnTo>
                      <a:pt x="219" y="108"/>
                    </a:lnTo>
                    <a:lnTo>
                      <a:pt x="220" y="109"/>
                    </a:lnTo>
                    <a:lnTo>
                      <a:pt x="224" y="109"/>
                    </a:lnTo>
                    <a:lnTo>
                      <a:pt x="226" y="111"/>
                    </a:lnTo>
                    <a:lnTo>
                      <a:pt x="227" y="113"/>
                    </a:lnTo>
                    <a:lnTo>
                      <a:pt x="227" y="114"/>
                    </a:lnTo>
                    <a:lnTo>
                      <a:pt x="229" y="116"/>
                    </a:lnTo>
                    <a:lnTo>
                      <a:pt x="236" y="116"/>
                    </a:lnTo>
                    <a:lnTo>
                      <a:pt x="234" y="117"/>
                    </a:lnTo>
                    <a:lnTo>
                      <a:pt x="231" y="122"/>
                    </a:lnTo>
                    <a:lnTo>
                      <a:pt x="227" y="122"/>
                    </a:lnTo>
                    <a:lnTo>
                      <a:pt x="225" y="121"/>
                    </a:lnTo>
                    <a:lnTo>
                      <a:pt x="221" y="117"/>
                    </a:lnTo>
                    <a:lnTo>
                      <a:pt x="210" y="117"/>
                    </a:lnTo>
                    <a:lnTo>
                      <a:pt x="202" y="114"/>
                    </a:lnTo>
                    <a:lnTo>
                      <a:pt x="199" y="112"/>
                    </a:lnTo>
                    <a:lnTo>
                      <a:pt x="196" y="109"/>
                    </a:lnTo>
                    <a:lnTo>
                      <a:pt x="195" y="107"/>
                    </a:lnTo>
                    <a:lnTo>
                      <a:pt x="195" y="106"/>
                    </a:lnTo>
                    <a:lnTo>
                      <a:pt x="194" y="106"/>
                    </a:lnTo>
                    <a:lnTo>
                      <a:pt x="191" y="104"/>
                    </a:lnTo>
                    <a:lnTo>
                      <a:pt x="185" y="98"/>
                    </a:lnTo>
                    <a:lnTo>
                      <a:pt x="178" y="91"/>
                    </a:lnTo>
                    <a:lnTo>
                      <a:pt x="171" y="87"/>
                    </a:lnTo>
                    <a:lnTo>
                      <a:pt x="162" y="84"/>
                    </a:lnTo>
                    <a:lnTo>
                      <a:pt x="158" y="84"/>
                    </a:lnTo>
                    <a:lnTo>
                      <a:pt x="155" y="86"/>
                    </a:lnTo>
                    <a:lnTo>
                      <a:pt x="153" y="88"/>
                    </a:lnTo>
                    <a:lnTo>
                      <a:pt x="152" y="89"/>
                    </a:lnTo>
                    <a:lnTo>
                      <a:pt x="151" y="92"/>
                    </a:lnTo>
                    <a:lnTo>
                      <a:pt x="148" y="93"/>
                    </a:lnTo>
                    <a:lnTo>
                      <a:pt x="147" y="94"/>
                    </a:lnTo>
                    <a:lnTo>
                      <a:pt x="147" y="99"/>
                    </a:lnTo>
                    <a:lnTo>
                      <a:pt x="146" y="101"/>
                    </a:lnTo>
                    <a:lnTo>
                      <a:pt x="145" y="103"/>
                    </a:lnTo>
                    <a:lnTo>
                      <a:pt x="145" y="104"/>
                    </a:lnTo>
                    <a:lnTo>
                      <a:pt x="130" y="104"/>
                    </a:lnTo>
                    <a:lnTo>
                      <a:pt x="122" y="102"/>
                    </a:lnTo>
                    <a:lnTo>
                      <a:pt x="112" y="94"/>
                    </a:lnTo>
                    <a:lnTo>
                      <a:pt x="104" y="92"/>
                    </a:lnTo>
                    <a:lnTo>
                      <a:pt x="102" y="92"/>
                    </a:lnTo>
                    <a:lnTo>
                      <a:pt x="99" y="93"/>
                    </a:lnTo>
                    <a:lnTo>
                      <a:pt x="99" y="94"/>
                    </a:lnTo>
                    <a:lnTo>
                      <a:pt x="87" y="94"/>
                    </a:lnTo>
                    <a:lnTo>
                      <a:pt x="84" y="92"/>
                    </a:lnTo>
                    <a:lnTo>
                      <a:pt x="84" y="88"/>
                    </a:lnTo>
                    <a:lnTo>
                      <a:pt x="87" y="87"/>
                    </a:lnTo>
                    <a:lnTo>
                      <a:pt x="88" y="86"/>
                    </a:lnTo>
                    <a:lnTo>
                      <a:pt x="91" y="84"/>
                    </a:lnTo>
                    <a:lnTo>
                      <a:pt x="93" y="84"/>
                    </a:lnTo>
                    <a:lnTo>
                      <a:pt x="94" y="83"/>
                    </a:lnTo>
                    <a:lnTo>
                      <a:pt x="92" y="79"/>
                    </a:lnTo>
                    <a:lnTo>
                      <a:pt x="91" y="75"/>
                    </a:lnTo>
                    <a:lnTo>
                      <a:pt x="89" y="73"/>
                    </a:lnTo>
                    <a:lnTo>
                      <a:pt x="89" y="65"/>
                    </a:lnTo>
                    <a:lnTo>
                      <a:pt x="84" y="60"/>
                    </a:lnTo>
                    <a:lnTo>
                      <a:pt x="81" y="58"/>
                    </a:lnTo>
                    <a:lnTo>
                      <a:pt x="78" y="57"/>
                    </a:lnTo>
                    <a:lnTo>
                      <a:pt x="74" y="55"/>
                    </a:lnTo>
                    <a:lnTo>
                      <a:pt x="72" y="54"/>
                    </a:lnTo>
                    <a:lnTo>
                      <a:pt x="62" y="52"/>
                    </a:lnTo>
                    <a:lnTo>
                      <a:pt x="49" y="50"/>
                    </a:lnTo>
                    <a:lnTo>
                      <a:pt x="47" y="50"/>
                    </a:lnTo>
                    <a:lnTo>
                      <a:pt x="45" y="48"/>
                    </a:lnTo>
                    <a:lnTo>
                      <a:pt x="43" y="47"/>
                    </a:lnTo>
                    <a:lnTo>
                      <a:pt x="42" y="44"/>
                    </a:lnTo>
                    <a:lnTo>
                      <a:pt x="37" y="41"/>
                    </a:lnTo>
                    <a:lnTo>
                      <a:pt x="34" y="41"/>
                    </a:lnTo>
                    <a:lnTo>
                      <a:pt x="34" y="38"/>
                    </a:lnTo>
                    <a:lnTo>
                      <a:pt x="32" y="43"/>
                    </a:lnTo>
                    <a:lnTo>
                      <a:pt x="29" y="45"/>
                    </a:lnTo>
                    <a:lnTo>
                      <a:pt x="25" y="45"/>
                    </a:lnTo>
                    <a:lnTo>
                      <a:pt x="24" y="44"/>
                    </a:lnTo>
                    <a:lnTo>
                      <a:pt x="24" y="39"/>
                    </a:lnTo>
                    <a:lnTo>
                      <a:pt x="23" y="38"/>
                    </a:lnTo>
                    <a:lnTo>
                      <a:pt x="23" y="35"/>
                    </a:lnTo>
                    <a:lnTo>
                      <a:pt x="22" y="34"/>
                    </a:lnTo>
                    <a:lnTo>
                      <a:pt x="19" y="33"/>
                    </a:lnTo>
                    <a:lnTo>
                      <a:pt x="18" y="31"/>
                    </a:lnTo>
                    <a:lnTo>
                      <a:pt x="15" y="31"/>
                    </a:lnTo>
                    <a:lnTo>
                      <a:pt x="15" y="30"/>
                    </a:lnTo>
                    <a:lnTo>
                      <a:pt x="20" y="28"/>
                    </a:lnTo>
                    <a:lnTo>
                      <a:pt x="27" y="26"/>
                    </a:lnTo>
                    <a:lnTo>
                      <a:pt x="32" y="25"/>
                    </a:lnTo>
                    <a:lnTo>
                      <a:pt x="35" y="23"/>
                    </a:lnTo>
                    <a:lnTo>
                      <a:pt x="33" y="23"/>
                    </a:lnTo>
                    <a:lnTo>
                      <a:pt x="28" y="24"/>
                    </a:lnTo>
                    <a:lnTo>
                      <a:pt x="22" y="25"/>
                    </a:lnTo>
                    <a:lnTo>
                      <a:pt x="19" y="25"/>
                    </a:lnTo>
                    <a:lnTo>
                      <a:pt x="18" y="24"/>
                    </a:lnTo>
                    <a:lnTo>
                      <a:pt x="15" y="24"/>
                    </a:lnTo>
                    <a:lnTo>
                      <a:pt x="14" y="23"/>
                    </a:lnTo>
                    <a:lnTo>
                      <a:pt x="12" y="18"/>
                    </a:lnTo>
                    <a:lnTo>
                      <a:pt x="7" y="15"/>
                    </a:lnTo>
                    <a:lnTo>
                      <a:pt x="4" y="15"/>
                    </a:lnTo>
                    <a:lnTo>
                      <a:pt x="3" y="14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4" y="8"/>
                    </a:lnTo>
                    <a:lnTo>
                      <a:pt x="9" y="8"/>
                    </a:lnTo>
                    <a:lnTo>
                      <a:pt x="13" y="4"/>
                    </a:lnTo>
                    <a:lnTo>
                      <a:pt x="15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8" name="Freeform 1212">
                <a:extLst>
                  <a:ext uri="{FF2B5EF4-FFF2-40B4-BE49-F238E27FC236}">
                    <a16:creationId xmlns:a16="http://schemas.microsoft.com/office/drawing/2014/main" id="{50307F8A-C867-4351-81CD-C3FAC7EC8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8730" y="4491039"/>
                <a:ext cx="49741" cy="4974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3"/>
                  </a:cxn>
                  <a:cxn ang="0">
                    <a:pos x="9" y="5"/>
                  </a:cxn>
                  <a:cxn ang="0">
                    <a:pos x="12" y="9"/>
                  </a:cxn>
                  <a:cxn ang="0">
                    <a:pos x="15" y="13"/>
                  </a:cxn>
                  <a:cxn ang="0">
                    <a:pos x="20" y="15"/>
                  </a:cxn>
                  <a:cxn ang="0">
                    <a:pos x="21" y="17"/>
                  </a:cxn>
                  <a:cxn ang="0">
                    <a:pos x="24" y="18"/>
                  </a:cxn>
                  <a:cxn ang="0">
                    <a:pos x="24" y="24"/>
                  </a:cxn>
                  <a:cxn ang="0">
                    <a:pos x="21" y="24"/>
                  </a:cxn>
                  <a:cxn ang="0">
                    <a:pos x="19" y="23"/>
                  </a:cxn>
                  <a:cxn ang="0">
                    <a:pos x="18" y="22"/>
                  </a:cxn>
                  <a:cxn ang="0">
                    <a:pos x="16" y="19"/>
                  </a:cxn>
                  <a:cxn ang="0">
                    <a:pos x="16" y="15"/>
                  </a:cxn>
                  <a:cxn ang="0">
                    <a:pos x="14" y="14"/>
                  </a:cxn>
                  <a:cxn ang="0">
                    <a:pos x="12" y="13"/>
                  </a:cxn>
                  <a:cxn ang="0">
                    <a:pos x="10" y="8"/>
                  </a:cxn>
                  <a:cxn ang="0">
                    <a:pos x="7" y="5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24" h="24">
                    <a:moveTo>
                      <a:pt x="0" y="0"/>
                    </a:moveTo>
                    <a:lnTo>
                      <a:pt x="5" y="3"/>
                    </a:lnTo>
                    <a:lnTo>
                      <a:pt x="9" y="5"/>
                    </a:lnTo>
                    <a:lnTo>
                      <a:pt x="12" y="9"/>
                    </a:lnTo>
                    <a:lnTo>
                      <a:pt x="15" y="13"/>
                    </a:lnTo>
                    <a:lnTo>
                      <a:pt x="20" y="15"/>
                    </a:lnTo>
                    <a:lnTo>
                      <a:pt x="21" y="17"/>
                    </a:lnTo>
                    <a:lnTo>
                      <a:pt x="24" y="18"/>
                    </a:lnTo>
                    <a:lnTo>
                      <a:pt x="24" y="24"/>
                    </a:lnTo>
                    <a:lnTo>
                      <a:pt x="21" y="24"/>
                    </a:lnTo>
                    <a:lnTo>
                      <a:pt x="19" y="23"/>
                    </a:lnTo>
                    <a:lnTo>
                      <a:pt x="18" y="22"/>
                    </a:lnTo>
                    <a:lnTo>
                      <a:pt x="16" y="19"/>
                    </a:lnTo>
                    <a:lnTo>
                      <a:pt x="16" y="15"/>
                    </a:lnTo>
                    <a:lnTo>
                      <a:pt x="14" y="14"/>
                    </a:lnTo>
                    <a:lnTo>
                      <a:pt x="12" y="13"/>
                    </a:lnTo>
                    <a:lnTo>
                      <a:pt x="10" y="8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9" name="Freeform 1213">
                <a:extLst>
                  <a:ext uri="{FF2B5EF4-FFF2-40B4-BE49-F238E27FC236}">
                    <a16:creationId xmlns:a16="http://schemas.microsoft.com/office/drawing/2014/main" id="{04674ADD-95B4-4497-B2C6-2A5A2C9E3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3706" y="4561508"/>
                <a:ext cx="24871" cy="310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2"/>
                  </a:cxn>
                  <a:cxn ang="0">
                    <a:pos x="4" y="3"/>
                  </a:cxn>
                  <a:cxn ang="0">
                    <a:pos x="5" y="5"/>
                  </a:cxn>
                  <a:cxn ang="0">
                    <a:pos x="8" y="7"/>
                  </a:cxn>
                  <a:cxn ang="0">
                    <a:pos x="12" y="10"/>
                  </a:cxn>
                  <a:cxn ang="0">
                    <a:pos x="12" y="13"/>
                  </a:cxn>
                  <a:cxn ang="0">
                    <a:pos x="9" y="15"/>
                  </a:cxn>
                  <a:cxn ang="0">
                    <a:pos x="7" y="13"/>
                  </a:cxn>
                  <a:cxn ang="0">
                    <a:pos x="7" y="9"/>
                  </a:cxn>
                  <a:cxn ang="0">
                    <a:pos x="4" y="9"/>
                  </a:cxn>
                  <a:cxn ang="0">
                    <a:pos x="3" y="7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2" h="15">
                    <a:moveTo>
                      <a:pt x="0" y="0"/>
                    </a:moveTo>
                    <a:lnTo>
                      <a:pt x="2" y="2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8" y="7"/>
                    </a:lnTo>
                    <a:lnTo>
                      <a:pt x="12" y="10"/>
                    </a:lnTo>
                    <a:lnTo>
                      <a:pt x="12" y="13"/>
                    </a:lnTo>
                    <a:lnTo>
                      <a:pt x="9" y="15"/>
                    </a:lnTo>
                    <a:lnTo>
                      <a:pt x="7" y="13"/>
                    </a:lnTo>
                    <a:lnTo>
                      <a:pt x="7" y="9"/>
                    </a:lnTo>
                    <a:lnTo>
                      <a:pt x="4" y="9"/>
                    </a:lnTo>
                    <a:lnTo>
                      <a:pt x="3" y="7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0" name="Freeform 1214">
                <a:extLst>
                  <a:ext uri="{FF2B5EF4-FFF2-40B4-BE49-F238E27FC236}">
                    <a16:creationId xmlns:a16="http://schemas.microsoft.com/office/drawing/2014/main" id="{2E3143EC-9FFE-4E35-90A5-9C8537001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7440" y="4673427"/>
                <a:ext cx="14508" cy="1865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2"/>
                  </a:cxn>
                  <a:cxn ang="0">
                    <a:pos x="7" y="5"/>
                  </a:cxn>
                  <a:cxn ang="0">
                    <a:pos x="7" y="9"/>
                  </a:cxn>
                  <a:cxn ang="0">
                    <a:pos x="4" y="8"/>
                  </a:cxn>
                  <a:cxn ang="0">
                    <a:pos x="3" y="7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7" h="9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7" y="9"/>
                    </a:lnTo>
                    <a:lnTo>
                      <a:pt x="4" y="8"/>
                    </a:lnTo>
                    <a:lnTo>
                      <a:pt x="3" y="7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1" name="Freeform 1215">
                <a:extLst>
                  <a:ext uri="{FF2B5EF4-FFF2-40B4-BE49-F238E27FC236}">
                    <a16:creationId xmlns:a16="http://schemas.microsoft.com/office/drawing/2014/main" id="{465EBFF8-FD20-4061-9458-943AF0553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2207" y="4660993"/>
                <a:ext cx="24871" cy="124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7" y="1"/>
                  </a:cxn>
                  <a:cxn ang="0">
                    <a:pos x="12" y="6"/>
                  </a:cxn>
                  <a:cxn ang="0">
                    <a:pos x="9" y="6"/>
                  </a:cxn>
                  <a:cxn ang="0">
                    <a:pos x="5" y="5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12" h="6">
                    <a:moveTo>
                      <a:pt x="0" y="0"/>
                    </a:moveTo>
                    <a:lnTo>
                      <a:pt x="4" y="0"/>
                    </a:lnTo>
                    <a:lnTo>
                      <a:pt x="7" y="1"/>
                    </a:lnTo>
                    <a:lnTo>
                      <a:pt x="12" y="6"/>
                    </a:lnTo>
                    <a:lnTo>
                      <a:pt x="9" y="6"/>
                    </a:lnTo>
                    <a:lnTo>
                      <a:pt x="5" y="5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2" name="Freeform 1216">
                <a:extLst>
                  <a:ext uri="{FF2B5EF4-FFF2-40B4-BE49-F238E27FC236}">
                    <a16:creationId xmlns:a16="http://schemas.microsoft.com/office/drawing/2014/main" id="{B921CF5F-46D8-4ACF-B89F-E3F036C93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4280" y="4629907"/>
                <a:ext cx="26945" cy="269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5"/>
                  </a:cxn>
                  <a:cxn ang="0">
                    <a:pos x="13" y="13"/>
                  </a:cxn>
                  <a:cxn ang="0">
                    <a:pos x="8" y="10"/>
                  </a:cxn>
                  <a:cxn ang="0">
                    <a:pos x="5" y="8"/>
                  </a:cxn>
                  <a:cxn ang="0">
                    <a:pos x="3" y="4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rect l="0" t="0" r="r" b="b"/>
                <a:pathLst>
                  <a:path w="13" h="13">
                    <a:moveTo>
                      <a:pt x="0" y="0"/>
                    </a:moveTo>
                    <a:lnTo>
                      <a:pt x="8" y="5"/>
                    </a:lnTo>
                    <a:lnTo>
                      <a:pt x="13" y="13"/>
                    </a:lnTo>
                    <a:lnTo>
                      <a:pt x="8" y="10"/>
                    </a:lnTo>
                    <a:lnTo>
                      <a:pt x="5" y="8"/>
                    </a:lnTo>
                    <a:lnTo>
                      <a:pt x="3" y="4"/>
                    </a:lnTo>
                    <a:lnTo>
                      <a:pt x="1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3" name="Freeform 1217">
                <a:extLst>
                  <a:ext uri="{FF2B5EF4-FFF2-40B4-BE49-F238E27FC236}">
                    <a16:creationId xmlns:a16="http://schemas.microsoft.com/office/drawing/2014/main" id="{D3E300B9-8AC6-465F-9799-44376078C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536" y="4609181"/>
                <a:ext cx="31090" cy="1865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4" y="1"/>
                  </a:cxn>
                  <a:cxn ang="0">
                    <a:pos x="8" y="3"/>
                  </a:cxn>
                  <a:cxn ang="0">
                    <a:pos x="13" y="5"/>
                  </a:cxn>
                  <a:cxn ang="0">
                    <a:pos x="15" y="8"/>
                  </a:cxn>
                  <a:cxn ang="0">
                    <a:pos x="15" y="9"/>
                  </a:cxn>
                  <a:cxn ang="0">
                    <a:pos x="10" y="9"/>
                  </a:cxn>
                  <a:cxn ang="0">
                    <a:pos x="7" y="8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9">
                    <a:moveTo>
                      <a:pt x="1" y="0"/>
                    </a:moveTo>
                    <a:lnTo>
                      <a:pt x="4" y="1"/>
                    </a:lnTo>
                    <a:lnTo>
                      <a:pt x="8" y="3"/>
                    </a:lnTo>
                    <a:lnTo>
                      <a:pt x="13" y="5"/>
                    </a:lnTo>
                    <a:lnTo>
                      <a:pt x="15" y="8"/>
                    </a:lnTo>
                    <a:lnTo>
                      <a:pt x="15" y="9"/>
                    </a:lnTo>
                    <a:lnTo>
                      <a:pt x="10" y="9"/>
                    </a:lnTo>
                    <a:lnTo>
                      <a:pt x="7" y="8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4" name="Freeform 1218">
                <a:extLst>
                  <a:ext uri="{FF2B5EF4-FFF2-40B4-BE49-F238E27FC236}">
                    <a16:creationId xmlns:a16="http://schemas.microsoft.com/office/drawing/2014/main" id="{5AA533D6-C130-40CA-87BE-3ED018B53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5153" y="4590525"/>
                <a:ext cx="20725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10" y="4"/>
                  </a:cxn>
                  <a:cxn ang="0">
                    <a:pos x="7" y="4"/>
                  </a:cxn>
                  <a:cxn ang="0">
                    <a:pos x="0" y="0"/>
                  </a:cxn>
                </a:cxnLst>
                <a:rect l="0" t="0" r="r" b="b"/>
                <a:pathLst>
                  <a:path w="10" h="4">
                    <a:moveTo>
                      <a:pt x="0" y="0"/>
                    </a:moveTo>
                    <a:lnTo>
                      <a:pt x="3" y="0"/>
                    </a:lnTo>
                    <a:lnTo>
                      <a:pt x="10" y="4"/>
                    </a:lnTo>
                    <a:lnTo>
                      <a:pt x="7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5" name="Freeform 1219">
                <a:extLst>
                  <a:ext uri="{FF2B5EF4-FFF2-40B4-BE49-F238E27FC236}">
                    <a16:creationId xmlns:a16="http://schemas.microsoft.com/office/drawing/2014/main" id="{024C6E19-BFA9-4075-B563-1697DC615B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25154" y="4588448"/>
                <a:ext cx="6218" cy="2073"/>
              </a:xfrm>
              <a:custGeom>
                <a:avLst/>
                <a:gdLst/>
                <a:ahLst/>
                <a:cxnLst>
                  <a:cxn ang="0">
                    <a:pos x="2" y="1"/>
                  </a:cxn>
                  <a:cxn ang="0">
                    <a:pos x="3" y="1"/>
                  </a:cxn>
                  <a:cxn ang="0">
                    <a:pos x="2" y="1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2" y="1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2" y="1"/>
                    </a:moveTo>
                    <a:lnTo>
                      <a:pt x="3" y="1"/>
                    </a:lnTo>
                    <a:lnTo>
                      <a:pt x="2" y="1"/>
                    </a:lnTo>
                    <a:close/>
                    <a:moveTo>
                      <a:pt x="0" y="0"/>
                    </a:moveTo>
                    <a:lnTo>
                      <a:pt x="2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6" name="Freeform 1308">
                <a:extLst>
                  <a:ext uri="{FF2B5EF4-FFF2-40B4-BE49-F238E27FC236}">
                    <a16:creationId xmlns:a16="http://schemas.microsoft.com/office/drawing/2014/main" id="{E4D6EB21-7491-4A52-B9B5-9C4B38E10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4992" y="4501396"/>
                <a:ext cx="70467" cy="2072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1" y="0"/>
                  </a:cxn>
                  <a:cxn ang="0">
                    <a:pos x="21" y="2"/>
                  </a:cxn>
                  <a:cxn ang="0">
                    <a:pos x="29" y="2"/>
                  </a:cxn>
                  <a:cxn ang="0">
                    <a:pos x="29" y="3"/>
                  </a:cxn>
                  <a:cxn ang="0">
                    <a:pos x="30" y="5"/>
                  </a:cxn>
                  <a:cxn ang="0">
                    <a:pos x="32" y="5"/>
                  </a:cxn>
                  <a:cxn ang="0">
                    <a:pos x="34" y="8"/>
                  </a:cxn>
                  <a:cxn ang="0">
                    <a:pos x="34" y="10"/>
                  </a:cxn>
                  <a:cxn ang="0">
                    <a:pos x="27" y="10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20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2" y="2"/>
                  </a:cxn>
                  <a:cxn ang="0">
                    <a:pos x="2" y="0"/>
                  </a:cxn>
                </a:cxnLst>
                <a:rect l="0" t="0" r="r" b="b"/>
                <a:pathLst>
                  <a:path w="34" h="10">
                    <a:moveTo>
                      <a:pt x="2" y="0"/>
                    </a:moveTo>
                    <a:lnTo>
                      <a:pt x="21" y="0"/>
                    </a:lnTo>
                    <a:lnTo>
                      <a:pt x="21" y="2"/>
                    </a:lnTo>
                    <a:lnTo>
                      <a:pt x="29" y="2"/>
                    </a:lnTo>
                    <a:lnTo>
                      <a:pt x="29" y="3"/>
                    </a:lnTo>
                    <a:lnTo>
                      <a:pt x="30" y="5"/>
                    </a:lnTo>
                    <a:lnTo>
                      <a:pt x="32" y="5"/>
                    </a:lnTo>
                    <a:lnTo>
                      <a:pt x="34" y="8"/>
                    </a:lnTo>
                    <a:lnTo>
                      <a:pt x="34" y="10"/>
                    </a:lnTo>
                    <a:lnTo>
                      <a:pt x="27" y="10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20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7" name="Freeform 1314">
                <a:extLst>
                  <a:ext uri="{FF2B5EF4-FFF2-40B4-BE49-F238E27FC236}">
                    <a16:creationId xmlns:a16="http://schemas.microsoft.com/office/drawing/2014/main" id="{1E417922-F0D7-4224-A757-8F9D75F86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3854" y="4130386"/>
                <a:ext cx="33161" cy="5803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1"/>
                  </a:cxn>
                  <a:cxn ang="0">
                    <a:pos x="9" y="1"/>
                  </a:cxn>
                  <a:cxn ang="0">
                    <a:pos x="11" y="2"/>
                  </a:cxn>
                  <a:cxn ang="0">
                    <a:pos x="11" y="5"/>
                  </a:cxn>
                  <a:cxn ang="0">
                    <a:pos x="14" y="5"/>
                  </a:cxn>
                  <a:cxn ang="0">
                    <a:pos x="14" y="11"/>
                  </a:cxn>
                  <a:cxn ang="0">
                    <a:pos x="15" y="13"/>
                  </a:cxn>
                  <a:cxn ang="0">
                    <a:pos x="16" y="15"/>
                  </a:cxn>
                  <a:cxn ang="0">
                    <a:pos x="16" y="17"/>
                  </a:cxn>
                  <a:cxn ang="0">
                    <a:pos x="15" y="18"/>
                  </a:cxn>
                  <a:cxn ang="0">
                    <a:pos x="10" y="18"/>
                  </a:cxn>
                  <a:cxn ang="0">
                    <a:pos x="10" y="21"/>
                  </a:cxn>
                  <a:cxn ang="0">
                    <a:pos x="12" y="26"/>
                  </a:cxn>
                  <a:cxn ang="0">
                    <a:pos x="12" y="28"/>
                  </a:cxn>
                  <a:cxn ang="0">
                    <a:pos x="11" y="28"/>
                  </a:cxn>
                  <a:cxn ang="0">
                    <a:pos x="10" y="27"/>
                  </a:cxn>
                  <a:cxn ang="0">
                    <a:pos x="9" y="27"/>
                  </a:cxn>
                  <a:cxn ang="0">
                    <a:pos x="7" y="26"/>
                  </a:cxn>
                  <a:cxn ang="0">
                    <a:pos x="7" y="21"/>
                  </a:cxn>
                  <a:cxn ang="0">
                    <a:pos x="6" y="21"/>
                  </a:cxn>
                  <a:cxn ang="0">
                    <a:pos x="2" y="17"/>
                  </a:cxn>
                  <a:cxn ang="0">
                    <a:pos x="2" y="13"/>
                  </a:cxn>
                  <a:cxn ang="0">
                    <a:pos x="7" y="13"/>
                  </a:cxn>
                  <a:cxn ang="0">
                    <a:pos x="9" y="12"/>
                  </a:cxn>
                  <a:cxn ang="0">
                    <a:pos x="6" y="7"/>
                  </a:cxn>
                  <a:cxn ang="0">
                    <a:pos x="4" y="5"/>
                  </a:cxn>
                  <a:cxn ang="0">
                    <a:pos x="1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16" h="28">
                    <a:moveTo>
                      <a:pt x="4" y="0"/>
                    </a:moveTo>
                    <a:lnTo>
                      <a:pt x="6" y="1"/>
                    </a:lnTo>
                    <a:lnTo>
                      <a:pt x="9" y="1"/>
                    </a:lnTo>
                    <a:lnTo>
                      <a:pt x="11" y="2"/>
                    </a:lnTo>
                    <a:lnTo>
                      <a:pt x="11" y="5"/>
                    </a:lnTo>
                    <a:lnTo>
                      <a:pt x="14" y="5"/>
                    </a:lnTo>
                    <a:lnTo>
                      <a:pt x="14" y="11"/>
                    </a:lnTo>
                    <a:lnTo>
                      <a:pt x="15" y="13"/>
                    </a:lnTo>
                    <a:lnTo>
                      <a:pt x="16" y="15"/>
                    </a:lnTo>
                    <a:lnTo>
                      <a:pt x="16" y="17"/>
                    </a:lnTo>
                    <a:lnTo>
                      <a:pt x="15" y="18"/>
                    </a:lnTo>
                    <a:lnTo>
                      <a:pt x="10" y="18"/>
                    </a:lnTo>
                    <a:lnTo>
                      <a:pt x="10" y="21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1" y="28"/>
                    </a:lnTo>
                    <a:lnTo>
                      <a:pt x="10" y="27"/>
                    </a:lnTo>
                    <a:lnTo>
                      <a:pt x="9" y="27"/>
                    </a:lnTo>
                    <a:lnTo>
                      <a:pt x="7" y="26"/>
                    </a:lnTo>
                    <a:lnTo>
                      <a:pt x="7" y="21"/>
                    </a:lnTo>
                    <a:lnTo>
                      <a:pt x="6" y="21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7" y="13"/>
                    </a:lnTo>
                    <a:lnTo>
                      <a:pt x="9" y="12"/>
                    </a:lnTo>
                    <a:lnTo>
                      <a:pt x="6" y="7"/>
                    </a:lnTo>
                    <a:lnTo>
                      <a:pt x="4" y="5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8" name="Freeform 1318">
                <a:extLst>
                  <a:ext uri="{FF2B5EF4-FFF2-40B4-BE49-F238E27FC236}">
                    <a16:creationId xmlns:a16="http://schemas.microsoft.com/office/drawing/2014/main" id="{68BAC265-012D-4225-8D1B-A81097549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7523" y="4188309"/>
                <a:ext cx="18653" cy="1658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2"/>
                  </a:cxn>
                  <a:cxn ang="0">
                    <a:pos x="8" y="2"/>
                  </a:cxn>
                  <a:cxn ang="0">
                    <a:pos x="9" y="0"/>
                  </a:cxn>
                  <a:cxn ang="0">
                    <a:pos x="9" y="3"/>
                  </a:cxn>
                  <a:cxn ang="0">
                    <a:pos x="8" y="6"/>
                  </a:cxn>
                  <a:cxn ang="0">
                    <a:pos x="3" y="8"/>
                  </a:cxn>
                  <a:cxn ang="0">
                    <a:pos x="2" y="7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9" h="8">
                    <a:moveTo>
                      <a:pt x="4" y="0"/>
                    </a:moveTo>
                    <a:lnTo>
                      <a:pt x="7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9" y="3"/>
                    </a:lnTo>
                    <a:lnTo>
                      <a:pt x="8" y="6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8" name="Group 1114">
              <a:extLst>
                <a:ext uri="{FF2B5EF4-FFF2-40B4-BE49-F238E27FC236}">
                  <a16:creationId xmlns:a16="http://schemas.microsoft.com/office/drawing/2014/main" id="{7D05CF83-BFC9-4C75-9FBD-E79F817EDB8B}"/>
                </a:ext>
              </a:extLst>
            </p:cNvPr>
            <p:cNvGrpSpPr/>
            <p:nvPr/>
          </p:nvGrpSpPr>
          <p:grpSpPr>
            <a:xfrm>
              <a:off x="4388874" y="2499794"/>
              <a:ext cx="2525965" cy="1861261"/>
              <a:chOff x="6389342" y="1817331"/>
              <a:chExt cx="3937813" cy="2901546"/>
            </a:xfrm>
            <a:grpFill/>
          </p:grpSpPr>
          <p:sp>
            <p:nvSpPr>
              <p:cNvPr id="277" name="Freeform 1297">
                <a:extLst>
                  <a:ext uri="{FF2B5EF4-FFF2-40B4-BE49-F238E27FC236}">
                    <a16:creationId xmlns:a16="http://schemas.microsoft.com/office/drawing/2014/main" id="{CDB00161-D2BD-414E-92BC-9B739D5D6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385" y="4196599"/>
                <a:ext cx="47669" cy="9533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0" y="7"/>
                  </a:cxn>
                  <a:cxn ang="0">
                    <a:pos x="17" y="13"/>
                  </a:cxn>
                  <a:cxn ang="0">
                    <a:pos x="22" y="19"/>
                  </a:cxn>
                  <a:cxn ang="0">
                    <a:pos x="23" y="28"/>
                  </a:cxn>
                  <a:cxn ang="0">
                    <a:pos x="23" y="32"/>
                  </a:cxn>
                  <a:cxn ang="0">
                    <a:pos x="22" y="35"/>
                  </a:cxn>
                  <a:cxn ang="0">
                    <a:pos x="17" y="43"/>
                  </a:cxn>
                  <a:cxn ang="0">
                    <a:pos x="14" y="44"/>
                  </a:cxn>
                  <a:cxn ang="0">
                    <a:pos x="10" y="46"/>
                  </a:cxn>
                  <a:cxn ang="0">
                    <a:pos x="7" y="44"/>
                  </a:cxn>
                  <a:cxn ang="0">
                    <a:pos x="4" y="43"/>
                  </a:cxn>
                  <a:cxn ang="0">
                    <a:pos x="2" y="41"/>
                  </a:cxn>
                  <a:cxn ang="0">
                    <a:pos x="0" y="37"/>
                  </a:cxn>
                  <a:cxn ang="0">
                    <a:pos x="0" y="34"/>
                  </a:cxn>
                  <a:cxn ang="0">
                    <a:pos x="2" y="23"/>
                  </a:cxn>
                  <a:cxn ang="0">
                    <a:pos x="4" y="12"/>
                  </a:cxn>
                  <a:cxn ang="0">
                    <a:pos x="5" y="0"/>
                  </a:cxn>
                </a:cxnLst>
                <a:rect l="0" t="0" r="r" b="b"/>
                <a:pathLst>
                  <a:path w="23" h="46">
                    <a:moveTo>
                      <a:pt x="5" y="0"/>
                    </a:moveTo>
                    <a:lnTo>
                      <a:pt x="10" y="7"/>
                    </a:lnTo>
                    <a:lnTo>
                      <a:pt x="17" y="13"/>
                    </a:lnTo>
                    <a:lnTo>
                      <a:pt x="22" y="19"/>
                    </a:lnTo>
                    <a:lnTo>
                      <a:pt x="23" y="28"/>
                    </a:lnTo>
                    <a:lnTo>
                      <a:pt x="23" y="32"/>
                    </a:lnTo>
                    <a:lnTo>
                      <a:pt x="22" y="35"/>
                    </a:lnTo>
                    <a:lnTo>
                      <a:pt x="17" y="43"/>
                    </a:lnTo>
                    <a:lnTo>
                      <a:pt x="14" y="44"/>
                    </a:lnTo>
                    <a:lnTo>
                      <a:pt x="10" y="46"/>
                    </a:lnTo>
                    <a:lnTo>
                      <a:pt x="7" y="44"/>
                    </a:lnTo>
                    <a:lnTo>
                      <a:pt x="4" y="43"/>
                    </a:lnTo>
                    <a:lnTo>
                      <a:pt x="2" y="41"/>
                    </a:lnTo>
                    <a:lnTo>
                      <a:pt x="0" y="37"/>
                    </a:lnTo>
                    <a:lnTo>
                      <a:pt x="0" y="34"/>
                    </a:lnTo>
                    <a:lnTo>
                      <a:pt x="2" y="23"/>
                    </a:lnTo>
                    <a:lnTo>
                      <a:pt x="4" y="1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78" name="Freeform 1298">
                <a:extLst>
                  <a:ext uri="{FF2B5EF4-FFF2-40B4-BE49-F238E27FC236}">
                    <a16:creationId xmlns:a16="http://schemas.microsoft.com/office/drawing/2014/main" id="{A897F218-DBC0-4A6F-9A25-F73C1106F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1513" y="4296080"/>
                <a:ext cx="254922" cy="27564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3"/>
                  </a:cxn>
                  <a:cxn ang="0">
                    <a:pos x="24" y="4"/>
                  </a:cxn>
                  <a:cxn ang="0">
                    <a:pos x="34" y="11"/>
                  </a:cxn>
                  <a:cxn ang="0">
                    <a:pos x="40" y="20"/>
                  </a:cxn>
                  <a:cxn ang="0">
                    <a:pos x="41" y="21"/>
                  </a:cxn>
                  <a:cxn ang="0">
                    <a:pos x="46" y="23"/>
                  </a:cxn>
                  <a:cxn ang="0">
                    <a:pos x="54" y="29"/>
                  </a:cxn>
                  <a:cxn ang="0">
                    <a:pos x="64" y="39"/>
                  </a:cxn>
                  <a:cxn ang="0">
                    <a:pos x="80" y="49"/>
                  </a:cxn>
                  <a:cxn ang="0">
                    <a:pos x="85" y="50"/>
                  </a:cxn>
                  <a:cxn ang="0">
                    <a:pos x="93" y="57"/>
                  </a:cxn>
                  <a:cxn ang="0">
                    <a:pos x="92" y="60"/>
                  </a:cxn>
                  <a:cxn ang="0">
                    <a:pos x="95" y="62"/>
                  </a:cxn>
                  <a:cxn ang="0">
                    <a:pos x="99" y="65"/>
                  </a:cxn>
                  <a:cxn ang="0">
                    <a:pos x="98" y="72"/>
                  </a:cxn>
                  <a:cxn ang="0">
                    <a:pos x="105" y="76"/>
                  </a:cxn>
                  <a:cxn ang="0">
                    <a:pos x="107" y="83"/>
                  </a:cxn>
                  <a:cxn ang="0">
                    <a:pos x="110" y="87"/>
                  </a:cxn>
                  <a:cxn ang="0">
                    <a:pos x="114" y="91"/>
                  </a:cxn>
                  <a:cxn ang="0">
                    <a:pos x="120" y="94"/>
                  </a:cxn>
                  <a:cxn ang="0">
                    <a:pos x="123" y="98"/>
                  </a:cxn>
                  <a:cxn ang="0">
                    <a:pos x="120" y="117"/>
                  </a:cxn>
                  <a:cxn ang="0">
                    <a:pos x="118" y="131"/>
                  </a:cxn>
                  <a:cxn ang="0">
                    <a:pos x="114" y="133"/>
                  </a:cxn>
                  <a:cxn ang="0">
                    <a:pos x="107" y="131"/>
                  </a:cxn>
                  <a:cxn ang="0">
                    <a:pos x="102" y="125"/>
                  </a:cxn>
                  <a:cxn ang="0">
                    <a:pos x="100" y="122"/>
                  </a:cxn>
                  <a:cxn ang="0">
                    <a:pos x="70" y="96"/>
                  </a:cxn>
                  <a:cxn ang="0">
                    <a:pos x="62" y="79"/>
                  </a:cxn>
                  <a:cxn ang="0">
                    <a:pos x="55" y="69"/>
                  </a:cxn>
                  <a:cxn ang="0">
                    <a:pos x="54" y="65"/>
                  </a:cxn>
                  <a:cxn ang="0">
                    <a:pos x="48" y="64"/>
                  </a:cxn>
                  <a:cxn ang="0">
                    <a:pos x="44" y="58"/>
                  </a:cxn>
                  <a:cxn ang="0">
                    <a:pos x="41" y="49"/>
                  </a:cxn>
                  <a:cxn ang="0">
                    <a:pos x="38" y="43"/>
                  </a:cxn>
                  <a:cxn ang="0">
                    <a:pos x="26" y="35"/>
                  </a:cxn>
                  <a:cxn ang="0">
                    <a:pos x="24" y="29"/>
                  </a:cxn>
                  <a:cxn ang="0">
                    <a:pos x="20" y="23"/>
                  </a:cxn>
                  <a:cxn ang="0">
                    <a:pos x="16" y="20"/>
                  </a:cxn>
                  <a:cxn ang="0">
                    <a:pos x="9" y="19"/>
                  </a:cxn>
                  <a:cxn ang="0">
                    <a:pos x="3" y="9"/>
                  </a:cxn>
                  <a:cxn ang="0">
                    <a:pos x="0" y="0"/>
                  </a:cxn>
                </a:cxnLst>
                <a:rect l="0" t="0" r="r" b="b"/>
                <a:pathLst>
                  <a:path w="123" h="133">
                    <a:moveTo>
                      <a:pt x="0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9" y="3"/>
                    </a:lnTo>
                    <a:lnTo>
                      <a:pt x="10" y="4"/>
                    </a:lnTo>
                    <a:lnTo>
                      <a:pt x="24" y="4"/>
                    </a:lnTo>
                    <a:lnTo>
                      <a:pt x="29" y="6"/>
                    </a:lnTo>
                    <a:lnTo>
                      <a:pt x="34" y="11"/>
                    </a:lnTo>
                    <a:lnTo>
                      <a:pt x="39" y="19"/>
                    </a:lnTo>
                    <a:lnTo>
                      <a:pt x="40" y="20"/>
                    </a:lnTo>
                    <a:lnTo>
                      <a:pt x="41" y="20"/>
                    </a:lnTo>
                    <a:lnTo>
                      <a:pt x="41" y="21"/>
                    </a:lnTo>
                    <a:lnTo>
                      <a:pt x="43" y="21"/>
                    </a:lnTo>
                    <a:lnTo>
                      <a:pt x="46" y="23"/>
                    </a:lnTo>
                    <a:lnTo>
                      <a:pt x="50" y="25"/>
                    </a:lnTo>
                    <a:lnTo>
                      <a:pt x="54" y="29"/>
                    </a:lnTo>
                    <a:lnTo>
                      <a:pt x="56" y="33"/>
                    </a:lnTo>
                    <a:lnTo>
                      <a:pt x="64" y="39"/>
                    </a:lnTo>
                    <a:lnTo>
                      <a:pt x="70" y="45"/>
                    </a:lnTo>
                    <a:lnTo>
                      <a:pt x="80" y="49"/>
                    </a:lnTo>
                    <a:lnTo>
                      <a:pt x="83" y="50"/>
                    </a:lnTo>
                    <a:lnTo>
                      <a:pt x="85" y="50"/>
                    </a:lnTo>
                    <a:lnTo>
                      <a:pt x="89" y="53"/>
                    </a:lnTo>
                    <a:lnTo>
                      <a:pt x="93" y="57"/>
                    </a:lnTo>
                    <a:lnTo>
                      <a:pt x="93" y="59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95" y="62"/>
                    </a:lnTo>
                    <a:lnTo>
                      <a:pt x="98" y="63"/>
                    </a:lnTo>
                    <a:lnTo>
                      <a:pt x="99" y="65"/>
                    </a:lnTo>
                    <a:lnTo>
                      <a:pt x="98" y="69"/>
                    </a:lnTo>
                    <a:lnTo>
                      <a:pt x="98" y="72"/>
                    </a:lnTo>
                    <a:lnTo>
                      <a:pt x="102" y="76"/>
                    </a:lnTo>
                    <a:lnTo>
                      <a:pt x="105" y="76"/>
                    </a:lnTo>
                    <a:lnTo>
                      <a:pt x="105" y="79"/>
                    </a:lnTo>
                    <a:lnTo>
                      <a:pt x="107" y="83"/>
                    </a:lnTo>
                    <a:lnTo>
                      <a:pt x="108" y="86"/>
                    </a:lnTo>
                    <a:lnTo>
                      <a:pt x="110" y="87"/>
                    </a:lnTo>
                    <a:lnTo>
                      <a:pt x="112" y="89"/>
                    </a:lnTo>
                    <a:lnTo>
                      <a:pt x="114" y="91"/>
                    </a:lnTo>
                    <a:lnTo>
                      <a:pt x="115" y="92"/>
                    </a:lnTo>
                    <a:lnTo>
                      <a:pt x="120" y="94"/>
                    </a:lnTo>
                    <a:lnTo>
                      <a:pt x="122" y="96"/>
                    </a:lnTo>
                    <a:lnTo>
                      <a:pt x="123" y="98"/>
                    </a:lnTo>
                    <a:lnTo>
                      <a:pt x="123" y="116"/>
                    </a:lnTo>
                    <a:lnTo>
                      <a:pt x="120" y="117"/>
                    </a:lnTo>
                    <a:lnTo>
                      <a:pt x="120" y="130"/>
                    </a:lnTo>
                    <a:lnTo>
                      <a:pt x="118" y="131"/>
                    </a:lnTo>
                    <a:lnTo>
                      <a:pt x="117" y="132"/>
                    </a:lnTo>
                    <a:lnTo>
                      <a:pt x="114" y="133"/>
                    </a:lnTo>
                    <a:lnTo>
                      <a:pt x="108" y="133"/>
                    </a:lnTo>
                    <a:lnTo>
                      <a:pt x="107" y="131"/>
                    </a:lnTo>
                    <a:lnTo>
                      <a:pt x="103" y="127"/>
                    </a:lnTo>
                    <a:lnTo>
                      <a:pt x="102" y="125"/>
                    </a:lnTo>
                    <a:lnTo>
                      <a:pt x="100" y="123"/>
                    </a:lnTo>
                    <a:lnTo>
                      <a:pt x="100" y="122"/>
                    </a:lnTo>
                    <a:lnTo>
                      <a:pt x="78" y="104"/>
                    </a:lnTo>
                    <a:lnTo>
                      <a:pt x="70" y="96"/>
                    </a:lnTo>
                    <a:lnTo>
                      <a:pt x="67" y="88"/>
                    </a:lnTo>
                    <a:lnTo>
                      <a:pt x="62" y="79"/>
                    </a:lnTo>
                    <a:lnTo>
                      <a:pt x="58" y="72"/>
                    </a:lnTo>
                    <a:lnTo>
                      <a:pt x="55" y="69"/>
                    </a:lnTo>
                    <a:lnTo>
                      <a:pt x="54" y="69"/>
                    </a:lnTo>
                    <a:lnTo>
                      <a:pt x="54" y="65"/>
                    </a:lnTo>
                    <a:lnTo>
                      <a:pt x="53" y="64"/>
                    </a:lnTo>
                    <a:lnTo>
                      <a:pt x="48" y="64"/>
                    </a:lnTo>
                    <a:lnTo>
                      <a:pt x="45" y="62"/>
                    </a:lnTo>
                    <a:lnTo>
                      <a:pt x="44" y="58"/>
                    </a:lnTo>
                    <a:lnTo>
                      <a:pt x="44" y="54"/>
                    </a:lnTo>
                    <a:lnTo>
                      <a:pt x="41" y="49"/>
                    </a:lnTo>
                    <a:lnTo>
                      <a:pt x="40" y="45"/>
                    </a:lnTo>
                    <a:lnTo>
                      <a:pt x="38" y="43"/>
                    </a:lnTo>
                    <a:lnTo>
                      <a:pt x="28" y="38"/>
                    </a:lnTo>
                    <a:lnTo>
                      <a:pt x="26" y="35"/>
                    </a:lnTo>
                    <a:lnTo>
                      <a:pt x="25" y="32"/>
                    </a:lnTo>
                    <a:lnTo>
                      <a:pt x="24" y="29"/>
                    </a:lnTo>
                    <a:lnTo>
                      <a:pt x="21" y="26"/>
                    </a:lnTo>
                    <a:lnTo>
                      <a:pt x="20" y="23"/>
                    </a:lnTo>
                    <a:lnTo>
                      <a:pt x="19" y="21"/>
                    </a:lnTo>
                    <a:lnTo>
                      <a:pt x="16" y="20"/>
                    </a:lnTo>
                    <a:lnTo>
                      <a:pt x="11" y="20"/>
                    </a:lnTo>
                    <a:lnTo>
                      <a:pt x="9" y="19"/>
                    </a:lnTo>
                    <a:lnTo>
                      <a:pt x="8" y="16"/>
                    </a:lnTo>
                    <a:lnTo>
                      <a:pt x="3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79" name="Freeform 1299">
                <a:extLst>
                  <a:ext uri="{FF2B5EF4-FFF2-40B4-BE49-F238E27FC236}">
                    <a16:creationId xmlns:a16="http://schemas.microsoft.com/office/drawing/2014/main" id="{110FD71A-4656-4481-AC0E-9EC777DBB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8974" y="4262920"/>
                <a:ext cx="244559" cy="267357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100" y="2"/>
                  </a:cxn>
                  <a:cxn ang="0">
                    <a:pos x="108" y="16"/>
                  </a:cxn>
                  <a:cxn ang="0">
                    <a:pos x="113" y="17"/>
                  </a:cxn>
                  <a:cxn ang="0">
                    <a:pos x="118" y="19"/>
                  </a:cxn>
                  <a:cxn ang="0">
                    <a:pos x="117" y="24"/>
                  </a:cxn>
                  <a:cxn ang="0">
                    <a:pos x="109" y="25"/>
                  </a:cxn>
                  <a:cxn ang="0">
                    <a:pos x="111" y="29"/>
                  </a:cxn>
                  <a:cxn ang="0">
                    <a:pos x="107" y="30"/>
                  </a:cxn>
                  <a:cxn ang="0">
                    <a:pos x="100" y="34"/>
                  </a:cxn>
                  <a:cxn ang="0">
                    <a:pos x="100" y="36"/>
                  </a:cxn>
                  <a:cxn ang="0">
                    <a:pos x="98" y="40"/>
                  </a:cxn>
                  <a:cxn ang="0">
                    <a:pos x="104" y="55"/>
                  </a:cxn>
                  <a:cxn ang="0">
                    <a:pos x="116" y="66"/>
                  </a:cxn>
                  <a:cxn ang="0">
                    <a:pos x="103" y="71"/>
                  </a:cxn>
                  <a:cxn ang="0">
                    <a:pos x="99" y="81"/>
                  </a:cxn>
                  <a:cxn ang="0">
                    <a:pos x="95" y="90"/>
                  </a:cxn>
                  <a:cxn ang="0">
                    <a:pos x="93" y="95"/>
                  </a:cxn>
                  <a:cxn ang="0">
                    <a:pos x="87" y="105"/>
                  </a:cxn>
                  <a:cxn ang="0">
                    <a:pos x="89" y="112"/>
                  </a:cxn>
                  <a:cxn ang="0">
                    <a:pos x="85" y="118"/>
                  </a:cxn>
                  <a:cxn ang="0">
                    <a:pos x="84" y="123"/>
                  </a:cxn>
                  <a:cxn ang="0">
                    <a:pos x="77" y="128"/>
                  </a:cxn>
                  <a:cxn ang="0">
                    <a:pos x="69" y="129"/>
                  </a:cxn>
                  <a:cxn ang="0">
                    <a:pos x="65" y="125"/>
                  </a:cxn>
                  <a:cxn ang="0">
                    <a:pos x="62" y="123"/>
                  </a:cxn>
                  <a:cxn ang="0">
                    <a:pos x="55" y="119"/>
                  </a:cxn>
                  <a:cxn ang="0">
                    <a:pos x="45" y="118"/>
                  </a:cxn>
                  <a:cxn ang="0">
                    <a:pos x="42" y="122"/>
                  </a:cxn>
                  <a:cxn ang="0">
                    <a:pos x="34" y="120"/>
                  </a:cxn>
                  <a:cxn ang="0">
                    <a:pos x="30" y="114"/>
                  </a:cxn>
                  <a:cxn ang="0">
                    <a:pos x="25" y="115"/>
                  </a:cxn>
                  <a:cxn ang="0">
                    <a:pos x="15" y="110"/>
                  </a:cxn>
                  <a:cxn ang="0">
                    <a:pos x="14" y="99"/>
                  </a:cxn>
                  <a:cxn ang="0">
                    <a:pos x="11" y="90"/>
                  </a:cxn>
                  <a:cxn ang="0">
                    <a:pos x="6" y="89"/>
                  </a:cxn>
                  <a:cxn ang="0">
                    <a:pos x="1" y="79"/>
                  </a:cxn>
                  <a:cxn ang="0">
                    <a:pos x="0" y="73"/>
                  </a:cxn>
                  <a:cxn ang="0">
                    <a:pos x="3" y="68"/>
                  </a:cxn>
                  <a:cxn ang="0">
                    <a:pos x="21" y="66"/>
                  </a:cxn>
                  <a:cxn ang="0">
                    <a:pos x="28" y="56"/>
                  </a:cxn>
                  <a:cxn ang="0">
                    <a:pos x="30" y="53"/>
                  </a:cxn>
                  <a:cxn ang="0">
                    <a:pos x="34" y="48"/>
                  </a:cxn>
                  <a:cxn ang="0">
                    <a:pos x="43" y="46"/>
                  </a:cxn>
                  <a:cxn ang="0">
                    <a:pos x="50" y="39"/>
                  </a:cxn>
                  <a:cxn ang="0">
                    <a:pos x="52" y="36"/>
                  </a:cxn>
                  <a:cxn ang="0">
                    <a:pos x="58" y="31"/>
                  </a:cxn>
                  <a:cxn ang="0">
                    <a:pos x="59" y="30"/>
                  </a:cxn>
                  <a:cxn ang="0">
                    <a:pos x="62" y="26"/>
                  </a:cxn>
                  <a:cxn ang="0">
                    <a:pos x="72" y="24"/>
                  </a:cxn>
                  <a:cxn ang="0">
                    <a:pos x="75" y="21"/>
                  </a:cxn>
                  <a:cxn ang="0">
                    <a:pos x="89" y="2"/>
                  </a:cxn>
                </a:cxnLst>
                <a:rect l="0" t="0" r="r" b="b"/>
                <a:pathLst>
                  <a:path w="118" h="129">
                    <a:moveTo>
                      <a:pt x="94" y="0"/>
                    </a:moveTo>
                    <a:lnTo>
                      <a:pt x="97" y="0"/>
                    </a:lnTo>
                    <a:lnTo>
                      <a:pt x="99" y="1"/>
                    </a:lnTo>
                    <a:lnTo>
                      <a:pt x="100" y="2"/>
                    </a:lnTo>
                    <a:lnTo>
                      <a:pt x="100" y="12"/>
                    </a:lnTo>
                    <a:lnTo>
                      <a:pt x="108" y="16"/>
                    </a:lnTo>
                    <a:lnTo>
                      <a:pt x="111" y="16"/>
                    </a:lnTo>
                    <a:lnTo>
                      <a:pt x="113" y="17"/>
                    </a:lnTo>
                    <a:lnTo>
                      <a:pt x="116" y="17"/>
                    </a:lnTo>
                    <a:lnTo>
                      <a:pt x="118" y="19"/>
                    </a:lnTo>
                    <a:lnTo>
                      <a:pt x="118" y="22"/>
                    </a:lnTo>
                    <a:lnTo>
                      <a:pt x="117" y="24"/>
                    </a:lnTo>
                    <a:lnTo>
                      <a:pt x="111" y="24"/>
                    </a:lnTo>
                    <a:lnTo>
                      <a:pt x="109" y="25"/>
                    </a:lnTo>
                    <a:lnTo>
                      <a:pt x="109" y="29"/>
                    </a:lnTo>
                    <a:lnTo>
                      <a:pt x="111" y="29"/>
                    </a:lnTo>
                    <a:lnTo>
                      <a:pt x="109" y="30"/>
                    </a:lnTo>
                    <a:lnTo>
                      <a:pt x="107" y="30"/>
                    </a:lnTo>
                    <a:lnTo>
                      <a:pt x="102" y="32"/>
                    </a:lnTo>
                    <a:lnTo>
                      <a:pt x="100" y="34"/>
                    </a:lnTo>
                    <a:lnTo>
                      <a:pt x="99" y="34"/>
                    </a:lnTo>
                    <a:lnTo>
                      <a:pt x="100" y="36"/>
                    </a:lnTo>
                    <a:lnTo>
                      <a:pt x="100" y="37"/>
                    </a:lnTo>
                    <a:lnTo>
                      <a:pt x="98" y="40"/>
                    </a:lnTo>
                    <a:lnTo>
                      <a:pt x="99" y="46"/>
                    </a:lnTo>
                    <a:lnTo>
                      <a:pt x="104" y="55"/>
                    </a:lnTo>
                    <a:lnTo>
                      <a:pt x="109" y="63"/>
                    </a:lnTo>
                    <a:lnTo>
                      <a:pt x="116" y="66"/>
                    </a:lnTo>
                    <a:lnTo>
                      <a:pt x="113" y="71"/>
                    </a:lnTo>
                    <a:lnTo>
                      <a:pt x="103" y="71"/>
                    </a:lnTo>
                    <a:lnTo>
                      <a:pt x="100" y="76"/>
                    </a:lnTo>
                    <a:lnTo>
                      <a:pt x="99" y="81"/>
                    </a:lnTo>
                    <a:lnTo>
                      <a:pt x="98" y="85"/>
                    </a:lnTo>
                    <a:lnTo>
                      <a:pt x="95" y="90"/>
                    </a:lnTo>
                    <a:lnTo>
                      <a:pt x="95" y="94"/>
                    </a:lnTo>
                    <a:lnTo>
                      <a:pt x="93" y="95"/>
                    </a:lnTo>
                    <a:lnTo>
                      <a:pt x="87" y="102"/>
                    </a:lnTo>
                    <a:lnTo>
                      <a:pt x="87" y="105"/>
                    </a:lnTo>
                    <a:lnTo>
                      <a:pt x="89" y="108"/>
                    </a:lnTo>
                    <a:lnTo>
                      <a:pt x="89" y="112"/>
                    </a:lnTo>
                    <a:lnTo>
                      <a:pt x="88" y="114"/>
                    </a:lnTo>
                    <a:lnTo>
                      <a:pt x="85" y="118"/>
                    </a:lnTo>
                    <a:lnTo>
                      <a:pt x="84" y="120"/>
                    </a:lnTo>
                    <a:lnTo>
                      <a:pt x="84" y="123"/>
                    </a:lnTo>
                    <a:lnTo>
                      <a:pt x="80" y="124"/>
                    </a:lnTo>
                    <a:lnTo>
                      <a:pt x="77" y="128"/>
                    </a:lnTo>
                    <a:lnTo>
                      <a:pt x="74" y="129"/>
                    </a:lnTo>
                    <a:lnTo>
                      <a:pt x="69" y="129"/>
                    </a:lnTo>
                    <a:lnTo>
                      <a:pt x="67" y="128"/>
                    </a:lnTo>
                    <a:lnTo>
                      <a:pt x="65" y="125"/>
                    </a:lnTo>
                    <a:lnTo>
                      <a:pt x="65" y="124"/>
                    </a:lnTo>
                    <a:lnTo>
                      <a:pt x="62" y="123"/>
                    </a:lnTo>
                    <a:lnTo>
                      <a:pt x="59" y="122"/>
                    </a:lnTo>
                    <a:lnTo>
                      <a:pt x="55" y="119"/>
                    </a:lnTo>
                    <a:lnTo>
                      <a:pt x="52" y="118"/>
                    </a:lnTo>
                    <a:lnTo>
                      <a:pt x="45" y="118"/>
                    </a:lnTo>
                    <a:lnTo>
                      <a:pt x="44" y="120"/>
                    </a:lnTo>
                    <a:lnTo>
                      <a:pt x="42" y="122"/>
                    </a:lnTo>
                    <a:lnTo>
                      <a:pt x="37" y="122"/>
                    </a:lnTo>
                    <a:lnTo>
                      <a:pt x="34" y="120"/>
                    </a:lnTo>
                    <a:lnTo>
                      <a:pt x="34" y="114"/>
                    </a:lnTo>
                    <a:lnTo>
                      <a:pt x="30" y="114"/>
                    </a:lnTo>
                    <a:lnTo>
                      <a:pt x="28" y="115"/>
                    </a:lnTo>
                    <a:lnTo>
                      <a:pt x="25" y="115"/>
                    </a:lnTo>
                    <a:lnTo>
                      <a:pt x="19" y="114"/>
                    </a:lnTo>
                    <a:lnTo>
                      <a:pt x="15" y="110"/>
                    </a:lnTo>
                    <a:lnTo>
                      <a:pt x="14" y="105"/>
                    </a:lnTo>
                    <a:lnTo>
                      <a:pt x="14" y="99"/>
                    </a:lnTo>
                    <a:lnTo>
                      <a:pt x="11" y="94"/>
                    </a:lnTo>
                    <a:lnTo>
                      <a:pt x="11" y="90"/>
                    </a:lnTo>
                    <a:lnTo>
                      <a:pt x="10" y="89"/>
                    </a:lnTo>
                    <a:lnTo>
                      <a:pt x="6" y="89"/>
                    </a:lnTo>
                    <a:lnTo>
                      <a:pt x="4" y="87"/>
                    </a:lnTo>
                    <a:lnTo>
                      <a:pt x="1" y="79"/>
                    </a:lnTo>
                    <a:lnTo>
                      <a:pt x="1" y="76"/>
                    </a:lnTo>
                    <a:lnTo>
                      <a:pt x="0" y="73"/>
                    </a:lnTo>
                    <a:lnTo>
                      <a:pt x="0" y="69"/>
                    </a:lnTo>
                    <a:lnTo>
                      <a:pt x="3" y="68"/>
                    </a:lnTo>
                    <a:lnTo>
                      <a:pt x="19" y="68"/>
                    </a:lnTo>
                    <a:lnTo>
                      <a:pt x="21" y="66"/>
                    </a:lnTo>
                    <a:lnTo>
                      <a:pt x="24" y="64"/>
                    </a:lnTo>
                    <a:lnTo>
                      <a:pt x="28" y="56"/>
                    </a:lnTo>
                    <a:lnTo>
                      <a:pt x="28" y="54"/>
                    </a:lnTo>
                    <a:lnTo>
                      <a:pt x="30" y="53"/>
                    </a:lnTo>
                    <a:lnTo>
                      <a:pt x="31" y="50"/>
                    </a:lnTo>
                    <a:lnTo>
                      <a:pt x="34" y="48"/>
                    </a:lnTo>
                    <a:lnTo>
                      <a:pt x="37" y="46"/>
                    </a:lnTo>
                    <a:lnTo>
                      <a:pt x="43" y="46"/>
                    </a:lnTo>
                    <a:lnTo>
                      <a:pt x="48" y="44"/>
                    </a:lnTo>
                    <a:lnTo>
                      <a:pt x="50" y="39"/>
                    </a:lnTo>
                    <a:lnTo>
                      <a:pt x="52" y="37"/>
                    </a:lnTo>
                    <a:lnTo>
                      <a:pt x="52" y="36"/>
                    </a:lnTo>
                    <a:lnTo>
                      <a:pt x="57" y="31"/>
                    </a:lnTo>
                    <a:lnTo>
                      <a:pt x="58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2" y="26"/>
                    </a:lnTo>
                    <a:lnTo>
                      <a:pt x="67" y="24"/>
                    </a:lnTo>
                    <a:lnTo>
                      <a:pt x="72" y="24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9" y="15"/>
                    </a:lnTo>
                    <a:lnTo>
                      <a:pt x="89" y="2"/>
                    </a:lnTo>
                    <a:lnTo>
                      <a:pt x="9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0" name="Freeform 1300">
                <a:extLst>
                  <a:ext uri="{FF2B5EF4-FFF2-40B4-BE49-F238E27FC236}">
                    <a16:creationId xmlns:a16="http://schemas.microsoft.com/office/drawing/2014/main" id="{7EFE62CD-7D7F-4122-AFE3-04327424D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5242" y="4389345"/>
                <a:ext cx="151296" cy="180312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2" y="4"/>
                  </a:cxn>
                  <a:cxn ang="0">
                    <a:pos x="67" y="14"/>
                  </a:cxn>
                  <a:cxn ang="0">
                    <a:pos x="55" y="17"/>
                  </a:cxn>
                  <a:cxn ang="0">
                    <a:pos x="49" y="14"/>
                  </a:cxn>
                  <a:cxn ang="0">
                    <a:pos x="38" y="15"/>
                  </a:cxn>
                  <a:cxn ang="0">
                    <a:pos x="19" y="17"/>
                  </a:cxn>
                  <a:cxn ang="0">
                    <a:pos x="17" y="19"/>
                  </a:cxn>
                  <a:cxn ang="0">
                    <a:pos x="19" y="33"/>
                  </a:cxn>
                  <a:cxn ang="0">
                    <a:pos x="27" y="36"/>
                  </a:cxn>
                  <a:cxn ang="0">
                    <a:pos x="30" y="33"/>
                  </a:cxn>
                  <a:cxn ang="0">
                    <a:pos x="49" y="27"/>
                  </a:cxn>
                  <a:cxn ang="0">
                    <a:pos x="53" y="29"/>
                  </a:cxn>
                  <a:cxn ang="0">
                    <a:pos x="43" y="37"/>
                  </a:cxn>
                  <a:cxn ang="0">
                    <a:pos x="32" y="42"/>
                  </a:cxn>
                  <a:cxn ang="0">
                    <a:pos x="33" y="46"/>
                  </a:cxn>
                  <a:cxn ang="0">
                    <a:pos x="37" y="52"/>
                  </a:cxn>
                  <a:cxn ang="0">
                    <a:pos x="40" y="57"/>
                  </a:cxn>
                  <a:cxn ang="0">
                    <a:pos x="39" y="61"/>
                  </a:cxn>
                  <a:cxn ang="0">
                    <a:pos x="40" y="64"/>
                  </a:cxn>
                  <a:cxn ang="0">
                    <a:pos x="44" y="68"/>
                  </a:cxn>
                  <a:cxn ang="0">
                    <a:pos x="45" y="70"/>
                  </a:cxn>
                  <a:cxn ang="0">
                    <a:pos x="42" y="72"/>
                  </a:cxn>
                  <a:cxn ang="0">
                    <a:pos x="38" y="75"/>
                  </a:cxn>
                  <a:cxn ang="0">
                    <a:pos x="37" y="77"/>
                  </a:cxn>
                  <a:cxn ang="0">
                    <a:pos x="32" y="73"/>
                  </a:cxn>
                  <a:cxn ang="0">
                    <a:pos x="27" y="66"/>
                  </a:cxn>
                  <a:cxn ang="0">
                    <a:pos x="27" y="52"/>
                  </a:cxn>
                  <a:cxn ang="0">
                    <a:pos x="19" y="53"/>
                  </a:cxn>
                  <a:cxn ang="0">
                    <a:pos x="17" y="57"/>
                  </a:cxn>
                  <a:cxn ang="0">
                    <a:pos x="20" y="67"/>
                  </a:cxn>
                  <a:cxn ang="0">
                    <a:pos x="19" y="78"/>
                  </a:cxn>
                  <a:cxn ang="0">
                    <a:pos x="18" y="85"/>
                  </a:cxn>
                  <a:cxn ang="0">
                    <a:pos x="14" y="87"/>
                  </a:cxn>
                  <a:cxn ang="0">
                    <a:pos x="10" y="85"/>
                  </a:cxn>
                  <a:cxn ang="0">
                    <a:pos x="8" y="81"/>
                  </a:cxn>
                  <a:cxn ang="0">
                    <a:pos x="4" y="62"/>
                  </a:cxn>
                  <a:cxn ang="0">
                    <a:pos x="0" y="59"/>
                  </a:cxn>
                  <a:cxn ang="0">
                    <a:pos x="2" y="49"/>
                  </a:cxn>
                  <a:cxn ang="0">
                    <a:pos x="7" y="34"/>
                  </a:cxn>
                  <a:cxn ang="0">
                    <a:pos x="10" y="28"/>
                  </a:cxn>
                  <a:cxn ang="0">
                    <a:pos x="14" y="13"/>
                  </a:cxn>
                  <a:cxn ang="0">
                    <a:pos x="27" y="5"/>
                  </a:cxn>
                  <a:cxn ang="0">
                    <a:pos x="58" y="10"/>
                  </a:cxn>
                  <a:cxn ang="0">
                    <a:pos x="71" y="0"/>
                  </a:cxn>
                </a:cxnLst>
                <a:rect l="0" t="0" r="r" b="b"/>
                <a:pathLst>
                  <a:path w="73" h="87">
                    <a:moveTo>
                      <a:pt x="71" y="0"/>
                    </a:moveTo>
                    <a:lnTo>
                      <a:pt x="73" y="0"/>
                    </a:lnTo>
                    <a:lnTo>
                      <a:pt x="73" y="4"/>
                    </a:lnTo>
                    <a:lnTo>
                      <a:pt x="72" y="4"/>
                    </a:lnTo>
                    <a:lnTo>
                      <a:pt x="69" y="12"/>
                    </a:lnTo>
                    <a:lnTo>
                      <a:pt x="67" y="14"/>
                    </a:lnTo>
                    <a:lnTo>
                      <a:pt x="59" y="17"/>
                    </a:lnTo>
                    <a:lnTo>
                      <a:pt x="55" y="17"/>
                    </a:lnTo>
                    <a:lnTo>
                      <a:pt x="53" y="15"/>
                    </a:lnTo>
                    <a:lnTo>
                      <a:pt x="49" y="14"/>
                    </a:lnTo>
                    <a:lnTo>
                      <a:pt x="42" y="14"/>
                    </a:lnTo>
                    <a:lnTo>
                      <a:pt x="38" y="15"/>
                    </a:lnTo>
                    <a:lnTo>
                      <a:pt x="22" y="15"/>
                    </a:lnTo>
                    <a:lnTo>
                      <a:pt x="19" y="17"/>
                    </a:lnTo>
                    <a:lnTo>
                      <a:pt x="18" y="17"/>
                    </a:lnTo>
                    <a:lnTo>
                      <a:pt x="17" y="19"/>
                    </a:lnTo>
                    <a:lnTo>
                      <a:pt x="17" y="26"/>
                    </a:lnTo>
                    <a:lnTo>
                      <a:pt x="19" y="33"/>
                    </a:lnTo>
                    <a:lnTo>
                      <a:pt x="24" y="36"/>
                    </a:lnTo>
                    <a:lnTo>
                      <a:pt x="27" y="36"/>
                    </a:lnTo>
                    <a:lnTo>
                      <a:pt x="28" y="34"/>
                    </a:lnTo>
                    <a:lnTo>
                      <a:pt x="30" y="33"/>
                    </a:lnTo>
                    <a:lnTo>
                      <a:pt x="43" y="28"/>
                    </a:lnTo>
                    <a:lnTo>
                      <a:pt x="49" y="27"/>
                    </a:lnTo>
                    <a:lnTo>
                      <a:pt x="53" y="27"/>
                    </a:lnTo>
                    <a:lnTo>
                      <a:pt x="53" y="29"/>
                    </a:lnTo>
                    <a:lnTo>
                      <a:pt x="47" y="33"/>
                    </a:lnTo>
                    <a:lnTo>
                      <a:pt x="43" y="37"/>
                    </a:lnTo>
                    <a:lnTo>
                      <a:pt x="38" y="41"/>
                    </a:lnTo>
                    <a:lnTo>
                      <a:pt x="32" y="42"/>
                    </a:lnTo>
                    <a:lnTo>
                      <a:pt x="32" y="43"/>
                    </a:lnTo>
                    <a:lnTo>
                      <a:pt x="33" y="46"/>
                    </a:lnTo>
                    <a:lnTo>
                      <a:pt x="35" y="48"/>
                    </a:lnTo>
                    <a:lnTo>
                      <a:pt x="37" y="52"/>
                    </a:lnTo>
                    <a:lnTo>
                      <a:pt x="39" y="54"/>
                    </a:lnTo>
                    <a:lnTo>
                      <a:pt x="40" y="57"/>
                    </a:lnTo>
                    <a:lnTo>
                      <a:pt x="42" y="58"/>
                    </a:lnTo>
                    <a:lnTo>
                      <a:pt x="39" y="61"/>
                    </a:lnTo>
                    <a:lnTo>
                      <a:pt x="39" y="62"/>
                    </a:lnTo>
                    <a:lnTo>
                      <a:pt x="40" y="64"/>
                    </a:lnTo>
                    <a:lnTo>
                      <a:pt x="43" y="66"/>
                    </a:lnTo>
                    <a:lnTo>
                      <a:pt x="44" y="68"/>
                    </a:lnTo>
                    <a:lnTo>
                      <a:pt x="45" y="68"/>
                    </a:lnTo>
                    <a:lnTo>
                      <a:pt x="45" y="70"/>
                    </a:lnTo>
                    <a:lnTo>
                      <a:pt x="44" y="71"/>
                    </a:lnTo>
                    <a:lnTo>
                      <a:pt x="42" y="72"/>
                    </a:lnTo>
                    <a:lnTo>
                      <a:pt x="40" y="73"/>
                    </a:lnTo>
                    <a:lnTo>
                      <a:pt x="38" y="75"/>
                    </a:lnTo>
                    <a:lnTo>
                      <a:pt x="37" y="76"/>
                    </a:lnTo>
                    <a:lnTo>
                      <a:pt x="37" y="77"/>
                    </a:lnTo>
                    <a:lnTo>
                      <a:pt x="32" y="77"/>
                    </a:lnTo>
                    <a:lnTo>
                      <a:pt x="32" y="73"/>
                    </a:lnTo>
                    <a:lnTo>
                      <a:pt x="29" y="68"/>
                    </a:lnTo>
                    <a:lnTo>
                      <a:pt x="27" y="66"/>
                    </a:lnTo>
                    <a:lnTo>
                      <a:pt x="24" y="61"/>
                    </a:lnTo>
                    <a:lnTo>
                      <a:pt x="27" y="52"/>
                    </a:lnTo>
                    <a:lnTo>
                      <a:pt x="20" y="52"/>
                    </a:lnTo>
                    <a:lnTo>
                      <a:pt x="19" y="53"/>
                    </a:lnTo>
                    <a:lnTo>
                      <a:pt x="18" y="56"/>
                    </a:lnTo>
                    <a:lnTo>
                      <a:pt x="17" y="57"/>
                    </a:lnTo>
                    <a:lnTo>
                      <a:pt x="17" y="59"/>
                    </a:lnTo>
                    <a:lnTo>
                      <a:pt x="20" y="67"/>
                    </a:lnTo>
                    <a:lnTo>
                      <a:pt x="20" y="75"/>
                    </a:lnTo>
                    <a:lnTo>
                      <a:pt x="19" y="78"/>
                    </a:lnTo>
                    <a:lnTo>
                      <a:pt x="19" y="81"/>
                    </a:lnTo>
                    <a:lnTo>
                      <a:pt x="18" y="85"/>
                    </a:lnTo>
                    <a:lnTo>
                      <a:pt x="17" y="86"/>
                    </a:lnTo>
                    <a:lnTo>
                      <a:pt x="14" y="87"/>
                    </a:lnTo>
                    <a:lnTo>
                      <a:pt x="12" y="87"/>
                    </a:lnTo>
                    <a:lnTo>
                      <a:pt x="10" y="85"/>
                    </a:lnTo>
                    <a:lnTo>
                      <a:pt x="9" y="83"/>
                    </a:lnTo>
                    <a:lnTo>
                      <a:pt x="8" y="81"/>
                    </a:lnTo>
                    <a:lnTo>
                      <a:pt x="8" y="62"/>
                    </a:lnTo>
                    <a:lnTo>
                      <a:pt x="4" y="62"/>
                    </a:lnTo>
                    <a:lnTo>
                      <a:pt x="3" y="61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2" y="49"/>
                    </a:lnTo>
                    <a:lnTo>
                      <a:pt x="4" y="43"/>
                    </a:lnTo>
                    <a:lnTo>
                      <a:pt x="7" y="34"/>
                    </a:lnTo>
                    <a:lnTo>
                      <a:pt x="8" y="33"/>
                    </a:lnTo>
                    <a:lnTo>
                      <a:pt x="10" y="28"/>
                    </a:lnTo>
                    <a:lnTo>
                      <a:pt x="12" y="20"/>
                    </a:lnTo>
                    <a:lnTo>
                      <a:pt x="14" y="13"/>
                    </a:lnTo>
                    <a:lnTo>
                      <a:pt x="19" y="8"/>
                    </a:lnTo>
                    <a:lnTo>
                      <a:pt x="27" y="5"/>
                    </a:lnTo>
                    <a:lnTo>
                      <a:pt x="54" y="10"/>
                    </a:lnTo>
                    <a:lnTo>
                      <a:pt x="58" y="10"/>
                    </a:lnTo>
                    <a:lnTo>
                      <a:pt x="63" y="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1" name="Freeform 1301">
                <a:extLst>
                  <a:ext uri="{FF2B5EF4-FFF2-40B4-BE49-F238E27FC236}">
                    <a16:creationId xmlns:a16="http://schemas.microsoft.com/office/drawing/2014/main" id="{D017A0BB-3CEA-4827-BD60-A947A55AE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6072" y="4571729"/>
                <a:ext cx="244559" cy="70465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0" y="0"/>
                  </a:cxn>
                  <a:cxn ang="0">
                    <a:pos x="29" y="3"/>
                  </a:cxn>
                  <a:cxn ang="0">
                    <a:pos x="35" y="7"/>
                  </a:cxn>
                  <a:cxn ang="0">
                    <a:pos x="43" y="10"/>
                  </a:cxn>
                  <a:cxn ang="0">
                    <a:pos x="51" y="13"/>
                  </a:cxn>
                  <a:cxn ang="0">
                    <a:pos x="56" y="10"/>
                  </a:cxn>
                  <a:cxn ang="0">
                    <a:pos x="58" y="9"/>
                  </a:cxn>
                  <a:cxn ang="0">
                    <a:pos x="63" y="7"/>
                  </a:cxn>
                  <a:cxn ang="0">
                    <a:pos x="66" y="7"/>
                  </a:cxn>
                  <a:cxn ang="0">
                    <a:pos x="70" y="9"/>
                  </a:cxn>
                  <a:cxn ang="0">
                    <a:pos x="75" y="12"/>
                  </a:cxn>
                  <a:cxn ang="0">
                    <a:pos x="78" y="14"/>
                  </a:cxn>
                  <a:cxn ang="0">
                    <a:pos x="82" y="14"/>
                  </a:cxn>
                  <a:cxn ang="0">
                    <a:pos x="94" y="13"/>
                  </a:cxn>
                  <a:cxn ang="0">
                    <a:pos x="97" y="13"/>
                  </a:cxn>
                  <a:cxn ang="0">
                    <a:pos x="95" y="14"/>
                  </a:cxn>
                  <a:cxn ang="0">
                    <a:pos x="94" y="14"/>
                  </a:cxn>
                  <a:cxn ang="0">
                    <a:pos x="92" y="15"/>
                  </a:cxn>
                  <a:cxn ang="0">
                    <a:pos x="82" y="15"/>
                  </a:cxn>
                  <a:cxn ang="0">
                    <a:pos x="89" y="21"/>
                  </a:cxn>
                  <a:cxn ang="0">
                    <a:pos x="100" y="21"/>
                  </a:cxn>
                  <a:cxn ang="0">
                    <a:pos x="102" y="23"/>
                  </a:cxn>
                  <a:cxn ang="0">
                    <a:pos x="102" y="24"/>
                  </a:cxn>
                  <a:cxn ang="0">
                    <a:pos x="104" y="26"/>
                  </a:cxn>
                  <a:cxn ang="0">
                    <a:pos x="112" y="26"/>
                  </a:cxn>
                  <a:cxn ang="0">
                    <a:pos x="114" y="27"/>
                  </a:cxn>
                  <a:cxn ang="0">
                    <a:pos x="115" y="28"/>
                  </a:cxn>
                  <a:cxn ang="0">
                    <a:pos x="117" y="28"/>
                  </a:cxn>
                  <a:cxn ang="0">
                    <a:pos x="118" y="29"/>
                  </a:cxn>
                  <a:cxn ang="0">
                    <a:pos x="118" y="31"/>
                  </a:cxn>
                  <a:cxn ang="0">
                    <a:pos x="117" y="32"/>
                  </a:cxn>
                  <a:cxn ang="0">
                    <a:pos x="115" y="34"/>
                  </a:cxn>
                  <a:cxn ang="0">
                    <a:pos x="113" y="34"/>
                  </a:cxn>
                  <a:cxn ang="0">
                    <a:pos x="110" y="33"/>
                  </a:cxn>
                  <a:cxn ang="0">
                    <a:pos x="108" y="31"/>
                  </a:cxn>
                  <a:cxn ang="0">
                    <a:pos x="105" y="31"/>
                  </a:cxn>
                  <a:cxn ang="0">
                    <a:pos x="105" y="34"/>
                  </a:cxn>
                  <a:cxn ang="0">
                    <a:pos x="84" y="31"/>
                  </a:cxn>
                  <a:cxn ang="0">
                    <a:pos x="63" y="29"/>
                  </a:cxn>
                  <a:cxn ang="0">
                    <a:pos x="58" y="27"/>
                  </a:cxn>
                  <a:cxn ang="0">
                    <a:pos x="55" y="24"/>
                  </a:cxn>
                  <a:cxn ang="0">
                    <a:pos x="53" y="23"/>
                  </a:cxn>
                  <a:cxn ang="0">
                    <a:pos x="41" y="23"/>
                  </a:cxn>
                  <a:cxn ang="0">
                    <a:pos x="30" y="21"/>
                  </a:cxn>
                  <a:cxn ang="0">
                    <a:pos x="16" y="21"/>
                  </a:cxn>
                  <a:cxn ang="0">
                    <a:pos x="14" y="19"/>
                  </a:cxn>
                  <a:cxn ang="0">
                    <a:pos x="11" y="17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9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2" y="7"/>
                  </a:cxn>
                  <a:cxn ang="0">
                    <a:pos x="6" y="3"/>
                  </a:cxn>
                  <a:cxn ang="0">
                    <a:pos x="9" y="2"/>
                  </a:cxn>
                  <a:cxn ang="0">
                    <a:pos x="10" y="2"/>
                  </a:cxn>
                  <a:cxn ang="0">
                    <a:pos x="13" y="3"/>
                  </a:cxn>
                  <a:cxn ang="0">
                    <a:pos x="15" y="3"/>
                  </a:cxn>
                  <a:cxn ang="0">
                    <a:pos x="18" y="2"/>
                  </a:cxn>
                  <a:cxn ang="0">
                    <a:pos x="19" y="0"/>
                  </a:cxn>
                </a:cxnLst>
                <a:rect l="0" t="0" r="r" b="b"/>
                <a:pathLst>
                  <a:path w="118" h="34">
                    <a:moveTo>
                      <a:pt x="19" y="0"/>
                    </a:moveTo>
                    <a:lnTo>
                      <a:pt x="20" y="0"/>
                    </a:lnTo>
                    <a:lnTo>
                      <a:pt x="29" y="3"/>
                    </a:lnTo>
                    <a:lnTo>
                      <a:pt x="35" y="7"/>
                    </a:lnTo>
                    <a:lnTo>
                      <a:pt x="43" y="10"/>
                    </a:lnTo>
                    <a:lnTo>
                      <a:pt x="51" y="13"/>
                    </a:lnTo>
                    <a:lnTo>
                      <a:pt x="56" y="10"/>
                    </a:lnTo>
                    <a:lnTo>
                      <a:pt x="58" y="9"/>
                    </a:lnTo>
                    <a:lnTo>
                      <a:pt x="63" y="7"/>
                    </a:lnTo>
                    <a:lnTo>
                      <a:pt x="66" y="7"/>
                    </a:lnTo>
                    <a:lnTo>
                      <a:pt x="70" y="9"/>
                    </a:lnTo>
                    <a:lnTo>
                      <a:pt x="75" y="12"/>
                    </a:lnTo>
                    <a:lnTo>
                      <a:pt x="78" y="14"/>
                    </a:lnTo>
                    <a:lnTo>
                      <a:pt x="82" y="14"/>
                    </a:lnTo>
                    <a:lnTo>
                      <a:pt x="94" y="13"/>
                    </a:lnTo>
                    <a:lnTo>
                      <a:pt x="97" y="13"/>
                    </a:lnTo>
                    <a:lnTo>
                      <a:pt x="95" y="14"/>
                    </a:lnTo>
                    <a:lnTo>
                      <a:pt x="94" y="14"/>
                    </a:lnTo>
                    <a:lnTo>
                      <a:pt x="92" y="15"/>
                    </a:lnTo>
                    <a:lnTo>
                      <a:pt x="82" y="15"/>
                    </a:lnTo>
                    <a:lnTo>
                      <a:pt x="89" y="21"/>
                    </a:lnTo>
                    <a:lnTo>
                      <a:pt x="100" y="21"/>
                    </a:lnTo>
                    <a:lnTo>
                      <a:pt x="102" y="23"/>
                    </a:lnTo>
                    <a:lnTo>
                      <a:pt x="102" y="24"/>
                    </a:lnTo>
                    <a:lnTo>
                      <a:pt x="104" y="26"/>
                    </a:lnTo>
                    <a:lnTo>
                      <a:pt x="112" y="26"/>
                    </a:lnTo>
                    <a:lnTo>
                      <a:pt x="114" y="27"/>
                    </a:lnTo>
                    <a:lnTo>
                      <a:pt x="115" y="28"/>
                    </a:lnTo>
                    <a:lnTo>
                      <a:pt x="117" y="28"/>
                    </a:lnTo>
                    <a:lnTo>
                      <a:pt x="118" y="29"/>
                    </a:lnTo>
                    <a:lnTo>
                      <a:pt x="118" y="31"/>
                    </a:lnTo>
                    <a:lnTo>
                      <a:pt x="117" y="32"/>
                    </a:lnTo>
                    <a:lnTo>
                      <a:pt x="115" y="34"/>
                    </a:lnTo>
                    <a:lnTo>
                      <a:pt x="113" y="34"/>
                    </a:lnTo>
                    <a:lnTo>
                      <a:pt x="110" y="33"/>
                    </a:lnTo>
                    <a:lnTo>
                      <a:pt x="108" y="31"/>
                    </a:lnTo>
                    <a:lnTo>
                      <a:pt x="105" y="31"/>
                    </a:lnTo>
                    <a:lnTo>
                      <a:pt x="105" y="34"/>
                    </a:lnTo>
                    <a:lnTo>
                      <a:pt x="84" y="31"/>
                    </a:lnTo>
                    <a:lnTo>
                      <a:pt x="63" y="29"/>
                    </a:lnTo>
                    <a:lnTo>
                      <a:pt x="58" y="27"/>
                    </a:lnTo>
                    <a:lnTo>
                      <a:pt x="55" y="24"/>
                    </a:lnTo>
                    <a:lnTo>
                      <a:pt x="53" y="23"/>
                    </a:lnTo>
                    <a:lnTo>
                      <a:pt x="41" y="23"/>
                    </a:lnTo>
                    <a:lnTo>
                      <a:pt x="30" y="21"/>
                    </a:lnTo>
                    <a:lnTo>
                      <a:pt x="16" y="21"/>
                    </a:lnTo>
                    <a:lnTo>
                      <a:pt x="14" y="19"/>
                    </a:lnTo>
                    <a:lnTo>
                      <a:pt x="11" y="17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2" y="7"/>
                    </a:lnTo>
                    <a:lnTo>
                      <a:pt x="6" y="3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3" y="3"/>
                    </a:lnTo>
                    <a:lnTo>
                      <a:pt x="15" y="3"/>
                    </a:lnTo>
                    <a:lnTo>
                      <a:pt x="18" y="2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2" name="Freeform 1302">
                <a:extLst>
                  <a:ext uri="{FF2B5EF4-FFF2-40B4-BE49-F238E27FC236}">
                    <a16:creationId xmlns:a16="http://schemas.microsoft.com/office/drawing/2014/main" id="{C17F19C7-540E-4A20-8B9A-62547B403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2186" y="4629759"/>
                <a:ext cx="74611" cy="16580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34" y="3"/>
                  </a:cxn>
                  <a:cxn ang="0">
                    <a:pos x="30" y="5"/>
                  </a:cxn>
                  <a:cxn ang="0">
                    <a:pos x="27" y="6"/>
                  </a:cxn>
                  <a:cxn ang="0">
                    <a:pos x="24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11" y="1"/>
                  </a:cxn>
                  <a:cxn ang="0">
                    <a:pos x="15" y="3"/>
                  </a:cxn>
                  <a:cxn ang="0">
                    <a:pos x="17" y="3"/>
                  </a:cxn>
                  <a:cxn ang="0">
                    <a:pos x="20" y="4"/>
                  </a:cxn>
                  <a:cxn ang="0">
                    <a:pos x="27" y="4"/>
                  </a:cxn>
                  <a:cxn ang="0">
                    <a:pos x="31" y="3"/>
                  </a:cxn>
                  <a:cxn ang="0">
                    <a:pos x="36" y="0"/>
                  </a:cxn>
                </a:cxnLst>
                <a:rect l="0" t="0" r="r" b="b"/>
                <a:pathLst>
                  <a:path w="36" h="8">
                    <a:moveTo>
                      <a:pt x="36" y="0"/>
                    </a:moveTo>
                    <a:lnTo>
                      <a:pt x="34" y="3"/>
                    </a:lnTo>
                    <a:lnTo>
                      <a:pt x="30" y="5"/>
                    </a:lnTo>
                    <a:lnTo>
                      <a:pt x="27" y="6"/>
                    </a:lnTo>
                    <a:lnTo>
                      <a:pt x="24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11" y="1"/>
                    </a:lnTo>
                    <a:lnTo>
                      <a:pt x="15" y="3"/>
                    </a:lnTo>
                    <a:lnTo>
                      <a:pt x="17" y="3"/>
                    </a:lnTo>
                    <a:lnTo>
                      <a:pt x="20" y="4"/>
                    </a:lnTo>
                    <a:lnTo>
                      <a:pt x="27" y="4"/>
                    </a:lnTo>
                    <a:lnTo>
                      <a:pt x="31" y="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3" name="Freeform 1303">
                <a:extLst>
                  <a:ext uri="{FF2B5EF4-FFF2-40B4-BE49-F238E27FC236}">
                    <a16:creationId xmlns:a16="http://schemas.microsoft.com/office/drawing/2014/main" id="{4FDA9204-2AE0-4D5E-987E-2440E1CE1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9647" y="4631831"/>
                <a:ext cx="51814" cy="18653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5" y="0"/>
                  </a:cxn>
                  <a:cxn ang="0">
                    <a:pos x="25" y="7"/>
                  </a:cxn>
                  <a:cxn ang="0">
                    <a:pos x="21" y="7"/>
                  </a:cxn>
                  <a:cxn ang="0">
                    <a:pos x="17" y="5"/>
                  </a:cxn>
                  <a:cxn ang="0">
                    <a:pos x="15" y="7"/>
                  </a:cxn>
                  <a:cxn ang="0">
                    <a:pos x="14" y="8"/>
                  </a:cxn>
                  <a:cxn ang="0">
                    <a:pos x="11" y="9"/>
                  </a:cxn>
                  <a:cxn ang="0">
                    <a:pos x="6" y="9"/>
                  </a:cxn>
                  <a:cxn ang="0">
                    <a:pos x="2" y="8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12" y="3"/>
                  </a:cxn>
                  <a:cxn ang="0">
                    <a:pos x="15" y="4"/>
                  </a:cxn>
                  <a:cxn ang="0">
                    <a:pos x="15" y="0"/>
                  </a:cxn>
                </a:cxnLst>
                <a:rect l="0" t="0" r="r" b="b"/>
                <a:pathLst>
                  <a:path w="25" h="9">
                    <a:moveTo>
                      <a:pt x="15" y="0"/>
                    </a:moveTo>
                    <a:lnTo>
                      <a:pt x="25" y="0"/>
                    </a:lnTo>
                    <a:lnTo>
                      <a:pt x="25" y="7"/>
                    </a:lnTo>
                    <a:lnTo>
                      <a:pt x="21" y="7"/>
                    </a:lnTo>
                    <a:lnTo>
                      <a:pt x="17" y="5"/>
                    </a:lnTo>
                    <a:lnTo>
                      <a:pt x="15" y="7"/>
                    </a:lnTo>
                    <a:lnTo>
                      <a:pt x="14" y="8"/>
                    </a:lnTo>
                    <a:lnTo>
                      <a:pt x="11" y="9"/>
                    </a:lnTo>
                    <a:lnTo>
                      <a:pt x="6" y="9"/>
                    </a:lnTo>
                    <a:lnTo>
                      <a:pt x="2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2" y="3"/>
                    </a:lnTo>
                    <a:lnTo>
                      <a:pt x="15" y="4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4" name="Freeform 1304">
                <a:extLst>
                  <a:ext uri="{FF2B5EF4-FFF2-40B4-BE49-F238E27FC236}">
                    <a16:creationId xmlns:a16="http://schemas.microsoft.com/office/drawing/2014/main" id="{C69B6C7B-CCA7-41C4-BB1E-2C67D3AF6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3534" y="4656701"/>
                <a:ext cx="37305" cy="24870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3" y="0"/>
                  </a:cxn>
                  <a:cxn ang="0">
                    <a:pos x="13" y="2"/>
                  </a:cxn>
                  <a:cxn ang="0">
                    <a:pos x="18" y="7"/>
                  </a:cxn>
                  <a:cxn ang="0">
                    <a:pos x="18" y="10"/>
                  </a:cxn>
                  <a:cxn ang="0">
                    <a:pos x="15" y="12"/>
                  </a:cxn>
                  <a:cxn ang="0">
                    <a:pos x="13" y="12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4" y="7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12">
                    <a:moveTo>
                      <a:pt x="3" y="0"/>
                    </a:moveTo>
                    <a:lnTo>
                      <a:pt x="13" y="0"/>
                    </a:lnTo>
                    <a:lnTo>
                      <a:pt x="13" y="2"/>
                    </a:lnTo>
                    <a:lnTo>
                      <a:pt x="18" y="7"/>
                    </a:lnTo>
                    <a:lnTo>
                      <a:pt x="18" y="10"/>
                    </a:lnTo>
                    <a:lnTo>
                      <a:pt x="15" y="12"/>
                    </a:lnTo>
                    <a:lnTo>
                      <a:pt x="13" y="12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4" y="7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5" name="Freeform 1305">
                <a:extLst>
                  <a:ext uri="{FF2B5EF4-FFF2-40B4-BE49-F238E27FC236}">
                    <a16:creationId xmlns:a16="http://schemas.microsoft.com/office/drawing/2014/main" id="{D66DB2EB-9F4B-44C8-988E-F025EB905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0996" y="4631831"/>
                <a:ext cx="14508" cy="145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0"/>
                  </a:cxn>
                  <a:cxn ang="0">
                    <a:pos x="5" y="2"/>
                  </a:cxn>
                  <a:cxn ang="0">
                    <a:pos x="6" y="3"/>
                  </a:cxn>
                  <a:cxn ang="0">
                    <a:pos x="7" y="3"/>
                  </a:cxn>
                  <a:cxn ang="0">
                    <a:pos x="6" y="5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7" h="7">
                    <a:moveTo>
                      <a:pt x="0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6" y="5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6" name="Freeform 1306">
                <a:extLst>
                  <a:ext uri="{FF2B5EF4-FFF2-40B4-BE49-F238E27FC236}">
                    <a16:creationId xmlns:a16="http://schemas.microsoft.com/office/drawing/2014/main" id="{A75A76AE-3FB0-44E5-A103-D7A985B34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9232" y="4638049"/>
                <a:ext cx="87046" cy="45595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7" y="0"/>
                  </a:cxn>
                  <a:cxn ang="0">
                    <a:pos x="42" y="1"/>
                  </a:cxn>
                  <a:cxn ang="0">
                    <a:pos x="36" y="6"/>
                  </a:cxn>
                  <a:cxn ang="0">
                    <a:pos x="26" y="9"/>
                  </a:cxn>
                  <a:cxn ang="0">
                    <a:pos x="18" y="10"/>
                  </a:cxn>
                  <a:cxn ang="0">
                    <a:pos x="17" y="10"/>
                  </a:cxn>
                  <a:cxn ang="0">
                    <a:pos x="17" y="15"/>
                  </a:cxn>
                  <a:cxn ang="0">
                    <a:pos x="14" y="17"/>
                  </a:cxn>
                  <a:cxn ang="0">
                    <a:pos x="11" y="20"/>
                  </a:cxn>
                  <a:cxn ang="0">
                    <a:pos x="3" y="22"/>
                  </a:cxn>
                  <a:cxn ang="0">
                    <a:pos x="0" y="20"/>
                  </a:cxn>
                  <a:cxn ang="0">
                    <a:pos x="0" y="15"/>
                  </a:cxn>
                  <a:cxn ang="0">
                    <a:pos x="4" y="11"/>
                  </a:cxn>
                  <a:cxn ang="0">
                    <a:pos x="9" y="9"/>
                  </a:cxn>
                  <a:cxn ang="0">
                    <a:pos x="12" y="9"/>
                  </a:cxn>
                  <a:cxn ang="0">
                    <a:pos x="14" y="7"/>
                  </a:cxn>
                  <a:cxn ang="0">
                    <a:pos x="16" y="7"/>
                  </a:cxn>
                  <a:cxn ang="0">
                    <a:pos x="16" y="4"/>
                  </a:cxn>
                  <a:cxn ang="0">
                    <a:pos x="22" y="1"/>
                  </a:cxn>
                  <a:cxn ang="0">
                    <a:pos x="29" y="0"/>
                  </a:cxn>
                </a:cxnLst>
                <a:rect l="0" t="0" r="r" b="b"/>
                <a:pathLst>
                  <a:path w="42" h="22">
                    <a:moveTo>
                      <a:pt x="29" y="0"/>
                    </a:moveTo>
                    <a:lnTo>
                      <a:pt x="37" y="0"/>
                    </a:lnTo>
                    <a:lnTo>
                      <a:pt x="42" y="1"/>
                    </a:lnTo>
                    <a:lnTo>
                      <a:pt x="36" y="6"/>
                    </a:lnTo>
                    <a:lnTo>
                      <a:pt x="26" y="9"/>
                    </a:lnTo>
                    <a:lnTo>
                      <a:pt x="18" y="10"/>
                    </a:lnTo>
                    <a:lnTo>
                      <a:pt x="17" y="10"/>
                    </a:lnTo>
                    <a:lnTo>
                      <a:pt x="17" y="15"/>
                    </a:lnTo>
                    <a:lnTo>
                      <a:pt x="14" y="17"/>
                    </a:lnTo>
                    <a:lnTo>
                      <a:pt x="11" y="20"/>
                    </a:lnTo>
                    <a:lnTo>
                      <a:pt x="3" y="22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4" y="11"/>
                    </a:lnTo>
                    <a:lnTo>
                      <a:pt x="9" y="9"/>
                    </a:lnTo>
                    <a:lnTo>
                      <a:pt x="12" y="9"/>
                    </a:lnTo>
                    <a:lnTo>
                      <a:pt x="14" y="7"/>
                    </a:lnTo>
                    <a:lnTo>
                      <a:pt x="16" y="7"/>
                    </a:lnTo>
                    <a:lnTo>
                      <a:pt x="16" y="4"/>
                    </a:lnTo>
                    <a:lnTo>
                      <a:pt x="22" y="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7" name="Freeform 1307">
                <a:extLst>
                  <a:ext uri="{FF2B5EF4-FFF2-40B4-BE49-F238E27FC236}">
                    <a16:creationId xmlns:a16="http://schemas.microsoft.com/office/drawing/2014/main" id="{7A35742A-CECD-42D6-AD90-EBEB3FAA8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9335" y="4505408"/>
                <a:ext cx="24870" cy="2072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12" y="3"/>
                  </a:cxn>
                  <a:cxn ang="0">
                    <a:pos x="12" y="6"/>
                  </a:cxn>
                  <a:cxn ang="0">
                    <a:pos x="10" y="7"/>
                  </a:cxn>
                  <a:cxn ang="0">
                    <a:pos x="9" y="10"/>
                  </a:cxn>
                  <a:cxn ang="0">
                    <a:pos x="8" y="10"/>
                  </a:cxn>
                  <a:cxn ang="0">
                    <a:pos x="3" y="7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12" h="10">
                    <a:moveTo>
                      <a:pt x="3" y="0"/>
                    </a:moveTo>
                    <a:lnTo>
                      <a:pt x="5" y="0"/>
                    </a:lnTo>
                    <a:lnTo>
                      <a:pt x="7" y="1"/>
                    </a:lnTo>
                    <a:lnTo>
                      <a:pt x="12" y="3"/>
                    </a:lnTo>
                    <a:lnTo>
                      <a:pt x="12" y="6"/>
                    </a:lnTo>
                    <a:lnTo>
                      <a:pt x="10" y="7"/>
                    </a:lnTo>
                    <a:lnTo>
                      <a:pt x="9" y="10"/>
                    </a:lnTo>
                    <a:lnTo>
                      <a:pt x="8" y="10"/>
                    </a:lnTo>
                    <a:lnTo>
                      <a:pt x="3" y="7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8" name="Freeform 1309">
                <a:extLst>
                  <a:ext uri="{FF2B5EF4-FFF2-40B4-BE49-F238E27FC236}">
                    <a16:creationId xmlns:a16="http://schemas.microsoft.com/office/drawing/2014/main" id="{F7703B18-A935-4677-BBDA-7B1C5DE7A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4569" y="4374836"/>
                <a:ext cx="26945" cy="6839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6" y="7"/>
                  </a:cxn>
                  <a:cxn ang="0">
                    <a:pos x="10" y="10"/>
                  </a:cxn>
                  <a:cxn ang="0">
                    <a:pos x="13" y="11"/>
                  </a:cxn>
                  <a:cxn ang="0">
                    <a:pos x="13" y="12"/>
                  </a:cxn>
                  <a:cxn ang="0">
                    <a:pos x="12" y="14"/>
                  </a:cxn>
                  <a:cxn ang="0">
                    <a:pos x="10" y="15"/>
                  </a:cxn>
                  <a:cxn ang="0">
                    <a:pos x="10" y="17"/>
                  </a:cxn>
                  <a:cxn ang="0">
                    <a:pos x="12" y="20"/>
                  </a:cxn>
                  <a:cxn ang="0">
                    <a:pos x="12" y="22"/>
                  </a:cxn>
                  <a:cxn ang="0">
                    <a:pos x="11" y="22"/>
                  </a:cxn>
                  <a:cxn ang="0">
                    <a:pos x="8" y="24"/>
                  </a:cxn>
                  <a:cxn ang="0">
                    <a:pos x="3" y="24"/>
                  </a:cxn>
                  <a:cxn ang="0">
                    <a:pos x="3" y="26"/>
                  </a:cxn>
                  <a:cxn ang="0">
                    <a:pos x="5" y="29"/>
                  </a:cxn>
                  <a:cxn ang="0">
                    <a:pos x="8" y="33"/>
                  </a:cxn>
                  <a:cxn ang="0">
                    <a:pos x="6" y="33"/>
                  </a:cxn>
                  <a:cxn ang="0">
                    <a:pos x="5" y="30"/>
                  </a:cxn>
                  <a:cxn ang="0">
                    <a:pos x="3" y="29"/>
                  </a:cxn>
                  <a:cxn ang="0">
                    <a:pos x="2" y="26"/>
                  </a:cxn>
                  <a:cxn ang="0">
                    <a:pos x="2" y="16"/>
                  </a:cxn>
                  <a:cxn ang="0">
                    <a:pos x="1" y="15"/>
                  </a:cxn>
                  <a:cxn ang="0">
                    <a:pos x="0" y="12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13" h="33">
                    <a:moveTo>
                      <a:pt x="3" y="0"/>
                    </a:moveTo>
                    <a:lnTo>
                      <a:pt x="6" y="7"/>
                    </a:lnTo>
                    <a:lnTo>
                      <a:pt x="10" y="10"/>
                    </a:lnTo>
                    <a:lnTo>
                      <a:pt x="13" y="11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10" y="15"/>
                    </a:lnTo>
                    <a:lnTo>
                      <a:pt x="10" y="17"/>
                    </a:lnTo>
                    <a:lnTo>
                      <a:pt x="12" y="20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8" y="24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5" y="29"/>
                    </a:lnTo>
                    <a:lnTo>
                      <a:pt x="8" y="33"/>
                    </a:lnTo>
                    <a:lnTo>
                      <a:pt x="6" y="33"/>
                    </a:lnTo>
                    <a:lnTo>
                      <a:pt x="5" y="30"/>
                    </a:lnTo>
                    <a:lnTo>
                      <a:pt x="3" y="29"/>
                    </a:lnTo>
                    <a:lnTo>
                      <a:pt x="2" y="26"/>
                    </a:lnTo>
                    <a:lnTo>
                      <a:pt x="2" y="16"/>
                    </a:lnTo>
                    <a:lnTo>
                      <a:pt x="1" y="15"/>
                    </a:lnTo>
                    <a:lnTo>
                      <a:pt x="0" y="12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9" name="Freeform 1310">
                <a:extLst>
                  <a:ext uri="{FF2B5EF4-FFF2-40B4-BE49-F238E27FC236}">
                    <a16:creationId xmlns:a16="http://schemas.microsoft.com/office/drawing/2014/main" id="{53F74E80-93E4-4CC3-8517-B950508A9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4672" y="4706442"/>
                <a:ext cx="33161" cy="1243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8" y="6"/>
                  </a:cxn>
                  <a:cxn ang="0">
                    <a:pos x="5" y="5"/>
                  </a:cxn>
                  <a:cxn ang="0">
                    <a:pos x="0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2" y="0"/>
                  </a:cxn>
                </a:cxnLst>
                <a:rect l="0" t="0" r="r" b="b"/>
                <a:pathLst>
                  <a:path w="16" h="6">
                    <a:moveTo>
                      <a:pt x="12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8" y="6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0" name="Freeform 1311">
                <a:extLst>
                  <a:ext uri="{FF2B5EF4-FFF2-40B4-BE49-F238E27FC236}">
                    <a16:creationId xmlns:a16="http://schemas.microsoft.com/office/drawing/2014/main" id="{211BF746-F2D6-4AE1-AA4A-227B07BA3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8145" y="4194527"/>
                <a:ext cx="107772" cy="101554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46" y="8"/>
                  </a:cxn>
                  <a:cxn ang="0">
                    <a:pos x="51" y="25"/>
                  </a:cxn>
                  <a:cxn ang="0">
                    <a:pos x="52" y="33"/>
                  </a:cxn>
                  <a:cxn ang="0">
                    <a:pos x="49" y="36"/>
                  </a:cxn>
                  <a:cxn ang="0">
                    <a:pos x="48" y="42"/>
                  </a:cxn>
                  <a:cxn ang="0">
                    <a:pos x="43" y="35"/>
                  </a:cxn>
                  <a:cxn ang="0">
                    <a:pos x="42" y="33"/>
                  </a:cxn>
                  <a:cxn ang="0">
                    <a:pos x="39" y="33"/>
                  </a:cxn>
                  <a:cxn ang="0">
                    <a:pos x="38" y="35"/>
                  </a:cxn>
                  <a:cxn ang="0">
                    <a:pos x="42" y="42"/>
                  </a:cxn>
                  <a:cxn ang="0">
                    <a:pos x="41" y="48"/>
                  </a:cxn>
                  <a:cxn ang="0">
                    <a:pos x="38" y="49"/>
                  </a:cxn>
                  <a:cxn ang="0">
                    <a:pos x="36" y="45"/>
                  </a:cxn>
                  <a:cxn ang="0">
                    <a:pos x="32" y="47"/>
                  </a:cxn>
                  <a:cxn ang="0">
                    <a:pos x="24" y="42"/>
                  </a:cxn>
                  <a:cxn ang="0">
                    <a:pos x="23" y="31"/>
                  </a:cxn>
                  <a:cxn ang="0">
                    <a:pos x="24" y="28"/>
                  </a:cxn>
                  <a:cxn ang="0">
                    <a:pos x="18" y="25"/>
                  </a:cxn>
                  <a:cxn ang="0">
                    <a:pos x="17" y="29"/>
                  </a:cxn>
                  <a:cxn ang="0">
                    <a:pos x="14" y="29"/>
                  </a:cxn>
                  <a:cxn ang="0">
                    <a:pos x="10" y="28"/>
                  </a:cxn>
                  <a:cxn ang="0">
                    <a:pos x="7" y="30"/>
                  </a:cxn>
                  <a:cxn ang="0">
                    <a:pos x="5" y="35"/>
                  </a:cxn>
                  <a:cxn ang="0">
                    <a:pos x="3" y="40"/>
                  </a:cxn>
                  <a:cxn ang="0">
                    <a:pos x="2" y="35"/>
                  </a:cxn>
                  <a:cxn ang="0">
                    <a:pos x="3" y="33"/>
                  </a:cxn>
                  <a:cxn ang="0">
                    <a:pos x="2" y="30"/>
                  </a:cxn>
                  <a:cxn ang="0">
                    <a:pos x="2" y="26"/>
                  </a:cxn>
                  <a:cxn ang="0">
                    <a:pos x="3" y="23"/>
                  </a:cxn>
                  <a:cxn ang="0">
                    <a:pos x="5" y="20"/>
                  </a:cxn>
                  <a:cxn ang="0">
                    <a:pos x="9" y="18"/>
                  </a:cxn>
                  <a:cxn ang="0">
                    <a:pos x="12" y="14"/>
                  </a:cxn>
                  <a:cxn ang="0">
                    <a:pos x="18" y="13"/>
                  </a:cxn>
                  <a:cxn ang="0">
                    <a:pos x="21" y="16"/>
                  </a:cxn>
                  <a:cxn ang="0">
                    <a:pos x="26" y="18"/>
                  </a:cxn>
                  <a:cxn ang="0">
                    <a:pos x="27" y="14"/>
                  </a:cxn>
                  <a:cxn ang="0">
                    <a:pos x="28" y="11"/>
                  </a:cxn>
                  <a:cxn ang="0">
                    <a:pos x="32" y="10"/>
                  </a:cxn>
                  <a:cxn ang="0">
                    <a:pos x="36" y="9"/>
                  </a:cxn>
                  <a:cxn ang="0">
                    <a:pos x="37" y="4"/>
                  </a:cxn>
                  <a:cxn ang="0">
                    <a:pos x="38" y="0"/>
                  </a:cxn>
                </a:cxnLst>
                <a:rect l="0" t="0" r="r" b="b"/>
                <a:pathLst>
                  <a:path w="52" h="49">
                    <a:moveTo>
                      <a:pt x="38" y="0"/>
                    </a:moveTo>
                    <a:lnTo>
                      <a:pt x="41" y="0"/>
                    </a:lnTo>
                    <a:lnTo>
                      <a:pt x="43" y="3"/>
                    </a:lnTo>
                    <a:lnTo>
                      <a:pt x="46" y="8"/>
                    </a:lnTo>
                    <a:lnTo>
                      <a:pt x="49" y="16"/>
                    </a:lnTo>
                    <a:lnTo>
                      <a:pt x="51" y="25"/>
                    </a:lnTo>
                    <a:lnTo>
                      <a:pt x="52" y="30"/>
                    </a:lnTo>
                    <a:lnTo>
                      <a:pt x="52" y="33"/>
                    </a:lnTo>
                    <a:lnTo>
                      <a:pt x="51" y="34"/>
                    </a:lnTo>
                    <a:lnTo>
                      <a:pt x="49" y="36"/>
                    </a:lnTo>
                    <a:lnTo>
                      <a:pt x="48" y="38"/>
                    </a:lnTo>
                    <a:lnTo>
                      <a:pt x="48" y="42"/>
                    </a:lnTo>
                    <a:lnTo>
                      <a:pt x="44" y="38"/>
                    </a:lnTo>
                    <a:lnTo>
                      <a:pt x="43" y="35"/>
                    </a:lnTo>
                    <a:lnTo>
                      <a:pt x="43" y="33"/>
                    </a:lnTo>
                    <a:lnTo>
                      <a:pt x="42" y="33"/>
                    </a:lnTo>
                    <a:lnTo>
                      <a:pt x="41" y="31"/>
                    </a:lnTo>
                    <a:lnTo>
                      <a:pt x="39" y="33"/>
                    </a:lnTo>
                    <a:lnTo>
                      <a:pt x="39" y="34"/>
                    </a:lnTo>
                    <a:lnTo>
                      <a:pt x="38" y="35"/>
                    </a:lnTo>
                    <a:lnTo>
                      <a:pt x="38" y="38"/>
                    </a:lnTo>
                    <a:lnTo>
                      <a:pt x="42" y="42"/>
                    </a:lnTo>
                    <a:lnTo>
                      <a:pt x="42" y="45"/>
                    </a:lnTo>
                    <a:lnTo>
                      <a:pt x="41" y="48"/>
                    </a:lnTo>
                    <a:lnTo>
                      <a:pt x="39" y="49"/>
                    </a:lnTo>
                    <a:lnTo>
                      <a:pt x="38" y="49"/>
                    </a:lnTo>
                    <a:lnTo>
                      <a:pt x="36" y="47"/>
                    </a:lnTo>
                    <a:lnTo>
                      <a:pt x="36" y="45"/>
                    </a:lnTo>
                    <a:lnTo>
                      <a:pt x="34" y="47"/>
                    </a:lnTo>
                    <a:lnTo>
                      <a:pt x="32" y="47"/>
                    </a:lnTo>
                    <a:lnTo>
                      <a:pt x="27" y="44"/>
                    </a:lnTo>
                    <a:lnTo>
                      <a:pt x="24" y="42"/>
                    </a:lnTo>
                    <a:lnTo>
                      <a:pt x="23" y="38"/>
                    </a:lnTo>
                    <a:lnTo>
                      <a:pt x="23" y="31"/>
                    </a:lnTo>
                    <a:lnTo>
                      <a:pt x="24" y="30"/>
                    </a:lnTo>
                    <a:lnTo>
                      <a:pt x="24" y="28"/>
                    </a:lnTo>
                    <a:lnTo>
                      <a:pt x="23" y="25"/>
                    </a:lnTo>
                    <a:lnTo>
                      <a:pt x="18" y="25"/>
                    </a:lnTo>
                    <a:lnTo>
                      <a:pt x="18" y="29"/>
                    </a:lnTo>
                    <a:lnTo>
                      <a:pt x="17" y="29"/>
                    </a:lnTo>
                    <a:lnTo>
                      <a:pt x="14" y="26"/>
                    </a:lnTo>
                    <a:lnTo>
                      <a:pt x="14" y="29"/>
                    </a:lnTo>
                    <a:lnTo>
                      <a:pt x="12" y="29"/>
                    </a:lnTo>
                    <a:lnTo>
                      <a:pt x="10" y="28"/>
                    </a:lnTo>
                    <a:lnTo>
                      <a:pt x="9" y="25"/>
                    </a:lnTo>
                    <a:lnTo>
                      <a:pt x="7" y="30"/>
                    </a:lnTo>
                    <a:lnTo>
                      <a:pt x="7" y="33"/>
                    </a:lnTo>
                    <a:lnTo>
                      <a:pt x="5" y="35"/>
                    </a:lnTo>
                    <a:lnTo>
                      <a:pt x="5" y="38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2" y="35"/>
                    </a:lnTo>
                    <a:lnTo>
                      <a:pt x="3" y="34"/>
                    </a:lnTo>
                    <a:lnTo>
                      <a:pt x="3" y="33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0" y="29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3" y="23"/>
                    </a:lnTo>
                    <a:lnTo>
                      <a:pt x="3" y="20"/>
                    </a:lnTo>
                    <a:lnTo>
                      <a:pt x="5" y="20"/>
                    </a:lnTo>
                    <a:lnTo>
                      <a:pt x="8" y="19"/>
                    </a:lnTo>
                    <a:lnTo>
                      <a:pt x="9" y="18"/>
                    </a:lnTo>
                    <a:lnTo>
                      <a:pt x="10" y="15"/>
                    </a:lnTo>
                    <a:lnTo>
                      <a:pt x="12" y="14"/>
                    </a:lnTo>
                    <a:lnTo>
                      <a:pt x="14" y="13"/>
                    </a:lnTo>
                    <a:lnTo>
                      <a:pt x="18" y="13"/>
                    </a:lnTo>
                    <a:lnTo>
                      <a:pt x="19" y="14"/>
                    </a:lnTo>
                    <a:lnTo>
                      <a:pt x="21" y="16"/>
                    </a:lnTo>
                    <a:lnTo>
                      <a:pt x="22" y="18"/>
                    </a:lnTo>
                    <a:lnTo>
                      <a:pt x="26" y="18"/>
                    </a:lnTo>
                    <a:lnTo>
                      <a:pt x="26" y="15"/>
                    </a:lnTo>
                    <a:lnTo>
                      <a:pt x="27" y="14"/>
                    </a:lnTo>
                    <a:lnTo>
                      <a:pt x="28" y="14"/>
                    </a:lnTo>
                    <a:lnTo>
                      <a:pt x="28" y="11"/>
                    </a:lnTo>
                    <a:lnTo>
                      <a:pt x="31" y="10"/>
                    </a:lnTo>
                    <a:lnTo>
                      <a:pt x="32" y="10"/>
                    </a:lnTo>
                    <a:lnTo>
                      <a:pt x="34" y="9"/>
                    </a:lnTo>
                    <a:lnTo>
                      <a:pt x="36" y="9"/>
                    </a:lnTo>
                    <a:lnTo>
                      <a:pt x="37" y="8"/>
                    </a:lnTo>
                    <a:lnTo>
                      <a:pt x="37" y="4"/>
                    </a:lnTo>
                    <a:lnTo>
                      <a:pt x="38" y="3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1" name="Freeform 1312">
                <a:extLst>
                  <a:ext uri="{FF2B5EF4-FFF2-40B4-BE49-F238E27FC236}">
                    <a16:creationId xmlns:a16="http://schemas.microsoft.com/office/drawing/2014/main" id="{7FEDA827-D68A-4719-8D3A-5DD8F9C74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4517" y="4165511"/>
                <a:ext cx="55960" cy="58030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4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7" y="6"/>
                  </a:cxn>
                  <a:cxn ang="0">
                    <a:pos x="24" y="9"/>
                  </a:cxn>
                  <a:cxn ang="0">
                    <a:pos x="23" y="9"/>
                  </a:cxn>
                  <a:cxn ang="0">
                    <a:pos x="23" y="10"/>
                  </a:cxn>
                  <a:cxn ang="0">
                    <a:pos x="20" y="11"/>
                  </a:cxn>
                  <a:cxn ang="0">
                    <a:pos x="19" y="13"/>
                  </a:cxn>
                  <a:cxn ang="0">
                    <a:pos x="17" y="13"/>
                  </a:cxn>
                  <a:cxn ang="0">
                    <a:pos x="15" y="17"/>
                  </a:cxn>
                  <a:cxn ang="0">
                    <a:pos x="10" y="24"/>
                  </a:cxn>
                  <a:cxn ang="0">
                    <a:pos x="7" y="27"/>
                  </a:cxn>
                  <a:cxn ang="0">
                    <a:pos x="4" y="28"/>
                  </a:cxn>
                  <a:cxn ang="0">
                    <a:pos x="0" y="28"/>
                  </a:cxn>
                  <a:cxn ang="0">
                    <a:pos x="5" y="20"/>
                  </a:cxn>
                  <a:cxn ang="0">
                    <a:pos x="18" y="10"/>
                  </a:cxn>
                  <a:cxn ang="0">
                    <a:pos x="22" y="5"/>
                  </a:cxn>
                  <a:cxn ang="0">
                    <a:pos x="23" y="4"/>
                  </a:cxn>
                  <a:cxn ang="0">
                    <a:pos x="23" y="1"/>
                  </a:cxn>
                  <a:cxn ang="0">
                    <a:pos x="24" y="0"/>
                  </a:cxn>
                </a:cxnLst>
                <a:rect l="0" t="0" r="r" b="b"/>
                <a:pathLst>
                  <a:path w="27" h="28">
                    <a:moveTo>
                      <a:pt x="24" y="0"/>
                    </a:moveTo>
                    <a:lnTo>
                      <a:pt x="24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7" y="6"/>
                    </a:lnTo>
                    <a:lnTo>
                      <a:pt x="24" y="9"/>
                    </a:lnTo>
                    <a:lnTo>
                      <a:pt x="23" y="9"/>
                    </a:lnTo>
                    <a:lnTo>
                      <a:pt x="23" y="10"/>
                    </a:lnTo>
                    <a:lnTo>
                      <a:pt x="20" y="11"/>
                    </a:lnTo>
                    <a:lnTo>
                      <a:pt x="19" y="13"/>
                    </a:lnTo>
                    <a:lnTo>
                      <a:pt x="17" y="13"/>
                    </a:lnTo>
                    <a:lnTo>
                      <a:pt x="15" y="17"/>
                    </a:lnTo>
                    <a:lnTo>
                      <a:pt x="10" y="24"/>
                    </a:lnTo>
                    <a:lnTo>
                      <a:pt x="7" y="27"/>
                    </a:lnTo>
                    <a:lnTo>
                      <a:pt x="4" y="28"/>
                    </a:lnTo>
                    <a:lnTo>
                      <a:pt x="0" y="28"/>
                    </a:lnTo>
                    <a:lnTo>
                      <a:pt x="5" y="20"/>
                    </a:lnTo>
                    <a:lnTo>
                      <a:pt x="18" y="10"/>
                    </a:lnTo>
                    <a:lnTo>
                      <a:pt x="22" y="5"/>
                    </a:lnTo>
                    <a:lnTo>
                      <a:pt x="23" y="4"/>
                    </a:lnTo>
                    <a:lnTo>
                      <a:pt x="23" y="1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2" name="Freeform 1313">
                <a:extLst>
                  <a:ext uri="{FF2B5EF4-FFF2-40B4-BE49-F238E27FC236}">
                    <a16:creationId xmlns:a16="http://schemas.microsoft.com/office/drawing/2014/main" id="{5518132D-2548-4BC1-B4EA-6DF2C59BD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0113" y="3981055"/>
                <a:ext cx="101556" cy="149221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4"/>
                  </a:cxn>
                  <a:cxn ang="0">
                    <a:pos x="15" y="6"/>
                  </a:cxn>
                  <a:cxn ang="0">
                    <a:pos x="18" y="4"/>
                  </a:cxn>
                  <a:cxn ang="0">
                    <a:pos x="20" y="7"/>
                  </a:cxn>
                  <a:cxn ang="0">
                    <a:pos x="22" y="15"/>
                  </a:cxn>
                  <a:cxn ang="0">
                    <a:pos x="23" y="28"/>
                  </a:cxn>
                  <a:cxn ang="0">
                    <a:pos x="18" y="34"/>
                  </a:cxn>
                  <a:cxn ang="0">
                    <a:pos x="17" y="43"/>
                  </a:cxn>
                  <a:cxn ang="0">
                    <a:pos x="21" y="50"/>
                  </a:cxn>
                  <a:cxn ang="0">
                    <a:pos x="26" y="55"/>
                  </a:cxn>
                  <a:cxn ang="0">
                    <a:pos x="28" y="51"/>
                  </a:cxn>
                  <a:cxn ang="0">
                    <a:pos x="33" y="54"/>
                  </a:cxn>
                  <a:cxn ang="0">
                    <a:pos x="36" y="59"/>
                  </a:cxn>
                  <a:cxn ang="0">
                    <a:pos x="40" y="58"/>
                  </a:cxn>
                  <a:cxn ang="0">
                    <a:pos x="42" y="56"/>
                  </a:cxn>
                  <a:cxn ang="0">
                    <a:pos x="43" y="58"/>
                  </a:cxn>
                  <a:cxn ang="0">
                    <a:pos x="42" y="60"/>
                  </a:cxn>
                  <a:cxn ang="0">
                    <a:pos x="41" y="63"/>
                  </a:cxn>
                  <a:cxn ang="0">
                    <a:pos x="43" y="62"/>
                  </a:cxn>
                  <a:cxn ang="0">
                    <a:pos x="45" y="65"/>
                  </a:cxn>
                  <a:cxn ang="0">
                    <a:pos x="49" y="67"/>
                  </a:cxn>
                  <a:cxn ang="0">
                    <a:pos x="47" y="72"/>
                  </a:cxn>
                  <a:cxn ang="0">
                    <a:pos x="45" y="68"/>
                  </a:cxn>
                  <a:cxn ang="0">
                    <a:pos x="36" y="62"/>
                  </a:cxn>
                  <a:cxn ang="0">
                    <a:pos x="31" y="59"/>
                  </a:cxn>
                  <a:cxn ang="0">
                    <a:pos x="32" y="64"/>
                  </a:cxn>
                  <a:cxn ang="0">
                    <a:pos x="28" y="62"/>
                  </a:cxn>
                  <a:cxn ang="0">
                    <a:pos x="20" y="56"/>
                  </a:cxn>
                  <a:cxn ang="0">
                    <a:pos x="13" y="58"/>
                  </a:cxn>
                  <a:cxn ang="0">
                    <a:pos x="11" y="54"/>
                  </a:cxn>
                  <a:cxn ang="0">
                    <a:pos x="11" y="51"/>
                  </a:cxn>
                  <a:cxn ang="0">
                    <a:pos x="12" y="49"/>
                  </a:cxn>
                  <a:cxn ang="0">
                    <a:pos x="10" y="45"/>
                  </a:cxn>
                  <a:cxn ang="0">
                    <a:pos x="6" y="48"/>
                  </a:cxn>
                  <a:cxn ang="0">
                    <a:pos x="2" y="45"/>
                  </a:cxn>
                  <a:cxn ang="0">
                    <a:pos x="0" y="41"/>
                  </a:cxn>
                  <a:cxn ang="0">
                    <a:pos x="1" y="29"/>
                  </a:cxn>
                  <a:cxn ang="0">
                    <a:pos x="5" y="19"/>
                  </a:cxn>
                  <a:cxn ang="0">
                    <a:pos x="3" y="11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49" h="72">
                    <a:moveTo>
                      <a:pt x="6" y="0"/>
                    </a:moveTo>
                    <a:lnTo>
                      <a:pt x="8" y="0"/>
                    </a:lnTo>
                    <a:lnTo>
                      <a:pt x="10" y="1"/>
                    </a:lnTo>
                    <a:lnTo>
                      <a:pt x="10" y="4"/>
                    </a:lnTo>
                    <a:lnTo>
                      <a:pt x="12" y="6"/>
                    </a:lnTo>
                    <a:lnTo>
                      <a:pt x="15" y="6"/>
                    </a:lnTo>
                    <a:lnTo>
                      <a:pt x="17" y="4"/>
                    </a:lnTo>
                    <a:lnTo>
                      <a:pt x="18" y="4"/>
                    </a:lnTo>
                    <a:lnTo>
                      <a:pt x="18" y="6"/>
                    </a:lnTo>
                    <a:lnTo>
                      <a:pt x="20" y="7"/>
                    </a:lnTo>
                    <a:lnTo>
                      <a:pt x="20" y="11"/>
                    </a:lnTo>
                    <a:lnTo>
                      <a:pt x="22" y="15"/>
                    </a:lnTo>
                    <a:lnTo>
                      <a:pt x="23" y="19"/>
                    </a:lnTo>
                    <a:lnTo>
                      <a:pt x="23" y="28"/>
                    </a:lnTo>
                    <a:lnTo>
                      <a:pt x="22" y="30"/>
                    </a:lnTo>
                    <a:lnTo>
                      <a:pt x="18" y="34"/>
                    </a:lnTo>
                    <a:lnTo>
                      <a:pt x="17" y="36"/>
                    </a:lnTo>
                    <a:lnTo>
                      <a:pt x="17" y="43"/>
                    </a:lnTo>
                    <a:lnTo>
                      <a:pt x="20" y="46"/>
                    </a:lnTo>
                    <a:lnTo>
                      <a:pt x="21" y="50"/>
                    </a:lnTo>
                    <a:lnTo>
                      <a:pt x="23" y="54"/>
                    </a:lnTo>
                    <a:lnTo>
                      <a:pt x="26" y="55"/>
                    </a:lnTo>
                    <a:lnTo>
                      <a:pt x="26" y="54"/>
                    </a:lnTo>
                    <a:lnTo>
                      <a:pt x="28" y="51"/>
                    </a:lnTo>
                    <a:lnTo>
                      <a:pt x="32" y="51"/>
                    </a:lnTo>
                    <a:lnTo>
                      <a:pt x="33" y="54"/>
                    </a:lnTo>
                    <a:lnTo>
                      <a:pt x="36" y="56"/>
                    </a:lnTo>
                    <a:lnTo>
                      <a:pt x="36" y="59"/>
                    </a:lnTo>
                    <a:lnTo>
                      <a:pt x="38" y="59"/>
                    </a:lnTo>
                    <a:lnTo>
                      <a:pt x="40" y="58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2" y="58"/>
                    </a:lnTo>
                    <a:lnTo>
                      <a:pt x="43" y="58"/>
                    </a:lnTo>
                    <a:lnTo>
                      <a:pt x="43" y="59"/>
                    </a:lnTo>
                    <a:lnTo>
                      <a:pt x="42" y="60"/>
                    </a:lnTo>
                    <a:lnTo>
                      <a:pt x="41" y="60"/>
                    </a:lnTo>
                    <a:lnTo>
                      <a:pt x="41" y="63"/>
                    </a:lnTo>
                    <a:lnTo>
                      <a:pt x="42" y="63"/>
                    </a:lnTo>
                    <a:lnTo>
                      <a:pt x="43" y="62"/>
                    </a:lnTo>
                    <a:lnTo>
                      <a:pt x="43" y="64"/>
                    </a:lnTo>
                    <a:lnTo>
                      <a:pt x="45" y="65"/>
                    </a:lnTo>
                    <a:lnTo>
                      <a:pt x="47" y="67"/>
                    </a:lnTo>
                    <a:lnTo>
                      <a:pt x="49" y="67"/>
                    </a:lnTo>
                    <a:lnTo>
                      <a:pt x="49" y="70"/>
                    </a:lnTo>
                    <a:lnTo>
                      <a:pt x="47" y="72"/>
                    </a:lnTo>
                    <a:lnTo>
                      <a:pt x="45" y="69"/>
                    </a:lnTo>
                    <a:lnTo>
                      <a:pt x="45" y="68"/>
                    </a:lnTo>
                    <a:lnTo>
                      <a:pt x="40" y="63"/>
                    </a:lnTo>
                    <a:lnTo>
                      <a:pt x="36" y="62"/>
                    </a:lnTo>
                    <a:lnTo>
                      <a:pt x="32" y="58"/>
                    </a:lnTo>
                    <a:lnTo>
                      <a:pt x="31" y="59"/>
                    </a:lnTo>
                    <a:lnTo>
                      <a:pt x="31" y="63"/>
                    </a:lnTo>
                    <a:lnTo>
                      <a:pt x="32" y="64"/>
                    </a:lnTo>
                    <a:lnTo>
                      <a:pt x="30" y="64"/>
                    </a:lnTo>
                    <a:lnTo>
                      <a:pt x="28" y="62"/>
                    </a:lnTo>
                    <a:lnTo>
                      <a:pt x="23" y="56"/>
                    </a:lnTo>
                    <a:lnTo>
                      <a:pt x="20" y="56"/>
                    </a:lnTo>
                    <a:lnTo>
                      <a:pt x="17" y="58"/>
                    </a:lnTo>
                    <a:lnTo>
                      <a:pt x="13" y="58"/>
                    </a:lnTo>
                    <a:lnTo>
                      <a:pt x="12" y="56"/>
                    </a:lnTo>
                    <a:lnTo>
                      <a:pt x="11" y="54"/>
                    </a:lnTo>
                    <a:lnTo>
                      <a:pt x="10" y="53"/>
                    </a:lnTo>
                    <a:lnTo>
                      <a:pt x="11" y="51"/>
                    </a:lnTo>
                    <a:lnTo>
                      <a:pt x="11" y="50"/>
                    </a:lnTo>
                    <a:lnTo>
                      <a:pt x="12" y="49"/>
                    </a:lnTo>
                    <a:lnTo>
                      <a:pt x="12" y="46"/>
                    </a:lnTo>
                    <a:lnTo>
                      <a:pt x="10" y="45"/>
                    </a:lnTo>
                    <a:lnTo>
                      <a:pt x="7" y="48"/>
                    </a:lnTo>
                    <a:lnTo>
                      <a:pt x="6" y="48"/>
                    </a:lnTo>
                    <a:lnTo>
                      <a:pt x="3" y="46"/>
                    </a:lnTo>
                    <a:lnTo>
                      <a:pt x="2" y="45"/>
                    </a:lnTo>
                    <a:lnTo>
                      <a:pt x="1" y="43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1" y="29"/>
                    </a:lnTo>
                    <a:lnTo>
                      <a:pt x="2" y="29"/>
                    </a:lnTo>
                    <a:lnTo>
                      <a:pt x="5" y="19"/>
                    </a:lnTo>
                    <a:lnTo>
                      <a:pt x="3" y="15"/>
                    </a:lnTo>
                    <a:lnTo>
                      <a:pt x="3" y="11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3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3" name="Freeform 1315">
                <a:extLst>
                  <a:ext uri="{FF2B5EF4-FFF2-40B4-BE49-F238E27FC236}">
                    <a16:creationId xmlns:a16="http://schemas.microsoft.com/office/drawing/2014/main" id="{899C7564-07B2-4918-9F82-8FEA505A5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3999" y="4144786"/>
                <a:ext cx="29015" cy="3730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6" y="3"/>
                  </a:cxn>
                  <a:cxn ang="0">
                    <a:pos x="9" y="3"/>
                  </a:cxn>
                  <a:cxn ang="0">
                    <a:pos x="11" y="4"/>
                  </a:cxn>
                  <a:cxn ang="0">
                    <a:pos x="14" y="6"/>
                  </a:cxn>
                  <a:cxn ang="0">
                    <a:pos x="12" y="10"/>
                  </a:cxn>
                  <a:cxn ang="0">
                    <a:pos x="7" y="15"/>
                  </a:cxn>
                  <a:cxn ang="0">
                    <a:pos x="4" y="16"/>
                  </a:cxn>
                  <a:cxn ang="0">
                    <a:pos x="1" y="18"/>
                  </a:cxn>
                  <a:cxn ang="0">
                    <a:pos x="1" y="9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4" h="18">
                    <a:moveTo>
                      <a:pt x="2" y="0"/>
                    </a:moveTo>
                    <a:lnTo>
                      <a:pt x="4" y="1"/>
                    </a:lnTo>
                    <a:lnTo>
                      <a:pt x="6" y="3"/>
                    </a:lnTo>
                    <a:lnTo>
                      <a:pt x="9" y="3"/>
                    </a:lnTo>
                    <a:lnTo>
                      <a:pt x="11" y="4"/>
                    </a:lnTo>
                    <a:lnTo>
                      <a:pt x="14" y="6"/>
                    </a:lnTo>
                    <a:lnTo>
                      <a:pt x="12" y="10"/>
                    </a:lnTo>
                    <a:lnTo>
                      <a:pt x="7" y="15"/>
                    </a:lnTo>
                    <a:lnTo>
                      <a:pt x="4" y="16"/>
                    </a:lnTo>
                    <a:lnTo>
                      <a:pt x="1" y="18"/>
                    </a:lnTo>
                    <a:lnTo>
                      <a:pt x="1" y="9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4" name="Freeform 1316">
                <a:extLst>
                  <a:ext uri="{FF2B5EF4-FFF2-40B4-BE49-F238E27FC236}">
                    <a16:creationId xmlns:a16="http://schemas.microsoft.com/office/drawing/2014/main" id="{2261BE8B-4BA2-4EBD-9BF2-EC845EA17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8507" y="4167583"/>
                <a:ext cx="26945" cy="476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2" y="2"/>
                  </a:cxn>
                  <a:cxn ang="0">
                    <a:pos x="13" y="4"/>
                  </a:cxn>
                  <a:cxn ang="0">
                    <a:pos x="13" y="8"/>
                  </a:cxn>
                  <a:cxn ang="0">
                    <a:pos x="12" y="10"/>
                  </a:cxn>
                  <a:cxn ang="0">
                    <a:pos x="9" y="13"/>
                  </a:cxn>
                  <a:cxn ang="0">
                    <a:pos x="9" y="18"/>
                  </a:cxn>
                  <a:cxn ang="0">
                    <a:pos x="10" y="19"/>
                  </a:cxn>
                  <a:cxn ang="0">
                    <a:pos x="10" y="22"/>
                  </a:cxn>
                  <a:cxn ang="0">
                    <a:pos x="9" y="23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0" y="14"/>
                  </a:cxn>
                  <a:cxn ang="0">
                    <a:pos x="0" y="12"/>
                  </a:cxn>
                  <a:cxn ang="0">
                    <a:pos x="4" y="12"/>
                  </a:cxn>
                  <a:cxn ang="0">
                    <a:pos x="4" y="8"/>
                  </a:cxn>
                  <a:cxn ang="0">
                    <a:pos x="5" y="4"/>
                  </a:cxn>
                  <a:cxn ang="0">
                    <a:pos x="7" y="2"/>
                  </a:cxn>
                  <a:cxn ang="0">
                    <a:pos x="8" y="0"/>
                  </a:cxn>
                </a:cxnLst>
                <a:rect l="0" t="0" r="r" b="b"/>
                <a:pathLst>
                  <a:path w="13" h="23">
                    <a:moveTo>
                      <a:pt x="8" y="0"/>
                    </a:moveTo>
                    <a:lnTo>
                      <a:pt x="10" y="0"/>
                    </a:lnTo>
                    <a:lnTo>
                      <a:pt x="12" y="2"/>
                    </a:lnTo>
                    <a:lnTo>
                      <a:pt x="13" y="4"/>
                    </a:lnTo>
                    <a:lnTo>
                      <a:pt x="13" y="8"/>
                    </a:lnTo>
                    <a:lnTo>
                      <a:pt x="12" y="10"/>
                    </a:lnTo>
                    <a:lnTo>
                      <a:pt x="9" y="13"/>
                    </a:lnTo>
                    <a:lnTo>
                      <a:pt x="9" y="18"/>
                    </a:lnTo>
                    <a:lnTo>
                      <a:pt x="10" y="19"/>
                    </a:lnTo>
                    <a:lnTo>
                      <a:pt x="10" y="22"/>
                    </a:lnTo>
                    <a:lnTo>
                      <a:pt x="9" y="23"/>
                    </a:lnTo>
                    <a:lnTo>
                      <a:pt x="8" y="23"/>
                    </a:lnTo>
                    <a:lnTo>
                      <a:pt x="2" y="17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4" y="12"/>
                    </a:lnTo>
                    <a:lnTo>
                      <a:pt x="4" y="8"/>
                    </a:lnTo>
                    <a:lnTo>
                      <a:pt x="5" y="4"/>
                    </a:lnTo>
                    <a:lnTo>
                      <a:pt x="7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5" name="Freeform 1317">
                <a:extLst>
                  <a:ext uri="{FF2B5EF4-FFF2-40B4-BE49-F238E27FC236}">
                    <a16:creationId xmlns:a16="http://schemas.microsoft.com/office/drawing/2014/main" id="{61B2ABEB-6F52-458C-AF54-050506F37D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3378" y="4171729"/>
                <a:ext cx="12435" cy="29015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1" y="14"/>
                  </a:cxn>
                  <a:cxn ang="0">
                    <a:pos x="0" y="14"/>
                  </a:cxn>
                  <a:cxn ang="0">
                    <a:pos x="1" y="10"/>
                  </a:cxn>
                  <a:cxn ang="0">
                    <a:pos x="4" y="0"/>
                  </a:cxn>
                  <a:cxn ang="0">
                    <a:pos x="6" y="0"/>
                  </a:cxn>
                  <a:cxn ang="0">
                    <a:pos x="6" y="3"/>
                  </a:cxn>
                  <a:cxn ang="0">
                    <a:pos x="5" y="6"/>
                  </a:cxn>
                  <a:cxn ang="0">
                    <a:pos x="2" y="7"/>
                  </a:cxn>
                  <a:cxn ang="0">
                    <a:pos x="2" y="3"/>
                  </a:cxn>
                  <a:cxn ang="0">
                    <a:pos x="4" y="0"/>
                  </a:cxn>
                </a:cxnLst>
                <a:rect l="0" t="0" r="r" b="b"/>
                <a:pathLst>
                  <a:path w="6" h="14">
                    <a:moveTo>
                      <a:pt x="1" y="10"/>
                    </a:moveTo>
                    <a:lnTo>
                      <a:pt x="1" y="14"/>
                    </a:lnTo>
                    <a:lnTo>
                      <a:pt x="0" y="14"/>
                    </a:lnTo>
                    <a:lnTo>
                      <a:pt x="1" y="10"/>
                    </a:lnTo>
                    <a:close/>
                    <a:moveTo>
                      <a:pt x="4" y="0"/>
                    </a:moveTo>
                    <a:lnTo>
                      <a:pt x="6" y="0"/>
                    </a:lnTo>
                    <a:lnTo>
                      <a:pt x="6" y="3"/>
                    </a:lnTo>
                    <a:lnTo>
                      <a:pt x="5" y="6"/>
                    </a:lnTo>
                    <a:lnTo>
                      <a:pt x="2" y="7"/>
                    </a:lnTo>
                    <a:lnTo>
                      <a:pt x="2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6" name="Freeform 1319">
                <a:extLst>
                  <a:ext uri="{FF2B5EF4-FFF2-40B4-BE49-F238E27FC236}">
                    <a16:creationId xmlns:a16="http://schemas.microsoft.com/office/drawing/2014/main" id="{062898C2-3FDA-49FB-B5E1-3205AA47E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869" y="4130276"/>
                <a:ext cx="22799" cy="207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5" y="2"/>
                  </a:cxn>
                  <a:cxn ang="0">
                    <a:pos x="7" y="3"/>
                  </a:cxn>
                  <a:cxn ang="0">
                    <a:pos x="9" y="5"/>
                  </a:cxn>
                  <a:cxn ang="0">
                    <a:pos x="11" y="6"/>
                  </a:cxn>
                  <a:cxn ang="0">
                    <a:pos x="11" y="10"/>
                  </a:cxn>
                  <a:cxn ang="0">
                    <a:pos x="9" y="10"/>
                  </a:cxn>
                  <a:cxn ang="0">
                    <a:pos x="5" y="6"/>
                  </a:cxn>
                  <a:cxn ang="0">
                    <a:pos x="5" y="5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11" h="10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9" y="5"/>
                    </a:lnTo>
                    <a:lnTo>
                      <a:pt x="11" y="6"/>
                    </a:lnTo>
                    <a:lnTo>
                      <a:pt x="11" y="10"/>
                    </a:lnTo>
                    <a:lnTo>
                      <a:pt x="9" y="10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7" name="Freeform 1320">
                <a:extLst>
                  <a:ext uri="{FF2B5EF4-FFF2-40B4-BE49-F238E27FC236}">
                    <a16:creationId xmlns:a16="http://schemas.microsoft.com/office/drawing/2014/main" id="{7CEFF8A4-71CF-4709-8E90-68E3B112F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6693" y="4105408"/>
                <a:ext cx="26945" cy="290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7" y="2"/>
                  </a:cxn>
                  <a:cxn ang="0">
                    <a:pos x="8" y="3"/>
                  </a:cxn>
                  <a:cxn ang="0">
                    <a:pos x="10" y="4"/>
                  </a:cxn>
                  <a:cxn ang="0">
                    <a:pos x="12" y="5"/>
                  </a:cxn>
                  <a:cxn ang="0">
                    <a:pos x="13" y="8"/>
                  </a:cxn>
                  <a:cxn ang="0">
                    <a:pos x="13" y="12"/>
                  </a:cxn>
                  <a:cxn ang="0">
                    <a:pos x="12" y="14"/>
                  </a:cxn>
                  <a:cxn ang="0">
                    <a:pos x="9" y="14"/>
                  </a:cxn>
                  <a:cxn ang="0">
                    <a:pos x="8" y="12"/>
                  </a:cxn>
                  <a:cxn ang="0">
                    <a:pos x="4" y="8"/>
                  </a:cxn>
                  <a:cxn ang="0">
                    <a:pos x="3" y="4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13" h="14">
                    <a:moveTo>
                      <a:pt x="0" y="0"/>
                    </a:moveTo>
                    <a:lnTo>
                      <a:pt x="4" y="0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2" y="5"/>
                    </a:lnTo>
                    <a:lnTo>
                      <a:pt x="13" y="8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9" y="14"/>
                    </a:lnTo>
                    <a:lnTo>
                      <a:pt x="8" y="12"/>
                    </a:lnTo>
                    <a:lnTo>
                      <a:pt x="4" y="8"/>
                    </a:lnTo>
                    <a:lnTo>
                      <a:pt x="3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8" name="Freeform 1321">
                <a:extLst>
                  <a:ext uri="{FF2B5EF4-FFF2-40B4-BE49-F238E27FC236}">
                    <a16:creationId xmlns:a16="http://schemas.microsoft.com/office/drawing/2014/main" id="{93AC3273-1035-4C87-8C23-1A4C86691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5709" y="4111625"/>
                <a:ext cx="8291" cy="207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4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1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9" name="Freeform 1322">
                <a:extLst>
                  <a:ext uri="{FF2B5EF4-FFF2-40B4-BE49-F238E27FC236}">
                    <a16:creationId xmlns:a16="http://schemas.microsoft.com/office/drawing/2014/main" id="{772B60CB-DE5D-411A-8961-89ED74BEF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6331" y="3806962"/>
                <a:ext cx="39378" cy="7253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8" y="2"/>
                  </a:cxn>
                  <a:cxn ang="0">
                    <a:pos x="19" y="8"/>
                  </a:cxn>
                  <a:cxn ang="0">
                    <a:pos x="18" y="17"/>
                  </a:cxn>
                  <a:cxn ang="0">
                    <a:pos x="14" y="26"/>
                  </a:cxn>
                  <a:cxn ang="0">
                    <a:pos x="10" y="32"/>
                  </a:cxn>
                  <a:cxn ang="0">
                    <a:pos x="5" y="35"/>
                  </a:cxn>
                  <a:cxn ang="0">
                    <a:pos x="3" y="35"/>
                  </a:cxn>
                  <a:cxn ang="0">
                    <a:pos x="2" y="34"/>
                  </a:cxn>
                  <a:cxn ang="0">
                    <a:pos x="0" y="31"/>
                  </a:cxn>
                  <a:cxn ang="0">
                    <a:pos x="0" y="23"/>
                  </a:cxn>
                  <a:cxn ang="0">
                    <a:pos x="2" y="17"/>
                  </a:cxn>
                  <a:cxn ang="0">
                    <a:pos x="5" y="8"/>
                  </a:cxn>
                  <a:cxn ang="0">
                    <a:pos x="9" y="2"/>
                  </a:cxn>
                  <a:cxn ang="0">
                    <a:pos x="14" y="0"/>
                  </a:cxn>
                </a:cxnLst>
                <a:rect l="0" t="0" r="r" b="b"/>
                <a:pathLst>
                  <a:path w="19" h="35">
                    <a:moveTo>
                      <a:pt x="14" y="0"/>
                    </a:moveTo>
                    <a:lnTo>
                      <a:pt x="18" y="2"/>
                    </a:lnTo>
                    <a:lnTo>
                      <a:pt x="19" y="8"/>
                    </a:lnTo>
                    <a:lnTo>
                      <a:pt x="18" y="17"/>
                    </a:lnTo>
                    <a:lnTo>
                      <a:pt x="14" y="26"/>
                    </a:lnTo>
                    <a:lnTo>
                      <a:pt x="10" y="32"/>
                    </a:lnTo>
                    <a:lnTo>
                      <a:pt x="5" y="35"/>
                    </a:lnTo>
                    <a:lnTo>
                      <a:pt x="3" y="35"/>
                    </a:lnTo>
                    <a:lnTo>
                      <a:pt x="2" y="34"/>
                    </a:lnTo>
                    <a:lnTo>
                      <a:pt x="0" y="31"/>
                    </a:lnTo>
                    <a:lnTo>
                      <a:pt x="0" y="23"/>
                    </a:lnTo>
                    <a:lnTo>
                      <a:pt x="2" y="17"/>
                    </a:lnTo>
                    <a:lnTo>
                      <a:pt x="5" y="8"/>
                    </a:lnTo>
                    <a:lnTo>
                      <a:pt x="9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0" name="Freeform 1323">
                <a:extLst>
                  <a:ext uri="{FF2B5EF4-FFF2-40B4-BE49-F238E27FC236}">
                    <a16:creationId xmlns:a16="http://schemas.microsoft.com/office/drawing/2014/main" id="{1720862C-4B44-4E98-A37D-1F0025039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8611" y="3935460"/>
                <a:ext cx="58031" cy="53886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4" y="2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28" y="7"/>
                  </a:cxn>
                  <a:cxn ang="0">
                    <a:pos x="26" y="9"/>
                  </a:cxn>
                  <a:cxn ang="0">
                    <a:pos x="25" y="13"/>
                  </a:cxn>
                  <a:cxn ang="0">
                    <a:pos x="20" y="21"/>
                  </a:cxn>
                  <a:cxn ang="0">
                    <a:pos x="16" y="23"/>
                  </a:cxn>
                  <a:cxn ang="0">
                    <a:pos x="13" y="24"/>
                  </a:cxn>
                  <a:cxn ang="0">
                    <a:pos x="10" y="26"/>
                  </a:cxn>
                  <a:cxn ang="0">
                    <a:pos x="6" y="26"/>
                  </a:cxn>
                  <a:cxn ang="0">
                    <a:pos x="4" y="24"/>
                  </a:cxn>
                  <a:cxn ang="0">
                    <a:pos x="1" y="19"/>
                  </a:cxn>
                  <a:cxn ang="0">
                    <a:pos x="1" y="16"/>
                  </a:cxn>
                  <a:cxn ang="0">
                    <a:pos x="0" y="13"/>
                  </a:cxn>
                  <a:cxn ang="0">
                    <a:pos x="0" y="11"/>
                  </a:cxn>
                  <a:cxn ang="0">
                    <a:pos x="1" y="11"/>
                  </a:cxn>
                  <a:cxn ang="0">
                    <a:pos x="5" y="9"/>
                  </a:cxn>
                  <a:cxn ang="0">
                    <a:pos x="18" y="2"/>
                  </a:cxn>
                  <a:cxn ang="0">
                    <a:pos x="23" y="0"/>
                  </a:cxn>
                </a:cxnLst>
                <a:rect l="0" t="0" r="r" b="b"/>
                <a:pathLst>
                  <a:path w="28" h="26">
                    <a:moveTo>
                      <a:pt x="23" y="0"/>
                    </a:moveTo>
                    <a:lnTo>
                      <a:pt x="24" y="2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28" y="7"/>
                    </a:lnTo>
                    <a:lnTo>
                      <a:pt x="26" y="9"/>
                    </a:lnTo>
                    <a:lnTo>
                      <a:pt x="25" y="13"/>
                    </a:lnTo>
                    <a:lnTo>
                      <a:pt x="20" y="21"/>
                    </a:lnTo>
                    <a:lnTo>
                      <a:pt x="16" y="23"/>
                    </a:lnTo>
                    <a:lnTo>
                      <a:pt x="13" y="24"/>
                    </a:lnTo>
                    <a:lnTo>
                      <a:pt x="10" y="26"/>
                    </a:lnTo>
                    <a:lnTo>
                      <a:pt x="6" y="26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1" y="16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1" y="11"/>
                    </a:lnTo>
                    <a:lnTo>
                      <a:pt x="5" y="9"/>
                    </a:lnTo>
                    <a:lnTo>
                      <a:pt x="18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1" name="Freeform 1324">
                <a:extLst>
                  <a:ext uri="{FF2B5EF4-FFF2-40B4-BE49-F238E27FC236}">
                    <a16:creationId xmlns:a16="http://schemas.microsoft.com/office/drawing/2014/main" id="{E92341DF-2193-42C6-91DF-E26AF6CE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9854" y="4466028"/>
                <a:ext cx="39378" cy="3523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0" y="4"/>
                  </a:cxn>
                  <a:cxn ang="0">
                    <a:pos x="10" y="6"/>
                  </a:cxn>
                  <a:cxn ang="0">
                    <a:pos x="13" y="9"/>
                  </a:cxn>
                  <a:cxn ang="0">
                    <a:pos x="14" y="11"/>
                  </a:cxn>
                  <a:cxn ang="0">
                    <a:pos x="17" y="14"/>
                  </a:cxn>
                  <a:cxn ang="0">
                    <a:pos x="19" y="14"/>
                  </a:cxn>
                  <a:cxn ang="0">
                    <a:pos x="19" y="17"/>
                  </a:cxn>
                  <a:cxn ang="0">
                    <a:pos x="16" y="17"/>
                  </a:cxn>
                  <a:cxn ang="0">
                    <a:pos x="13" y="15"/>
                  </a:cxn>
                  <a:cxn ang="0">
                    <a:pos x="10" y="15"/>
                  </a:cxn>
                  <a:cxn ang="0">
                    <a:pos x="10" y="12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3" y="1"/>
                  </a:cxn>
                  <a:cxn ang="0">
                    <a:pos x="7" y="0"/>
                  </a:cxn>
                </a:cxnLst>
                <a:rect l="0" t="0" r="r" b="b"/>
                <a:pathLst>
                  <a:path w="19" h="17">
                    <a:moveTo>
                      <a:pt x="7" y="0"/>
                    </a:moveTo>
                    <a:lnTo>
                      <a:pt x="9" y="0"/>
                    </a:lnTo>
                    <a:lnTo>
                      <a:pt x="10" y="4"/>
                    </a:lnTo>
                    <a:lnTo>
                      <a:pt x="10" y="6"/>
                    </a:lnTo>
                    <a:lnTo>
                      <a:pt x="13" y="9"/>
                    </a:lnTo>
                    <a:lnTo>
                      <a:pt x="14" y="11"/>
                    </a:lnTo>
                    <a:lnTo>
                      <a:pt x="17" y="14"/>
                    </a:lnTo>
                    <a:lnTo>
                      <a:pt x="19" y="14"/>
                    </a:lnTo>
                    <a:lnTo>
                      <a:pt x="19" y="17"/>
                    </a:lnTo>
                    <a:lnTo>
                      <a:pt x="16" y="17"/>
                    </a:lnTo>
                    <a:lnTo>
                      <a:pt x="13" y="15"/>
                    </a:lnTo>
                    <a:lnTo>
                      <a:pt x="10" y="15"/>
                    </a:lnTo>
                    <a:lnTo>
                      <a:pt x="10" y="12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3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2" name="Freeform 1325">
                <a:extLst>
                  <a:ext uri="{FF2B5EF4-FFF2-40B4-BE49-F238E27FC236}">
                    <a16:creationId xmlns:a16="http://schemas.microsoft.com/office/drawing/2014/main" id="{43C53643-394A-4877-AB72-5BF2ABAFD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9959" y="4490899"/>
                <a:ext cx="16580" cy="165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5" y="2"/>
                  </a:cxn>
                  <a:cxn ang="0">
                    <a:pos x="7" y="2"/>
                  </a:cxn>
                  <a:cxn ang="0">
                    <a:pos x="8" y="3"/>
                  </a:cxn>
                  <a:cxn ang="0">
                    <a:pos x="8" y="4"/>
                  </a:cxn>
                  <a:cxn ang="0">
                    <a:pos x="7" y="7"/>
                  </a:cxn>
                  <a:cxn ang="0">
                    <a:pos x="5" y="8"/>
                  </a:cxn>
                  <a:cxn ang="0">
                    <a:pos x="3" y="8"/>
                  </a:cxn>
                  <a:cxn ang="0">
                    <a:pos x="2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8" y="4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3" name="Freeform 1326">
                <a:extLst>
                  <a:ext uri="{FF2B5EF4-FFF2-40B4-BE49-F238E27FC236}">
                    <a16:creationId xmlns:a16="http://schemas.microsoft.com/office/drawing/2014/main" id="{010B2EB6-4A32-4A47-82E9-F83B5B03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6488" y="4455667"/>
                <a:ext cx="16580" cy="227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4" y="5"/>
                  </a:cxn>
                  <a:cxn ang="0">
                    <a:pos x="7" y="6"/>
                  </a:cxn>
                  <a:cxn ang="0">
                    <a:pos x="8" y="9"/>
                  </a:cxn>
                  <a:cxn ang="0">
                    <a:pos x="8" y="11"/>
                  </a:cxn>
                  <a:cxn ang="0">
                    <a:pos x="7" y="10"/>
                  </a:cxn>
                  <a:cxn ang="0">
                    <a:pos x="4" y="9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4" y="5"/>
                    </a:lnTo>
                    <a:lnTo>
                      <a:pt x="7" y="6"/>
                    </a:lnTo>
                    <a:lnTo>
                      <a:pt x="8" y="9"/>
                    </a:lnTo>
                    <a:lnTo>
                      <a:pt x="8" y="11"/>
                    </a:lnTo>
                    <a:lnTo>
                      <a:pt x="7" y="10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4" name="Freeform 1327">
                <a:extLst>
                  <a:ext uri="{FF2B5EF4-FFF2-40B4-BE49-F238E27FC236}">
                    <a16:creationId xmlns:a16="http://schemas.microsoft.com/office/drawing/2014/main" id="{1CE7137D-6E34-4AF1-9FCD-616CBB932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5399" y="4403853"/>
                <a:ext cx="18653" cy="2072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2"/>
                  </a:cxn>
                  <a:cxn ang="0">
                    <a:pos x="7" y="5"/>
                  </a:cxn>
                  <a:cxn ang="0">
                    <a:pos x="8" y="6"/>
                  </a:cxn>
                  <a:cxn ang="0">
                    <a:pos x="9" y="8"/>
                  </a:cxn>
                  <a:cxn ang="0">
                    <a:pos x="9" y="10"/>
                  </a:cxn>
                  <a:cxn ang="0">
                    <a:pos x="8" y="10"/>
                  </a:cxn>
                  <a:cxn ang="0">
                    <a:pos x="3" y="5"/>
                  </a:cxn>
                  <a:cxn ang="0">
                    <a:pos x="2" y="2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9" h="10">
                    <a:moveTo>
                      <a:pt x="3" y="0"/>
                    </a:moveTo>
                    <a:lnTo>
                      <a:pt x="5" y="2"/>
                    </a:lnTo>
                    <a:lnTo>
                      <a:pt x="7" y="5"/>
                    </a:lnTo>
                    <a:lnTo>
                      <a:pt x="8" y="6"/>
                    </a:lnTo>
                    <a:lnTo>
                      <a:pt x="9" y="8"/>
                    </a:lnTo>
                    <a:lnTo>
                      <a:pt x="9" y="10"/>
                    </a:lnTo>
                    <a:lnTo>
                      <a:pt x="8" y="10"/>
                    </a:lnTo>
                    <a:lnTo>
                      <a:pt x="3" y="5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5" name="Freeform 1328">
                <a:extLst>
                  <a:ext uri="{FF2B5EF4-FFF2-40B4-BE49-F238E27FC236}">
                    <a16:creationId xmlns:a16="http://schemas.microsoft.com/office/drawing/2014/main" id="{22044983-DA58-44EB-B4D2-7FAB69EC4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6381" y="3578984"/>
                <a:ext cx="55960" cy="725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0"/>
                  </a:cxn>
                  <a:cxn ang="0">
                    <a:pos x="17" y="1"/>
                  </a:cxn>
                  <a:cxn ang="0">
                    <a:pos x="20" y="4"/>
                  </a:cxn>
                  <a:cxn ang="0">
                    <a:pos x="24" y="4"/>
                  </a:cxn>
                  <a:cxn ang="0">
                    <a:pos x="24" y="8"/>
                  </a:cxn>
                  <a:cxn ang="0">
                    <a:pos x="27" y="10"/>
                  </a:cxn>
                  <a:cxn ang="0">
                    <a:pos x="27" y="15"/>
                  </a:cxn>
                  <a:cxn ang="0">
                    <a:pos x="24" y="15"/>
                  </a:cxn>
                  <a:cxn ang="0">
                    <a:pos x="21" y="24"/>
                  </a:cxn>
                  <a:cxn ang="0">
                    <a:pos x="19" y="32"/>
                  </a:cxn>
                  <a:cxn ang="0">
                    <a:pos x="14" y="35"/>
                  </a:cxn>
                  <a:cxn ang="0">
                    <a:pos x="12" y="35"/>
                  </a:cxn>
                  <a:cxn ang="0">
                    <a:pos x="12" y="34"/>
                  </a:cxn>
                  <a:cxn ang="0">
                    <a:pos x="7" y="32"/>
                  </a:cxn>
                  <a:cxn ang="0">
                    <a:pos x="6" y="29"/>
                  </a:cxn>
                  <a:cxn ang="0">
                    <a:pos x="6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20"/>
                  </a:cxn>
                  <a:cxn ang="0">
                    <a:pos x="12" y="15"/>
                  </a:cxn>
                  <a:cxn ang="0">
                    <a:pos x="10" y="13"/>
                  </a:cxn>
                  <a:cxn ang="0">
                    <a:pos x="10" y="11"/>
                  </a:cxn>
                  <a:cxn ang="0">
                    <a:pos x="9" y="10"/>
                  </a:cxn>
                  <a:cxn ang="0">
                    <a:pos x="9" y="13"/>
                  </a:cxn>
                  <a:cxn ang="0">
                    <a:pos x="7" y="13"/>
                  </a:cxn>
                  <a:cxn ang="0">
                    <a:pos x="5" y="15"/>
                  </a:cxn>
                  <a:cxn ang="0">
                    <a:pos x="2" y="15"/>
                  </a:cxn>
                  <a:cxn ang="0">
                    <a:pos x="1" y="14"/>
                  </a:cxn>
                  <a:cxn ang="0">
                    <a:pos x="0" y="11"/>
                  </a:cxn>
                  <a:cxn ang="0">
                    <a:pos x="0" y="10"/>
                  </a:cxn>
                  <a:cxn ang="0">
                    <a:pos x="5" y="5"/>
                  </a:cxn>
                  <a:cxn ang="0">
                    <a:pos x="7" y="4"/>
                  </a:cxn>
                  <a:cxn ang="0">
                    <a:pos x="11" y="0"/>
                  </a:cxn>
                </a:cxnLst>
                <a:rect l="0" t="0" r="r" b="b"/>
                <a:pathLst>
                  <a:path w="27" h="35">
                    <a:moveTo>
                      <a:pt x="11" y="0"/>
                    </a:moveTo>
                    <a:lnTo>
                      <a:pt x="15" y="0"/>
                    </a:lnTo>
                    <a:lnTo>
                      <a:pt x="17" y="1"/>
                    </a:lnTo>
                    <a:lnTo>
                      <a:pt x="20" y="4"/>
                    </a:lnTo>
                    <a:lnTo>
                      <a:pt x="24" y="4"/>
                    </a:lnTo>
                    <a:lnTo>
                      <a:pt x="24" y="8"/>
                    </a:lnTo>
                    <a:lnTo>
                      <a:pt x="27" y="10"/>
                    </a:lnTo>
                    <a:lnTo>
                      <a:pt x="27" y="15"/>
                    </a:lnTo>
                    <a:lnTo>
                      <a:pt x="24" y="15"/>
                    </a:lnTo>
                    <a:lnTo>
                      <a:pt x="21" y="24"/>
                    </a:lnTo>
                    <a:lnTo>
                      <a:pt x="19" y="32"/>
                    </a:lnTo>
                    <a:lnTo>
                      <a:pt x="14" y="35"/>
                    </a:lnTo>
                    <a:lnTo>
                      <a:pt x="12" y="35"/>
                    </a:lnTo>
                    <a:lnTo>
                      <a:pt x="12" y="34"/>
                    </a:lnTo>
                    <a:lnTo>
                      <a:pt x="7" y="32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20"/>
                    </a:lnTo>
                    <a:lnTo>
                      <a:pt x="12" y="15"/>
                    </a:lnTo>
                    <a:lnTo>
                      <a:pt x="10" y="13"/>
                    </a:lnTo>
                    <a:lnTo>
                      <a:pt x="10" y="11"/>
                    </a:lnTo>
                    <a:lnTo>
                      <a:pt x="9" y="10"/>
                    </a:lnTo>
                    <a:lnTo>
                      <a:pt x="9" y="13"/>
                    </a:lnTo>
                    <a:lnTo>
                      <a:pt x="7" y="13"/>
                    </a:lnTo>
                    <a:lnTo>
                      <a:pt x="5" y="15"/>
                    </a:lnTo>
                    <a:lnTo>
                      <a:pt x="2" y="15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5" y="5"/>
                    </a:lnTo>
                    <a:lnTo>
                      <a:pt x="7" y="4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6" name="Freeform 1329">
                <a:extLst>
                  <a:ext uri="{FF2B5EF4-FFF2-40B4-BE49-F238E27FC236}">
                    <a16:creationId xmlns:a16="http://schemas.microsoft.com/office/drawing/2014/main" id="{F0FA5A2D-560B-434D-8C67-85FF36CDE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0632" y="3564476"/>
                <a:ext cx="58031" cy="43524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5" y="0"/>
                  </a:cxn>
                  <a:cxn ang="0">
                    <a:pos x="26" y="1"/>
                  </a:cxn>
                  <a:cxn ang="0">
                    <a:pos x="28" y="3"/>
                  </a:cxn>
                  <a:cxn ang="0">
                    <a:pos x="28" y="7"/>
                  </a:cxn>
                  <a:cxn ang="0">
                    <a:pos x="25" y="12"/>
                  </a:cxn>
                  <a:cxn ang="0">
                    <a:pos x="24" y="13"/>
                  </a:cxn>
                  <a:cxn ang="0">
                    <a:pos x="20" y="13"/>
                  </a:cxn>
                  <a:cxn ang="0">
                    <a:pos x="18" y="11"/>
                  </a:cxn>
                  <a:cxn ang="0">
                    <a:pos x="16" y="11"/>
                  </a:cxn>
                  <a:cxn ang="0">
                    <a:pos x="14" y="13"/>
                  </a:cxn>
                  <a:cxn ang="0">
                    <a:pos x="11" y="18"/>
                  </a:cxn>
                  <a:cxn ang="0">
                    <a:pos x="6" y="21"/>
                  </a:cxn>
                  <a:cxn ang="0">
                    <a:pos x="4" y="18"/>
                  </a:cxn>
                  <a:cxn ang="0">
                    <a:pos x="4" y="15"/>
                  </a:cxn>
                  <a:cxn ang="0">
                    <a:pos x="1" y="13"/>
                  </a:cxn>
                  <a:cxn ang="0">
                    <a:pos x="0" y="12"/>
                  </a:cxn>
                  <a:cxn ang="0">
                    <a:pos x="0" y="10"/>
                  </a:cxn>
                  <a:cxn ang="0">
                    <a:pos x="1" y="10"/>
                  </a:cxn>
                  <a:cxn ang="0">
                    <a:pos x="3" y="8"/>
                  </a:cxn>
                  <a:cxn ang="0">
                    <a:pos x="5" y="7"/>
                  </a:cxn>
                  <a:cxn ang="0">
                    <a:pos x="9" y="3"/>
                  </a:cxn>
                  <a:cxn ang="0">
                    <a:pos x="14" y="3"/>
                  </a:cxn>
                  <a:cxn ang="0">
                    <a:pos x="16" y="2"/>
                  </a:cxn>
                  <a:cxn ang="0">
                    <a:pos x="18" y="1"/>
                  </a:cxn>
                  <a:cxn ang="0">
                    <a:pos x="20" y="0"/>
                  </a:cxn>
                </a:cxnLst>
                <a:rect l="0" t="0" r="r" b="b"/>
                <a:pathLst>
                  <a:path w="28" h="21">
                    <a:moveTo>
                      <a:pt x="20" y="0"/>
                    </a:moveTo>
                    <a:lnTo>
                      <a:pt x="25" y="0"/>
                    </a:lnTo>
                    <a:lnTo>
                      <a:pt x="26" y="1"/>
                    </a:lnTo>
                    <a:lnTo>
                      <a:pt x="28" y="3"/>
                    </a:lnTo>
                    <a:lnTo>
                      <a:pt x="28" y="7"/>
                    </a:lnTo>
                    <a:lnTo>
                      <a:pt x="25" y="12"/>
                    </a:lnTo>
                    <a:lnTo>
                      <a:pt x="24" y="13"/>
                    </a:lnTo>
                    <a:lnTo>
                      <a:pt x="20" y="13"/>
                    </a:lnTo>
                    <a:lnTo>
                      <a:pt x="18" y="11"/>
                    </a:lnTo>
                    <a:lnTo>
                      <a:pt x="16" y="11"/>
                    </a:lnTo>
                    <a:lnTo>
                      <a:pt x="14" y="13"/>
                    </a:lnTo>
                    <a:lnTo>
                      <a:pt x="11" y="18"/>
                    </a:lnTo>
                    <a:lnTo>
                      <a:pt x="6" y="21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1" y="13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" y="10"/>
                    </a:lnTo>
                    <a:lnTo>
                      <a:pt x="3" y="8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4" y="3"/>
                    </a:lnTo>
                    <a:lnTo>
                      <a:pt x="16" y="2"/>
                    </a:lnTo>
                    <a:lnTo>
                      <a:pt x="18" y="1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7" name="Freeform 1330">
                <a:extLst>
                  <a:ext uri="{FF2B5EF4-FFF2-40B4-BE49-F238E27FC236}">
                    <a16:creationId xmlns:a16="http://schemas.microsoft.com/office/drawing/2014/main" id="{E989C34D-38D5-4A83-8C75-45E28A4F01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907469" y="3367587"/>
                <a:ext cx="269429" cy="221763"/>
              </a:xfrm>
              <a:custGeom>
                <a:avLst/>
                <a:gdLst/>
                <a:ahLst/>
                <a:cxnLst>
                  <a:cxn ang="0">
                    <a:pos x="73" y="57"/>
                  </a:cxn>
                  <a:cxn ang="0">
                    <a:pos x="73" y="56"/>
                  </a:cxn>
                  <a:cxn ang="0">
                    <a:pos x="120" y="0"/>
                  </a:cxn>
                  <a:cxn ang="0">
                    <a:pos x="123" y="2"/>
                  </a:cxn>
                  <a:cxn ang="0">
                    <a:pos x="124" y="7"/>
                  </a:cxn>
                  <a:cxn ang="0">
                    <a:pos x="125" y="14"/>
                  </a:cxn>
                  <a:cxn ang="0">
                    <a:pos x="130" y="25"/>
                  </a:cxn>
                  <a:cxn ang="0">
                    <a:pos x="129" y="30"/>
                  </a:cxn>
                  <a:cxn ang="0">
                    <a:pos x="124" y="41"/>
                  </a:cxn>
                  <a:cxn ang="0">
                    <a:pos x="119" y="42"/>
                  </a:cxn>
                  <a:cxn ang="0">
                    <a:pos x="118" y="62"/>
                  </a:cxn>
                  <a:cxn ang="0">
                    <a:pos x="113" y="68"/>
                  </a:cxn>
                  <a:cxn ang="0">
                    <a:pos x="114" y="75"/>
                  </a:cxn>
                  <a:cxn ang="0">
                    <a:pos x="115" y="78"/>
                  </a:cxn>
                  <a:cxn ang="0">
                    <a:pos x="110" y="82"/>
                  </a:cxn>
                  <a:cxn ang="0">
                    <a:pos x="105" y="81"/>
                  </a:cxn>
                  <a:cxn ang="0">
                    <a:pos x="99" y="85"/>
                  </a:cxn>
                  <a:cxn ang="0">
                    <a:pos x="95" y="90"/>
                  </a:cxn>
                  <a:cxn ang="0">
                    <a:pos x="93" y="88"/>
                  </a:cxn>
                  <a:cxn ang="0">
                    <a:pos x="86" y="90"/>
                  </a:cxn>
                  <a:cxn ang="0">
                    <a:pos x="83" y="93"/>
                  </a:cxn>
                  <a:cxn ang="0">
                    <a:pos x="75" y="92"/>
                  </a:cxn>
                  <a:cxn ang="0">
                    <a:pos x="73" y="88"/>
                  </a:cxn>
                  <a:cxn ang="0">
                    <a:pos x="69" y="86"/>
                  </a:cxn>
                  <a:cxn ang="0">
                    <a:pos x="66" y="91"/>
                  </a:cxn>
                  <a:cxn ang="0">
                    <a:pos x="69" y="95"/>
                  </a:cxn>
                  <a:cxn ang="0">
                    <a:pos x="66" y="96"/>
                  </a:cxn>
                  <a:cxn ang="0">
                    <a:pos x="63" y="98"/>
                  </a:cxn>
                  <a:cxn ang="0">
                    <a:pos x="58" y="105"/>
                  </a:cxn>
                  <a:cxn ang="0">
                    <a:pos x="54" y="105"/>
                  </a:cxn>
                  <a:cxn ang="0">
                    <a:pos x="51" y="102"/>
                  </a:cxn>
                  <a:cxn ang="0">
                    <a:pos x="53" y="96"/>
                  </a:cxn>
                  <a:cxn ang="0">
                    <a:pos x="49" y="91"/>
                  </a:cxn>
                  <a:cxn ang="0">
                    <a:pos x="39" y="88"/>
                  </a:cxn>
                  <a:cxn ang="0">
                    <a:pos x="37" y="92"/>
                  </a:cxn>
                  <a:cxn ang="0">
                    <a:pos x="30" y="93"/>
                  </a:cxn>
                  <a:cxn ang="0">
                    <a:pos x="17" y="97"/>
                  </a:cxn>
                  <a:cxn ang="0">
                    <a:pos x="0" y="98"/>
                  </a:cxn>
                  <a:cxn ang="0">
                    <a:pos x="4" y="96"/>
                  </a:cxn>
                  <a:cxn ang="0">
                    <a:pos x="11" y="90"/>
                  </a:cxn>
                  <a:cxn ang="0">
                    <a:pos x="27" y="78"/>
                  </a:cxn>
                  <a:cxn ang="0">
                    <a:pos x="59" y="76"/>
                  </a:cxn>
                  <a:cxn ang="0">
                    <a:pos x="66" y="66"/>
                  </a:cxn>
                  <a:cxn ang="0">
                    <a:pos x="69" y="62"/>
                  </a:cxn>
                  <a:cxn ang="0">
                    <a:pos x="71" y="58"/>
                  </a:cxn>
                  <a:cxn ang="0">
                    <a:pos x="73" y="62"/>
                  </a:cxn>
                  <a:cxn ang="0">
                    <a:pos x="79" y="61"/>
                  </a:cxn>
                  <a:cxn ang="0">
                    <a:pos x="85" y="57"/>
                  </a:cxn>
                  <a:cxn ang="0">
                    <a:pos x="100" y="43"/>
                  </a:cxn>
                  <a:cxn ang="0">
                    <a:pos x="108" y="23"/>
                  </a:cxn>
                  <a:cxn ang="0">
                    <a:pos x="106" y="20"/>
                  </a:cxn>
                  <a:cxn ang="0">
                    <a:pos x="105" y="15"/>
                  </a:cxn>
                  <a:cxn ang="0">
                    <a:pos x="109" y="8"/>
                  </a:cxn>
                  <a:cxn ang="0">
                    <a:pos x="115" y="4"/>
                  </a:cxn>
                  <a:cxn ang="0">
                    <a:pos x="116" y="7"/>
                  </a:cxn>
                  <a:cxn ang="0">
                    <a:pos x="120" y="5"/>
                  </a:cxn>
                  <a:cxn ang="0">
                    <a:pos x="118" y="4"/>
                  </a:cxn>
                </a:cxnLst>
                <a:rect l="0" t="0" r="r" b="b"/>
                <a:pathLst>
                  <a:path w="130" h="107">
                    <a:moveTo>
                      <a:pt x="73" y="56"/>
                    </a:moveTo>
                    <a:lnTo>
                      <a:pt x="73" y="57"/>
                    </a:lnTo>
                    <a:lnTo>
                      <a:pt x="71" y="58"/>
                    </a:lnTo>
                    <a:lnTo>
                      <a:pt x="73" y="56"/>
                    </a:lnTo>
                    <a:close/>
                    <a:moveTo>
                      <a:pt x="118" y="0"/>
                    </a:moveTo>
                    <a:lnTo>
                      <a:pt x="120" y="0"/>
                    </a:lnTo>
                    <a:lnTo>
                      <a:pt x="122" y="2"/>
                    </a:lnTo>
                    <a:lnTo>
                      <a:pt x="123" y="2"/>
                    </a:lnTo>
                    <a:lnTo>
                      <a:pt x="123" y="3"/>
                    </a:lnTo>
                    <a:lnTo>
                      <a:pt x="124" y="7"/>
                    </a:lnTo>
                    <a:lnTo>
                      <a:pt x="124" y="10"/>
                    </a:lnTo>
                    <a:lnTo>
                      <a:pt x="125" y="14"/>
                    </a:lnTo>
                    <a:lnTo>
                      <a:pt x="129" y="22"/>
                    </a:lnTo>
                    <a:lnTo>
                      <a:pt x="130" y="25"/>
                    </a:lnTo>
                    <a:lnTo>
                      <a:pt x="130" y="28"/>
                    </a:lnTo>
                    <a:lnTo>
                      <a:pt x="129" y="30"/>
                    </a:lnTo>
                    <a:lnTo>
                      <a:pt x="124" y="36"/>
                    </a:lnTo>
                    <a:lnTo>
                      <a:pt x="124" y="41"/>
                    </a:lnTo>
                    <a:lnTo>
                      <a:pt x="120" y="41"/>
                    </a:lnTo>
                    <a:lnTo>
                      <a:pt x="119" y="42"/>
                    </a:lnTo>
                    <a:lnTo>
                      <a:pt x="118" y="44"/>
                    </a:lnTo>
                    <a:lnTo>
                      <a:pt x="118" y="62"/>
                    </a:lnTo>
                    <a:lnTo>
                      <a:pt x="114" y="66"/>
                    </a:lnTo>
                    <a:lnTo>
                      <a:pt x="113" y="68"/>
                    </a:lnTo>
                    <a:lnTo>
                      <a:pt x="113" y="73"/>
                    </a:lnTo>
                    <a:lnTo>
                      <a:pt x="114" y="75"/>
                    </a:lnTo>
                    <a:lnTo>
                      <a:pt x="114" y="77"/>
                    </a:lnTo>
                    <a:lnTo>
                      <a:pt x="115" y="78"/>
                    </a:lnTo>
                    <a:lnTo>
                      <a:pt x="113" y="81"/>
                    </a:lnTo>
                    <a:lnTo>
                      <a:pt x="110" y="82"/>
                    </a:lnTo>
                    <a:lnTo>
                      <a:pt x="105" y="87"/>
                    </a:lnTo>
                    <a:lnTo>
                      <a:pt x="105" y="81"/>
                    </a:lnTo>
                    <a:lnTo>
                      <a:pt x="101" y="82"/>
                    </a:lnTo>
                    <a:lnTo>
                      <a:pt x="99" y="85"/>
                    </a:lnTo>
                    <a:lnTo>
                      <a:pt x="96" y="86"/>
                    </a:lnTo>
                    <a:lnTo>
                      <a:pt x="95" y="90"/>
                    </a:lnTo>
                    <a:lnTo>
                      <a:pt x="94" y="90"/>
                    </a:lnTo>
                    <a:lnTo>
                      <a:pt x="93" y="88"/>
                    </a:lnTo>
                    <a:lnTo>
                      <a:pt x="89" y="88"/>
                    </a:lnTo>
                    <a:lnTo>
                      <a:pt x="86" y="90"/>
                    </a:lnTo>
                    <a:lnTo>
                      <a:pt x="85" y="92"/>
                    </a:lnTo>
                    <a:lnTo>
                      <a:pt x="83" y="93"/>
                    </a:lnTo>
                    <a:lnTo>
                      <a:pt x="78" y="93"/>
                    </a:lnTo>
                    <a:lnTo>
                      <a:pt x="75" y="92"/>
                    </a:lnTo>
                    <a:lnTo>
                      <a:pt x="74" y="91"/>
                    </a:lnTo>
                    <a:lnTo>
                      <a:pt x="73" y="88"/>
                    </a:lnTo>
                    <a:lnTo>
                      <a:pt x="70" y="86"/>
                    </a:lnTo>
                    <a:lnTo>
                      <a:pt x="69" y="86"/>
                    </a:lnTo>
                    <a:lnTo>
                      <a:pt x="66" y="88"/>
                    </a:lnTo>
                    <a:lnTo>
                      <a:pt x="66" y="91"/>
                    </a:lnTo>
                    <a:lnTo>
                      <a:pt x="68" y="92"/>
                    </a:lnTo>
                    <a:lnTo>
                      <a:pt x="69" y="95"/>
                    </a:lnTo>
                    <a:lnTo>
                      <a:pt x="70" y="96"/>
                    </a:lnTo>
                    <a:lnTo>
                      <a:pt x="66" y="96"/>
                    </a:lnTo>
                    <a:lnTo>
                      <a:pt x="65" y="97"/>
                    </a:lnTo>
                    <a:lnTo>
                      <a:pt x="63" y="98"/>
                    </a:lnTo>
                    <a:lnTo>
                      <a:pt x="60" y="101"/>
                    </a:lnTo>
                    <a:lnTo>
                      <a:pt x="58" y="105"/>
                    </a:lnTo>
                    <a:lnTo>
                      <a:pt x="56" y="107"/>
                    </a:lnTo>
                    <a:lnTo>
                      <a:pt x="54" y="105"/>
                    </a:lnTo>
                    <a:lnTo>
                      <a:pt x="53" y="102"/>
                    </a:lnTo>
                    <a:lnTo>
                      <a:pt x="51" y="102"/>
                    </a:lnTo>
                    <a:lnTo>
                      <a:pt x="51" y="100"/>
                    </a:lnTo>
                    <a:lnTo>
                      <a:pt x="53" y="96"/>
                    </a:lnTo>
                    <a:lnTo>
                      <a:pt x="53" y="92"/>
                    </a:lnTo>
                    <a:lnTo>
                      <a:pt x="49" y="91"/>
                    </a:lnTo>
                    <a:lnTo>
                      <a:pt x="44" y="88"/>
                    </a:lnTo>
                    <a:lnTo>
                      <a:pt x="39" y="88"/>
                    </a:lnTo>
                    <a:lnTo>
                      <a:pt x="37" y="90"/>
                    </a:lnTo>
                    <a:lnTo>
                      <a:pt x="37" y="92"/>
                    </a:lnTo>
                    <a:lnTo>
                      <a:pt x="31" y="92"/>
                    </a:lnTo>
                    <a:lnTo>
                      <a:pt x="30" y="93"/>
                    </a:lnTo>
                    <a:lnTo>
                      <a:pt x="27" y="93"/>
                    </a:lnTo>
                    <a:lnTo>
                      <a:pt x="17" y="97"/>
                    </a:lnTo>
                    <a:lnTo>
                      <a:pt x="6" y="98"/>
                    </a:lnTo>
                    <a:lnTo>
                      <a:pt x="0" y="98"/>
                    </a:lnTo>
                    <a:lnTo>
                      <a:pt x="0" y="96"/>
                    </a:lnTo>
                    <a:lnTo>
                      <a:pt x="4" y="96"/>
                    </a:lnTo>
                    <a:lnTo>
                      <a:pt x="5" y="95"/>
                    </a:lnTo>
                    <a:lnTo>
                      <a:pt x="11" y="90"/>
                    </a:lnTo>
                    <a:lnTo>
                      <a:pt x="21" y="80"/>
                    </a:lnTo>
                    <a:lnTo>
                      <a:pt x="27" y="78"/>
                    </a:lnTo>
                    <a:lnTo>
                      <a:pt x="54" y="78"/>
                    </a:lnTo>
                    <a:lnTo>
                      <a:pt x="59" y="76"/>
                    </a:lnTo>
                    <a:lnTo>
                      <a:pt x="61" y="71"/>
                    </a:lnTo>
                    <a:lnTo>
                      <a:pt x="66" y="66"/>
                    </a:lnTo>
                    <a:lnTo>
                      <a:pt x="68" y="63"/>
                    </a:lnTo>
                    <a:lnTo>
                      <a:pt x="69" y="62"/>
                    </a:lnTo>
                    <a:lnTo>
                      <a:pt x="70" y="59"/>
                    </a:lnTo>
                    <a:lnTo>
                      <a:pt x="71" y="58"/>
                    </a:lnTo>
                    <a:lnTo>
                      <a:pt x="71" y="61"/>
                    </a:lnTo>
                    <a:lnTo>
                      <a:pt x="73" y="62"/>
                    </a:lnTo>
                    <a:lnTo>
                      <a:pt x="76" y="62"/>
                    </a:lnTo>
                    <a:lnTo>
                      <a:pt x="79" y="61"/>
                    </a:lnTo>
                    <a:lnTo>
                      <a:pt x="80" y="59"/>
                    </a:lnTo>
                    <a:lnTo>
                      <a:pt x="85" y="57"/>
                    </a:lnTo>
                    <a:lnTo>
                      <a:pt x="93" y="52"/>
                    </a:lnTo>
                    <a:lnTo>
                      <a:pt x="100" y="43"/>
                    </a:lnTo>
                    <a:lnTo>
                      <a:pt x="105" y="33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6" y="20"/>
                    </a:lnTo>
                    <a:lnTo>
                      <a:pt x="105" y="20"/>
                    </a:lnTo>
                    <a:lnTo>
                      <a:pt x="105" y="15"/>
                    </a:lnTo>
                    <a:lnTo>
                      <a:pt x="108" y="12"/>
                    </a:lnTo>
                    <a:lnTo>
                      <a:pt x="109" y="8"/>
                    </a:lnTo>
                    <a:lnTo>
                      <a:pt x="113" y="5"/>
                    </a:lnTo>
                    <a:lnTo>
                      <a:pt x="115" y="4"/>
                    </a:lnTo>
                    <a:lnTo>
                      <a:pt x="116" y="5"/>
                    </a:lnTo>
                    <a:lnTo>
                      <a:pt x="116" y="7"/>
                    </a:lnTo>
                    <a:lnTo>
                      <a:pt x="119" y="7"/>
                    </a:lnTo>
                    <a:lnTo>
                      <a:pt x="120" y="5"/>
                    </a:lnTo>
                    <a:lnTo>
                      <a:pt x="119" y="4"/>
                    </a:lnTo>
                    <a:lnTo>
                      <a:pt x="118" y="4"/>
                    </a:lnTo>
                    <a:lnTo>
                      <a:pt x="1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8" name="Freeform 1331">
                <a:extLst>
                  <a:ext uri="{FF2B5EF4-FFF2-40B4-BE49-F238E27FC236}">
                    <a16:creationId xmlns:a16="http://schemas.microsoft.com/office/drawing/2014/main" id="{BCDADEAC-D37B-44F9-953F-0EC4E4CFE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5086" y="3247378"/>
                <a:ext cx="138860" cy="118135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30" y="7"/>
                  </a:cxn>
                  <a:cxn ang="0">
                    <a:pos x="38" y="13"/>
                  </a:cxn>
                  <a:cxn ang="0">
                    <a:pos x="45" y="18"/>
                  </a:cxn>
                  <a:cxn ang="0">
                    <a:pos x="55" y="21"/>
                  </a:cxn>
                  <a:cxn ang="0">
                    <a:pos x="58" y="21"/>
                  </a:cxn>
                  <a:cxn ang="0">
                    <a:pos x="60" y="19"/>
                  </a:cxn>
                  <a:cxn ang="0">
                    <a:pos x="62" y="19"/>
                  </a:cxn>
                  <a:cxn ang="0">
                    <a:pos x="64" y="21"/>
                  </a:cxn>
                  <a:cxn ang="0">
                    <a:pos x="63" y="22"/>
                  </a:cxn>
                  <a:cxn ang="0">
                    <a:pos x="62" y="24"/>
                  </a:cxn>
                  <a:cxn ang="0">
                    <a:pos x="64" y="29"/>
                  </a:cxn>
                  <a:cxn ang="0">
                    <a:pos x="67" y="31"/>
                  </a:cxn>
                  <a:cxn ang="0">
                    <a:pos x="63" y="33"/>
                  </a:cxn>
                  <a:cxn ang="0">
                    <a:pos x="59" y="34"/>
                  </a:cxn>
                  <a:cxn ang="0">
                    <a:pos x="54" y="34"/>
                  </a:cxn>
                  <a:cxn ang="0">
                    <a:pos x="47" y="37"/>
                  </a:cxn>
                  <a:cxn ang="0">
                    <a:pos x="42" y="42"/>
                  </a:cxn>
                  <a:cxn ang="0">
                    <a:pos x="40" y="46"/>
                  </a:cxn>
                  <a:cxn ang="0">
                    <a:pos x="39" y="48"/>
                  </a:cxn>
                  <a:cxn ang="0">
                    <a:pos x="34" y="46"/>
                  </a:cxn>
                  <a:cxn ang="0">
                    <a:pos x="30" y="43"/>
                  </a:cxn>
                  <a:cxn ang="0">
                    <a:pos x="27" y="42"/>
                  </a:cxn>
                  <a:cxn ang="0">
                    <a:pos x="22" y="38"/>
                  </a:cxn>
                  <a:cxn ang="0">
                    <a:pos x="20" y="39"/>
                  </a:cxn>
                  <a:cxn ang="0">
                    <a:pos x="19" y="42"/>
                  </a:cxn>
                  <a:cxn ang="0">
                    <a:pos x="14" y="42"/>
                  </a:cxn>
                  <a:cxn ang="0">
                    <a:pos x="11" y="41"/>
                  </a:cxn>
                  <a:cxn ang="0">
                    <a:pos x="8" y="41"/>
                  </a:cxn>
                  <a:cxn ang="0">
                    <a:pos x="6" y="42"/>
                  </a:cxn>
                  <a:cxn ang="0">
                    <a:pos x="6" y="47"/>
                  </a:cxn>
                  <a:cxn ang="0">
                    <a:pos x="8" y="48"/>
                  </a:cxn>
                  <a:cxn ang="0">
                    <a:pos x="10" y="49"/>
                  </a:cxn>
                  <a:cxn ang="0">
                    <a:pos x="11" y="49"/>
                  </a:cxn>
                  <a:cxn ang="0">
                    <a:pos x="13" y="51"/>
                  </a:cxn>
                  <a:cxn ang="0">
                    <a:pos x="14" y="51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6" y="55"/>
                  </a:cxn>
                  <a:cxn ang="0">
                    <a:pos x="4" y="57"/>
                  </a:cxn>
                  <a:cxn ang="0">
                    <a:pos x="1" y="57"/>
                  </a:cxn>
                  <a:cxn ang="0">
                    <a:pos x="1" y="44"/>
                  </a:cxn>
                  <a:cxn ang="0">
                    <a:pos x="0" y="43"/>
                  </a:cxn>
                  <a:cxn ang="0">
                    <a:pos x="3" y="38"/>
                  </a:cxn>
                  <a:cxn ang="0">
                    <a:pos x="8" y="33"/>
                  </a:cxn>
                  <a:cxn ang="0">
                    <a:pos x="8" y="31"/>
                  </a:cxn>
                  <a:cxn ang="0">
                    <a:pos x="13" y="31"/>
                  </a:cxn>
                  <a:cxn ang="0">
                    <a:pos x="18" y="28"/>
                  </a:cxn>
                  <a:cxn ang="0">
                    <a:pos x="23" y="16"/>
                  </a:cxn>
                  <a:cxn ang="0">
                    <a:pos x="23" y="8"/>
                  </a:cxn>
                  <a:cxn ang="0">
                    <a:pos x="22" y="7"/>
                  </a:cxn>
                  <a:cxn ang="0">
                    <a:pos x="22" y="3"/>
                  </a:cxn>
                  <a:cxn ang="0">
                    <a:pos x="24" y="0"/>
                  </a:cxn>
                </a:cxnLst>
                <a:rect l="0" t="0" r="r" b="b"/>
                <a:pathLst>
                  <a:path w="67" h="57">
                    <a:moveTo>
                      <a:pt x="24" y="0"/>
                    </a:moveTo>
                    <a:lnTo>
                      <a:pt x="30" y="7"/>
                    </a:lnTo>
                    <a:lnTo>
                      <a:pt x="38" y="13"/>
                    </a:lnTo>
                    <a:lnTo>
                      <a:pt x="45" y="18"/>
                    </a:lnTo>
                    <a:lnTo>
                      <a:pt x="55" y="21"/>
                    </a:lnTo>
                    <a:lnTo>
                      <a:pt x="58" y="21"/>
                    </a:lnTo>
                    <a:lnTo>
                      <a:pt x="60" y="19"/>
                    </a:lnTo>
                    <a:lnTo>
                      <a:pt x="62" y="19"/>
                    </a:lnTo>
                    <a:lnTo>
                      <a:pt x="64" y="21"/>
                    </a:lnTo>
                    <a:lnTo>
                      <a:pt x="63" y="22"/>
                    </a:lnTo>
                    <a:lnTo>
                      <a:pt x="62" y="24"/>
                    </a:lnTo>
                    <a:lnTo>
                      <a:pt x="64" y="29"/>
                    </a:lnTo>
                    <a:lnTo>
                      <a:pt x="67" y="31"/>
                    </a:lnTo>
                    <a:lnTo>
                      <a:pt x="63" y="33"/>
                    </a:lnTo>
                    <a:lnTo>
                      <a:pt x="59" y="34"/>
                    </a:lnTo>
                    <a:lnTo>
                      <a:pt x="54" y="34"/>
                    </a:lnTo>
                    <a:lnTo>
                      <a:pt x="47" y="37"/>
                    </a:lnTo>
                    <a:lnTo>
                      <a:pt x="42" y="42"/>
                    </a:lnTo>
                    <a:lnTo>
                      <a:pt x="40" y="46"/>
                    </a:lnTo>
                    <a:lnTo>
                      <a:pt x="39" y="48"/>
                    </a:lnTo>
                    <a:lnTo>
                      <a:pt x="34" y="46"/>
                    </a:lnTo>
                    <a:lnTo>
                      <a:pt x="30" y="43"/>
                    </a:lnTo>
                    <a:lnTo>
                      <a:pt x="27" y="42"/>
                    </a:lnTo>
                    <a:lnTo>
                      <a:pt x="22" y="38"/>
                    </a:lnTo>
                    <a:lnTo>
                      <a:pt x="20" y="39"/>
                    </a:lnTo>
                    <a:lnTo>
                      <a:pt x="19" y="42"/>
                    </a:lnTo>
                    <a:lnTo>
                      <a:pt x="14" y="42"/>
                    </a:lnTo>
                    <a:lnTo>
                      <a:pt x="11" y="41"/>
                    </a:lnTo>
                    <a:lnTo>
                      <a:pt x="8" y="41"/>
                    </a:lnTo>
                    <a:lnTo>
                      <a:pt x="6" y="42"/>
                    </a:lnTo>
                    <a:lnTo>
                      <a:pt x="6" y="47"/>
                    </a:lnTo>
                    <a:lnTo>
                      <a:pt x="8" y="48"/>
                    </a:lnTo>
                    <a:lnTo>
                      <a:pt x="10" y="49"/>
                    </a:lnTo>
                    <a:lnTo>
                      <a:pt x="11" y="49"/>
                    </a:lnTo>
                    <a:lnTo>
                      <a:pt x="13" y="51"/>
                    </a:lnTo>
                    <a:lnTo>
                      <a:pt x="14" y="51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6" y="55"/>
                    </a:lnTo>
                    <a:lnTo>
                      <a:pt x="4" y="57"/>
                    </a:lnTo>
                    <a:lnTo>
                      <a:pt x="1" y="57"/>
                    </a:lnTo>
                    <a:lnTo>
                      <a:pt x="1" y="44"/>
                    </a:lnTo>
                    <a:lnTo>
                      <a:pt x="0" y="43"/>
                    </a:lnTo>
                    <a:lnTo>
                      <a:pt x="3" y="38"/>
                    </a:lnTo>
                    <a:lnTo>
                      <a:pt x="8" y="33"/>
                    </a:lnTo>
                    <a:lnTo>
                      <a:pt x="8" y="31"/>
                    </a:lnTo>
                    <a:lnTo>
                      <a:pt x="13" y="31"/>
                    </a:lnTo>
                    <a:lnTo>
                      <a:pt x="18" y="28"/>
                    </a:lnTo>
                    <a:lnTo>
                      <a:pt x="23" y="16"/>
                    </a:lnTo>
                    <a:lnTo>
                      <a:pt x="23" y="8"/>
                    </a:lnTo>
                    <a:lnTo>
                      <a:pt x="22" y="7"/>
                    </a:lnTo>
                    <a:lnTo>
                      <a:pt x="22" y="3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9" name="Freeform 1332">
                <a:extLst>
                  <a:ext uri="{FF2B5EF4-FFF2-40B4-BE49-F238E27FC236}">
                    <a16:creationId xmlns:a16="http://schemas.microsoft.com/office/drawing/2014/main" id="{6E81DA63-98FA-4B55-9DB8-43ED4C26F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9801" y="3276396"/>
                <a:ext cx="20724" cy="2072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8" y="5"/>
                  </a:cxn>
                  <a:cxn ang="0">
                    <a:pos x="5" y="8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3" y="4"/>
                  </a:cxn>
                  <a:cxn ang="0">
                    <a:pos x="7" y="2"/>
                  </a:cxn>
                  <a:cxn ang="0">
                    <a:pos x="9" y="0"/>
                  </a:cxn>
                </a:cxnLst>
                <a:rect l="0" t="0" r="r" b="b"/>
                <a:pathLst>
                  <a:path w="10" h="10">
                    <a:moveTo>
                      <a:pt x="9" y="0"/>
                    </a:moveTo>
                    <a:lnTo>
                      <a:pt x="10" y="2"/>
                    </a:lnTo>
                    <a:lnTo>
                      <a:pt x="9" y="3"/>
                    </a:lnTo>
                    <a:lnTo>
                      <a:pt x="8" y="5"/>
                    </a:lnTo>
                    <a:lnTo>
                      <a:pt x="5" y="8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3" y="4"/>
                    </a:lnTo>
                    <a:lnTo>
                      <a:pt x="7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0" name="Freeform 1333">
                <a:extLst>
                  <a:ext uri="{FF2B5EF4-FFF2-40B4-BE49-F238E27FC236}">
                    <a16:creationId xmlns:a16="http://schemas.microsoft.com/office/drawing/2014/main" id="{DCCCC9CF-B3B3-46D4-ACD6-E8B2C7949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7469" y="3245307"/>
                <a:ext cx="31089" cy="2279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5" y="0"/>
                  </a:cxn>
                  <a:cxn ang="0">
                    <a:pos x="15" y="4"/>
                  </a:cxn>
                  <a:cxn ang="0">
                    <a:pos x="11" y="4"/>
                  </a:cxn>
                  <a:cxn ang="0">
                    <a:pos x="6" y="6"/>
                  </a:cxn>
                  <a:cxn ang="0">
                    <a:pos x="5" y="9"/>
                  </a:cxn>
                  <a:cxn ang="0">
                    <a:pos x="3" y="11"/>
                  </a:cxn>
                  <a:cxn ang="0">
                    <a:pos x="0" y="11"/>
                  </a:cxn>
                  <a:cxn ang="0">
                    <a:pos x="0" y="8"/>
                  </a:cxn>
                  <a:cxn ang="0">
                    <a:pos x="1" y="6"/>
                  </a:cxn>
                  <a:cxn ang="0">
                    <a:pos x="3" y="4"/>
                  </a:cxn>
                  <a:cxn ang="0">
                    <a:pos x="4" y="3"/>
                  </a:cxn>
                  <a:cxn ang="0">
                    <a:pos x="9" y="0"/>
                  </a:cxn>
                </a:cxnLst>
                <a:rect l="0" t="0" r="r" b="b"/>
                <a:pathLst>
                  <a:path w="15" h="11">
                    <a:moveTo>
                      <a:pt x="9" y="0"/>
                    </a:moveTo>
                    <a:lnTo>
                      <a:pt x="15" y="0"/>
                    </a:lnTo>
                    <a:lnTo>
                      <a:pt x="15" y="4"/>
                    </a:lnTo>
                    <a:lnTo>
                      <a:pt x="11" y="4"/>
                    </a:lnTo>
                    <a:lnTo>
                      <a:pt x="6" y="6"/>
                    </a:lnTo>
                    <a:lnTo>
                      <a:pt x="5" y="9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3" y="4"/>
                    </a:lnTo>
                    <a:lnTo>
                      <a:pt x="4" y="3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1" name="Freeform 1334">
                <a:extLst>
                  <a:ext uri="{FF2B5EF4-FFF2-40B4-BE49-F238E27FC236}">
                    <a16:creationId xmlns:a16="http://schemas.microsoft.com/office/drawing/2014/main" id="{95F9750F-85E9-47E8-A4EF-255B4724F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1354" y="3222508"/>
                <a:ext cx="18653" cy="145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0"/>
                  </a:cxn>
                  <a:cxn ang="0">
                    <a:pos x="7" y="5"/>
                  </a:cxn>
                  <a:cxn ang="0">
                    <a:pos x="2" y="7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2" y="5"/>
                  </a:cxn>
                  <a:cxn ang="0">
                    <a:pos x="2" y="2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9" h="7">
                    <a:moveTo>
                      <a:pt x="5" y="0"/>
                    </a:moveTo>
                    <a:lnTo>
                      <a:pt x="9" y="0"/>
                    </a:lnTo>
                    <a:lnTo>
                      <a:pt x="7" y="5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2" name="Freeform 1335">
                <a:extLst>
                  <a:ext uri="{FF2B5EF4-FFF2-40B4-BE49-F238E27FC236}">
                    <a16:creationId xmlns:a16="http://schemas.microsoft.com/office/drawing/2014/main" id="{675F2E16-5827-40E4-9C19-FD2F998F4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6536" y="2963443"/>
                <a:ext cx="70466" cy="267357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4" y="0"/>
                  </a:cxn>
                  <a:cxn ang="0">
                    <a:pos x="14" y="7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9" y="19"/>
                  </a:cxn>
                  <a:cxn ang="0">
                    <a:pos x="19" y="32"/>
                  </a:cxn>
                  <a:cxn ang="0">
                    <a:pos x="20" y="34"/>
                  </a:cxn>
                  <a:cxn ang="0">
                    <a:pos x="20" y="51"/>
                  </a:cxn>
                  <a:cxn ang="0">
                    <a:pos x="23" y="56"/>
                  </a:cxn>
                  <a:cxn ang="0">
                    <a:pos x="29" y="70"/>
                  </a:cxn>
                  <a:cxn ang="0">
                    <a:pos x="34" y="83"/>
                  </a:cxn>
                  <a:cxn ang="0">
                    <a:pos x="32" y="82"/>
                  </a:cxn>
                  <a:cxn ang="0">
                    <a:pos x="30" y="80"/>
                  </a:cxn>
                  <a:cxn ang="0">
                    <a:pos x="28" y="78"/>
                  </a:cxn>
                  <a:cxn ang="0">
                    <a:pos x="25" y="78"/>
                  </a:cxn>
                  <a:cxn ang="0">
                    <a:pos x="19" y="81"/>
                  </a:cxn>
                  <a:cxn ang="0">
                    <a:pos x="15" y="86"/>
                  </a:cxn>
                  <a:cxn ang="0">
                    <a:pos x="13" y="93"/>
                  </a:cxn>
                  <a:cxn ang="0">
                    <a:pos x="13" y="102"/>
                  </a:cxn>
                  <a:cxn ang="0">
                    <a:pos x="15" y="110"/>
                  </a:cxn>
                  <a:cxn ang="0">
                    <a:pos x="20" y="116"/>
                  </a:cxn>
                  <a:cxn ang="0">
                    <a:pos x="24" y="122"/>
                  </a:cxn>
                  <a:cxn ang="0">
                    <a:pos x="24" y="124"/>
                  </a:cxn>
                  <a:cxn ang="0">
                    <a:pos x="23" y="124"/>
                  </a:cxn>
                  <a:cxn ang="0">
                    <a:pos x="20" y="121"/>
                  </a:cxn>
                  <a:cxn ang="0">
                    <a:pos x="19" y="119"/>
                  </a:cxn>
                  <a:cxn ang="0">
                    <a:pos x="14" y="119"/>
                  </a:cxn>
                  <a:cxn ang="0">
                    <a:pos x="10" y="122"/>
                  </a:cxn>
                  <a:cxn ang="0">
                    <a:pos x="10" y="125"/>
                  </a:cxn>
                  <a:cxn ang="0">
                    <a:pos x="7" y="129"/>
                  </a:cxn>
                  <a:cxn ang="0">
                    <a:pos x="5" y="129"/>
                  </a:cxn>
                  <a:cxn ang="0">
                    <a:pos x="5" y="111"/>
                  </a:cxn>
                  <a:cxn ang="0">
                    <a:pos x="7" y="106"/>
                  </a:cxn>
                  <a:cxn ang="0">
                    <a:pos x="7" y="92"/>
                  </a:cxn>
                  <a:cxn ang="0">
                    <a:pos x="5" y="90"/>
                  </a:cxn>
                  <a:cxn ang="0">
                    <a:pos x="5" y="82"/>
                  </a:cxn>
                  <a:cxn ang="0">
                    <a:pos x="7" y="80"/>
                  </a:cxn>
                  <a:cxn ang="0">
                    <a:pos x="7" y="49"/>
                  </a:cxn>
                  <a:cxn ang="0">
                    <a:pos x="5" y="46"/>
                  </a:cxn>
                  <a:cxn ang="0">
                    <a:pos x="0" y="36"/>
                  </a:cxn>
                  <a:cxn ang="0">
                    <a:pos x="2" y="27"/>
                  </a:cxn>
                  <a:cxn ang="0">
                    <a:pos x="4" y="18"/>
                  </a:cxn>
                  <a:cxn ang="0">
                    <a:pos x="9" y="14"/>
                  </a:cxn>
                  <a:cxn ang="0">
                    <a:pos x="9" y="13"/>
                  </a:cxn>
                  <a:cxn ang="0">
                    <a:pos x="10" y="12"/>
                  </a:cxn>
                  <a:cxn ang="0">
                    <a:pos x="10" y="0"/>
                  </a:cxn>
                </a:cxnLst>
                <a:rect l="0" t="0" r="r" b="b"/>
                <a:pathLst>
                  <a:path w="34" h="129">
                    <a:moveTo>
                      <a:pt x="10" y="0"/>
                    </a:moveTo>
                    <a:lnTo>
                      <a:pt x="14" y="0"/>
                    </a:lnTo>
                    <a:lnTo>
                      <a:pt x="14" y="7"/>
                    </a:lnTo>
                    <a:lnTo>
                      <a:pt x="15" y="12"/>
                    </a:lnTo>
                    <a:lnTo>
                      <a:pt x="18" y="15"/>
                    </a:lnTo>
                    <a:lnTo>
                      <a:pt x="19" y="19"/>
                    </a:lnTo>
                    <a:lnTo>
                      <a:pt x="19" y="32"/>
                    </a:lnTo>
                    <a:lnTo>
                      <a:pt x="20" y="34"/>
                    </a:lnTo>
                    <a:lnTo>
                      <a:pt x="20" y="51"/>
                    </a:lnTo>
                    <a:lnTo>
                      <a:pt x="23" y="56"/>
                    </a:lnTo>
                    <a:lnTo>
                      <a:pt x="29" y="70"/>
                    </a:lnTo>
                    <a:lnTo>
                      <a:pt x="34" y="83"/>
                    </a:lnTo>
                    <a:lnTo>
                      <a:pt x="32" y="82"/>
                    </a:lnTo>
                    <a:lnTo>
                      <a:pt x="30" y="80"/>
                    </a:lnTo>
                    <a:lnTo>
                      <a:pt x="28" y="78"/>
                    </a:lnTo>
                    <a:lnTo>
                      <a:pt x="25" y="78"/>
                    </a:lnTo>
                    <a:lnTo>
                      <a:pt x="19" y="81"/>
                    </a:lnTo>
                    <a:lnTo>
                      <a:pt x="15" y="86"/>
                    </a:lnTo>
                    <a:lnTo>
                      <a:pt x="13" y="93"/>
                    </a:lnTo>
                    <a:lnTo>
                      <a:pt x="13" y="102"/>
                    </a:lnTo>
                    <a:lnTo>
                      <a:pt x="15" y="110"/>
                    </a:lnTo>
                    <a:lnTo>
                      <a:pt x="20" y="116"/>
                    </a:lnTo>
                    <a:lnTo>
                      <a:pt x="24" y="122"/>
                    </a:lnTo>
                    <a:lnTo>
                      <a:pt x="24" y="124"/>
                    </a:lnTo>
                    <a:lnTo>
                      <a:pt x="23" y="124"/>
                    </a:lnTo>
                    <a:lnTo>
                      <a:pt x="20" y="121"/>
                    </a:lnTo>
                    <a:lnTo>
                      <a:pt x="19" y="119"/>
                    </a:lnTo>
                    <a:lnTo>
                      <a:pt x="14" y="119"/>
                    </a:lnTo>
                    <a:lnTo>
                      <a:pt x="10" y="122"/>
                    </a:lnTo>
                    <a:lnTo>
                      <a:pt x="10" y="125"/>
                    </a:lnTo>
                    <a:lnTo>
                      <a:pt x="7" y="129"/>
                    </a:lnTo>
                    <a:lnTo>
                      <a:pt x="5" y="129"/>
                    </a:lnTo>
                    <a:lnTo>
                      <a:pt x="5" y="111"/>
                    </a:lnTo>
                    <a:lnTo>
                      <a:pt x="7" y="106"/>
                    </a:lnTo>
                    <a:lnTo>
                      <a:pt x="7" y="92"/>
                    </a:lnTo>
                    <a:lnTo>
                      <a:pt x="5" y="90"/>
                    </a:lnTo>
                    <a:lnTo>
                      <a:pt x="5" y="82"/>
                    </a:lnTo>
                    <a:lnTo>
                      <a:pt x="7" y="80"/>
                    </a:lnTo>
                    <a:lnTo>
                      <a:pt x="7" y="49"/>
                    </a:lnTo>
                    <a:lnTo>
                      <a:pt x="5" y="46"/>
                    </a:lnTo>
                    <a:lnTo>
                      <a:pt x="0" y="36"/>
                    </a:lnTo>
                    <a:lnTo>
                      <a:pt x="2" y="27"/>
                    </a:lnTo>
                    <a:lnTo>
                      <a:pt x="4" y="18"/>
                    </a:lnTo>
                    <a:lnTo>
                      <a:pt x="9" y="14"/>
                    </a:lnTo>
                    <a:lnTo>
                      <a:pt x="9" y="13"/>
                    </a:lnTo>
                    <a:lnTo>
                      <a:pt x="10" y="1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3" name="Freeform 1336">
                <a:extLst>
                  <a:ext uri="{FF2B5EF4-FFF2-40B4-BE49-F238E27FC236}">
                    <a16:creationId xmlns:a16="http://schemas.microsoft.com/office/drawing/2014/main" id="{D8C39AFB-3BCE-40D8-A01E-AF03982C1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51508" y="2302304"/>
                <a:ext cx="84975" cy="3523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5" y="1"/>
                  </a:cxn>
                  <a:cxn ang="0">
                    <a:pos x="32" y="2"/>
                  </a:cxn>
                  <a:cxn ang="0">
                    <a:pos x="39" y="6"/>
                  </a:cxn>
                  <a:cxn ang="0">
                    <a:pos x="41" y="10"/>
                  </a:cxn>
                  <a:cxn ang="0">
                    <a:pos x="37" y="12"/>
                  </a:cxn>
                  <a:cxn ang="0">
                    <a:pos x="30" y="15"/>
                  </a:cxn>
                  <a:cxn ang="0">
                    <a:pos x="10" y="17"/>
                  </a:cxn>
                  <a:cxn ang="0">
                    <a:pos x="4" y="17"/>
                  </a:cxn>
                  <a:cxn ang="0">
                    <a:pos x="1" y="16"/>
                  </a:cxn>
                  <a:cxn ang="0">
                    <a:pos x="0" y="15"/>
                  </a:cxn>
                  <a:cxn ang="0">
                    <a:pos x="0" y="14"/>
                  </a:cxn>
                  <a:cxn ang="0">
                    <a:pos x="4" y="7"/>
                  </a:cxn>
                  <a:cxn ang="0">
                    <a:pos x="11" y="2"/>
                  </a:cxn>
                  <a:cxn ang="0">
                    <a:pos x="20" y="0"/>
                  </a:cxn>
                </a:cxnLst>
                <a:rect l="0" t="0" r="r" b="b"/>
                <a:pathLst>
                  <a:path w="41" h="17">
                    <a:moveTo>
                      <a:pt x="20" y="0"/>
                    </a:moveTo>
                    <a:lnTo>
                      <a:pt x="25" y="1"/>
                    </a:lnTo>
                    <a:lnTo>
                      <a:pt x="32" y="2"/>
                    </a:lnTo>
                    <a:lnTo>
                      <a:pt x="39" y="6"/>
                    </a:lnTo>
                    <a:lnTo>
                      <a:pt x="41" y="10"/>
                    </a:lnTo>
                    <a:lnTo>
                      <a:pt x="37" y="12"/>
                    </a:lnTo>
                    <a:lnTo>
                      <a:pt x="30" y="15"/>
                    </a:lnTo>
                    <a:lnTo>
                      <a:pt x="10" y="17"/>
                    </a:lnTo>
                    <a:lnTo>
                      <a:pt x="4" y="17"/>
                    </a:lnTo>
                    <a:lnTo>
                      <a:pt x="1" y="16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4" y="7"/>
                    </a:lnTo>
                    <a:lnTo>
                      <a:pt x="11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4" name="Freeform 1337">
                <a:extLst>
                  <a:ext uri="{FF2B5EF4-FFF2-40B4-BE49-F238E27FC236}">
                    <a16:creationId xmlns:a16="http://schemas.microsoft.com/office/drawing/2014/main" id="{75B93E77-1976-4042-8DD3-3754F40E1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6586" y="2372770"/>
                <a:ext cx="33161" cy="1865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" y="0"/>
                  </a:cxn>
                  <a:cxn ang="0">
                    <a:pos x="14" y="1"/>
                  </a:cxn>
                  <a:cxn ang="0">
                    <a:pos x="16" y="4"/>
                  </a:cxn>
                  <a:cxn ang="0">
                    <a:pos x="16" y="6"/>
                  </a:cxn>
                  <a:cxn ang="0">
                    <a:pos x="14" y="9"/>
                  </a:cxn>
                  <a:cxn ang="0">
                    <a:pos x="12" y="9"/>
                  </a:cxn>
                  <a:cxn ang="0">
                    <a:pos x="5" y="6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16" h="9">
                    <a:moveTo>
                      <a:pt x="0" y="0"/>
                    </a:moveTo>
                    <a:lnTo>
                      <a:pt x="14" y="0"/>
                    </a:lnTo>
                    <a:lnTo>
                      <a:pt x="14" y="1"/>
                    </a:lnTo>
                    <a:lnTo>
                      <a:pt x="16" y="4"/>
                    </a:lnTo>
                    <a:lnTo>
                      <a:pt x="16" y="6"/>
                    </a:lnTo>
                    <a:lnTo>
                      <a:pt x="14" y="9"/>
                    </a:lnTo>
                    <a:lnTo>
                      <a:pt x="12" y="9"/>
                    </a:lnTo>
                    <a:lnTo>
                      <a:pt x="5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5" name="Freeform 1338">
                <a:extLst>
                  <a:ext uri="{FF2B5EF4-FFF2-40B4-BE49-F238E27FC236}">
                    <a16:creationId xmlns:a16="http://schemas.microsoft.com/office/drawing/2014/main" id="{8A5B0DA4-2D3F-4013-8FE0-00815F040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13170" y="2103342"/>
                <a:ext cx="14508" cy="18653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7" y="3"/>
                  </a:cxn>
                  <a:cxn ang="0">
                    <a:pos x="7" y="8"/>
                  </a:cxn>
                  <a:cxn ang="0">
                    <a:pos x="5" y="9"/>
                  </a:cxn>
                  <a:cxn ang="0">
                    <a:pos x="2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2" y="3"/>
                  </a:cxn>
                  <a:cxn ang="0">
                    <a:pos x="3" y="0"/>
                  </a:cxn>
                </a:cxnLst>
                <a:rect l="0" t="0" r="r" b="b"/>
                <a:pathLst>
                  <a:path w="7" h="9">
                    <a:moveTo>
                      <a:pt x="3" y="0"/>
                    </a:moveTo>
                    <a:lnTo>
                      <a:pt x="7" y="3"/>
                    </a:lnTo>
                    <a:lnTo>
                      <a:pt x="7" y="8"/>
                    </a:lnTo>
                    <a:lnTo>
                      <a:pt x="5" y="9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2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6" name="Freeform 1339">
                <a:extLst>
                  <a:ext uri="{FF2B5EF4-FFF2-40B4-BE49-F238E27FC236}">
                    <a16:creationId xmlns:a16="http://schemas.microsoft.com/office/drawing/2014/main" id="{1022DE42-FF3E-4019-84E2-9F9822111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7368" y="2163445"/>
                <a:ext cx="35234" cy="24870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1" y="0"/>
                  </a:cxn>
                  <a:cxn ang="0">
                    <a:pos x="16" y="3"/>
                  </a:cxn>
                  <a:cxn ang="0">
                    <a:pos x="17" y="4"/>
                  </a:cxn>
                  <a:cxn ang="0">
                    <a:pos x="17" y="9"/>
                  </a:cxn>
                  <a:cxn ang="0">
                    <a:pos x="12" y="12"/>
                  </a:cxn>
                  <a:cxn ang="0">
                    <a:pos x="5" y="12"/>
                  </a:cxn>
                  <a:cxn ang="0">
                    <a:pos x="2" y="10"/>
                  </a:cxn>
                  <a:cxn ang="0">
                    <a:pos x="1" y="9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6" y="0"/>
                  </a:cxn>
                </a:cxnLst>
                <a:rect l="0" t="0" r="r" b="b"/>
                <a:pathLst>
                  <a:path w="17" h="12">
                    <a:moveTo>
                      <a:pt x="6" y="0"/>
                    </a:moveTo>
                    <a:lnTo>
                      <a:pt x="11" y="0"/>
                    </a:lnTo>
                    <a:lnTo>
                      <a:pt x="16" y="3"/>
                    </a:lnTo>
                    <a:lnTo>
                      <a:pt x="17" y="4"/>
                    </a:lnTo>
                    <a:lnTo>
                      <a:pt x="17" y="9"/>
                    </a:lnTo>
                    <a:lnTo>
                      <a:pt x="12" y="12"/>
                    </a:lnTo>
                    <a:lnTo>
                      <a:pt x="5" y="12"/>
                    </a:lnTo>
                    <a:lnTo>
                      <a:pt x="2" y="10"/>
                    </a:lnTo>
                    <a:lnTo>
                      <a:pt x="1" y="9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7" name="Freeform 1340">
                <a:extLst>
                  <a:ext uri="{FF2B5EF4-FFF2-40B4-BE49-F238E27FC236}">
                    <a16:creationId xmlns:a16="http://schemas.microsoft.com/office/drawing/2014/main" id="{6C984B6E-E043-4E9F-A6FA-732230A2C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6850" y="1918885"/>
                <a:ext cx="147152" cy="82901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43" y="0"/>
                  </a:cxn>
                  <a:cxn ang="0">
                    <a:pos x="43" y="7"/>
                  </a:cxn>
                  <a:cxn ang="0">
                    <a:pos x="42" y="10"/>
                  </a:cxn>
                  <a:cxn ang="0">
                    <a:pos x="43" y="9"/>
                  </a:cxn>
                  <a:cxn ang="0">
                    <a:pos x="46" y="7"/>
                  </a:cxn>
                  <a:cxn ang="0">
                    <a:pos x="47" y="5"/>
                  </a:cxn>
                  <a:cxn ang="0">
                    <a:pos x="49" y="5"/>
                  </a:cxn>
                  <a:cxn ang="0">
                    <a:pos x="54" y="6"/>
                  </a:cxn>
                  <a:cxn ang="0">
                    <a:pos x="62" y="11"/>
                  </a:cxn>
                  <a:cxn ang="0">
                    <a:pos x="68" y="16"/>
                  </a:cxn>
                  <a:cxn ang="0">
                    <a:pos x="71" y="21"/>
                  </a:cxn>
                  <a:cxn ang="0">
                    <a:pos x="68" y="26"/>
                  </a:cxn>
                  <a:cxn ang="0">
                    <a:pos x="63" y="30"/>
                  </a:cxn>
                  <a:cxn ang="0">
                    <a:pos x="56" y="31"/>
                  </a:cxn>
                  <a:cxn ang="0">
                    <a:pos x="39" y="31"/>
                  </a:cxn>
                  <a:cxn ang="0">
                    <a:pos x="36" y="33"/>
                  </a:cxn>
                  <a:cxn ang="0">
                    <a:pos x="33" y="33"/>
                  </a:cxn>
                  <a:cxn ang="0">
                    <a:pos x="31" y="34"/>
                  </a:cxn>
                  <a:cxn ang="0">
                    <a:pos x="28" y="34"/>
                  </a:cxn>
                  <a:cxn ang="0">
                    <a:pos x="7" y="40"/>
                  </a:cxn>
                  <a:cxn ang="0">
                    <a:pos x="4" y="40"/>
                  </a:cxn>
                  <a:cxn ang="0">
                    <a:pos x="2" y="39"/>
                  </a:cxn>
                  <a:cxn ang="0">
                    <a:pos x="0" y="36"/>
                  </a:cxn>
                  <a:cxn ang="0">
                    <a:pos x="0" y="31"/>
                  </a:cxn>
                  <a:cxn ang="0">
                    <a:pos x="2" y="29"/>
                  </a:cxn>
                  <a:cxn ang="0">
                    <a:pos x="3" y="28"/>
                  </a:cxn>
                  <a:cxn ang="0">
                    <a:pos x="5" y="28"/>
                  </a:cxn>
                  <a:cxn ang="0">
                    <a:pos x="8" y="25"/>
                  </a:cxn>
                  <a:cxn ang="0">
                    <a:pos x="23" y="6"/>
                  </a:cxn>
                  <a:cxn ang="0">
                    <a:pos x="29" y="1"/>
                  </a:cxn>
                  <a:cxn ang="0">
                    <a:pos x="38" y="0"/>
                  </a:cxn>
                </a:cxnLst>
                <a:rect l="0" t="0" r="r" b="b"/>
                <a:pathLst>
                  <a:path w="71" h="40">
                    <a:moveTo>
                      <a:pt x="38" y="0"/>
                    </a:moveTo>
                    <a:lnTo>
                      <a:pt x="43" y="0"/>
                    </a:lnTo>
                    <a:lnTo>
                      <a:pt x="43" y="7"/>
                    </a:lnTo>
                    <a:lnTo>
                      <a:pt x="42" y="10"/>
                    </a:lnTo>
                    <a:lnTo>
                      <a:pt x="43" y="9"/>
                    </a:lnTo>
                    <a:lnTo>
                      <a:pt x="46" y="7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54" y="6"/>
                    </a:lnTo>
                    <a:lnTo>
                      <a:pt x="62" y="11"/>
                    </a:lnTo>
                    <a:lnTo>
                      <a:pt x="68" y="16"/>
                    </a:lnTo>
                    <a:lnTo>
                      <a:pt x="71" y="21"/>
                    </a:lnTo>
                    <a:lnTo>
                      <a:pt x="68" y="26"/>
                    </a:lnTo>
                    <a:lnTo>
                      <a:pt x="63" y="30"/>
                    </a:lnTo>
                    <a:lnTo>
                      <a:pt x="56" y="31"/>
                    </a:lnTo>
                    <a:lnTo>
                      <a:pt x="39" y="31"/>
                    </a:lnTo>
                    <a:lnTo>
                      <a:pt x="36" y="33"/>
                    </a:lnTo>
                    <a:lnTo>
                      <a:pt x="33" y="33"/>
                    </a:lnTo>
                    <a:lnTo>
                      <a:pt x="31" y="34"/>
                    </a:lnTo>
                    <a:lnTo>
                      <a:pt x="28" y="34"/>
                    </a:lnTo>
                    <a:lnTo>
                      <a:pt x="7" y="40"/>
                    </a:lnTo>
                    <a:lnTo>
                      <a:pt x="4" y="40"/>
                    </a:lnTo>
                    <a:lnTo>
                      <a:pt x="2" y="39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2" y="29"/>
                    </a:lnTo>
                    <a:lnTo>
                      <a:pt x="3" y="28"/>
                    </a:lnTo>
                    <a:lnTo>
                      <a:pt x="5" y="28"/>
                    </a:lnTo>
                    <a:lnTo>
                      <a:pt x="8" y="25"/>
                    </a:lnTo>
                    <a:lnTo>
                      <a:pt x="23" y="6"/>
                    </a:lnTo>
                    <a:lnTo>
                      <a:pt x="29" y="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8" name="Freeform 1341">
                <a:extLst>
                  <a:ext uri="{FF2B5EF4-FFF2-40B4-BE49-F238E27FC236}">
                    <a16:creationId xmlns:a16="http://schemas.microsoft.com/office/drawing/2014/main" id="{5C6478D1-F207-4580-81E0-7E2EB8197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5814" y="1879507"/>
                <a:ext cx="55960" cy="2901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7" y="3"/>
                  </a:cxn>
                  <a:cxn ang="0">
                    <a:pos x="22" y="5"/>
                  </a:cxn>
                  <a:cxn ang="0">
                    <a:pos x="25" y="5"/>
                  </a:cxn>
                  <a:cxn ang="0">
                    <a:pos x="27" y="6"/>
                  </a:cxn>
                  <a:cxn ang="0">
                    <a:pos x="25" y="10"/>
                  </a:cxn>
                  <a:cxn ang="0">
                    <a:pos x="18" y="13"/>
                  </a:cxn>
                  <a:cxn ang="0">
                    <a:pos x="12" y="14"/>
                  </a:cxn>
                  <a:cxn ang="0">
                    <a:pos x="7" y="14"/>
                  </a:cxn>
                  <a:cxn ang="0">
                    <a:pos x="6" y="13"/>
                  </a:cxn>
                  <a:cxn ang="0">
                    <a:pos x="3" y="11"/>
                  </a:cxn>
                  <a:cxn ang="0">
                    <a:pos x="2" y="9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5" y="0"/>
                  </a:cxn>
                </a:cxnLst>
                <a:rect l="0" t="0" r="r" b="b"/>
                <a:pathLst>
                  <a:path w="27" h="14">
                    <a:moveTo>
                      <a:pt x="5" y="0"/>
                    </a:moveTo>
                    <a:lnTo>
                      <a:pt x="12" y="0"/>
                    </a:lnTo>
                    <a:lnTo>
                      <a:pt x="13" y="1"/>
                    </a:lnTo>
                    <a:lnTo>
                      <a:pt x="17" y="3"/>
                    </a:lnTo>
                    <a:lnTo>
                      <a:pt x="22" y="5"/>
                    </a:lnTo>
                    <a:lnTo>
                      <a:pt x="25" y="5"/>
                    </a:lnTo>
                    <a:lnTo>
                      <a:pt x="27" y="6"/>
                    </a:lnTo>
                    <a:lnTo>
                      <a:pt x="25" y="10"/>
                    </a:lnTo>
                    <a:lnTo>
                      <a:pt x="18" y="13"/>
                    </a:lnTo>
                    <a:lnTo>
                      <a:pt x="12" y="14"/>
                    </a:lnTo>
                    <a:lnTo>
                      <a:pt x="7" y="14"/>
                    </a:lnTo>
                    <a:lnTo>
                      <a:pt x="6" y="13"/>
                    </a:lnTo>
                    <a:lnTo>
                      <a:pt x="3" y="11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9" name="Freeform 1342">
                <a:extLst>
                  <a:ext uri="{FF2B5EF4-FFF2-40B4-BE49-F238E27FC236}">
                    <a16:creationId xmlns:a16="http://schemas.microsoft.com/office/drawing/2014/main" id="{50E397E9-5CE3-4A45-9FE5-BFC4D00AF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2396" y="1817331"/>
                <a:ext cx="201036" cy="14093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51" y="1"/>
                  </a:cxn>
                  <a:cxn ang="0">
                    <a:pos x="57" y="5"/>
                  </a:cxn>
                  <a:cxn ang="0">
                    <a:pos x="63" y="10"/>
                  </a:cxn>
                  <a:cxn ang="0">
                    <a:pos x="68" y="15"/>
                  </a:cxn>
                  <a:cxn ang="0">
                    <a:pos x="66" y="15"/>
                  </a:cxn>
                  <a:cxn ang="0">
                    <a:pos x="64" y="16"/>
                  </a:cxn>
                  <a:cxn ang="0">
                    <a:pos x="63" y="16"/>
                  </a:cxn>
                  <a:cxn ang="0">
                    <a:pos x="63" y="24"/>
                  </a:cxn>
                  <a:cxn ang="0">
                    <a:pos x="62" y="26"/>
                  </a:cxn>
                  <a:cxn ang="0">
                    <a:pos x="61" y="28"/>
                  </a:cxn>
                  <a:cxn ang="0">
                    <a:pos x="57" y="30"/>
                  </a:cxn>
                  <a:cxn ang="0">
                    <a:pos x="54" y="31"/>
                  </a:cxn>
                  <a:cxn ang="0">
                    <a:pos x="67" y="31"/>
                  </a:cxn>
                  <a:cxn ang="0">
                    <a:pos x="69" y="33"/>
                  </a:cxn>
                  <a:cxn ang="0">
                    <a:pos x="72" y="35"/>
                  </a:cxn>
                  <a:cxn ang="0">
                    <a:pos x="88" y="35"/>
                  </a:cxn>
                  <a:cxn ang="0">
                    <a:pos x="91" y="36"/>
                  </a:cxn>
                  <a:cxn ang="0">
                    <a:pos x="94" y="40"/>
                  </a:cxn>
                  <a:cxn ang="0">
                    <a:pos x="97" y="44"/>
                  </a:cxn>
                  <a:cxn ang="0">
                    <a:pos x="94" y="45"/>
                  </a:cxn>
                  <a:cxn ang="0">
                    <a:pos x="94" y="51"/>
                  </a:cxn>
                  <a:cxn ang="0">
                    <a:pos x="93" y="54"/>
                  </a:cxn>
                  <a:cxn ang="0">
                    <a:pos x="92" y="55"/>
                  </a:cxn>
                  <a:cxn ang="0">
                    <a:pos x="89" y="55"/>
                  </a:cxn>
                  <a:cxn ang="0">
                    <a:pos x="87" y="56"/>
                  </a:cxn>
                  <a:cxn ang="0">
                    <a:pos x="86" y="56"/>
                  </a:cxn>
                  <a:cxn ang="0">
                    <a:pos x="88" y="58"/>
                  </a:cxn>
                  <a:cxn ang="0">
                    <a:pos x="89" y="59"/>
                  </a:cxn>
                  <a:cxn ang="0">
                    <a:pos x="92" y="60"/>
                  </a:cxn>
                  <a:cxn ang="0">
                    <a:pos x="92" y="62"/>
                  </a:cxn>
                  <a:cxn ang="0">
                    <a:pos x="89" y="67"/>
                  </a:cxn>
                  <a:cxn ang="0">
                    <a:pos x="87" y="68"/>
                  </a:cxn>
                  <a:cxn ang="0">
                    <a:pos x="84" y="68"/>
                  </a:cxn>
                  <a:cxn ang="0">
                    <a:pos x="67" y="65"/>
                  </a:cxn>
                  <a:cxn ang="0">
                    <a:pos x="53" y="63"/>
                  </a:cxn>
                  <a:cxn ang="0">
                    <a:pos x="38" y="60"/>
                  </a:cxn>
                  <a:cxn ang="0">
                    <a:pos x="33" y="59"/>
                  </a:cxn>
                  <a:cxn ang="0">
                    <a:pos x="28" y="54"/>
                  </a:cxn>
                  <a:cxn ang="0">
                    <a:pos x="22" y="49"/>
                  </a:cxn>
                  <a:cxn ang="0">
                    <a:pos x="17" y="45"/>
                  </a:cxn>
                  <a:cxn ang="0">
                    <a:pos x="28" y="41"/>
                  </a:cxn>
                  <a:cxn ang="0">
                    <a:pos x="37" y="36"/>
                  </a:cxn>
                  <a:cxn ang="0">
                    <a:pos x="47" y="33"/>
                  </a:cxn>
                  <a:cxn ang="0">
                    <a:pos x="41" y="33"/>
                  </a:cxn>
                  <a:cxn ang="0">
                    <a:pos x="37" y="31"/>
                  </a:cxn>
                  <a:cxn ang="0">
                    <a:pos x="30" y="31"/>
                  </a:cxn>
                  <a:cxn ang="0">
                    <a:pos x="15" y="29"/>
                  </a:cxn>
                  <a:cxn ang="0">
                    <a:pos x="0" y="24"/>
                  </a:cxn>
                  <a:cxn ang="0">
                    <a:pos x="18" y="14"/>
                  </a:cxn>
                  <a:cxn ang="0">
                    <a:pos x="25" y="7"/>
                  </a:cxn>
                  <a:cxn ang="0">
                    <a:pos x="33" y="2"/>
                  </a:cxn>
                  <a:cxn ang="0">
                    <a:pos x="43" y="0"/>
                  </a:cxn>
                </a:cxnLst>
                <a:rect l="0" t="0" r="r" b="b"/>
                <a:pathLst>
                  <a:path w="97" h="68">
                    <a:moveTo>
                      <a:pt x="43" y="0"/>
                    </a:moveTo>
                    <a:lnTo>
                      <a:pt x="51" y="1"/>
                    </a:lnTo>
                    <a:lnTo>
                      <a:pt x="57" y="5"/>
                    </a:lnTo>
                    <a:lnTo>
                      <a:pt x="63" y="10"/>
                    </a:lnTo>
                    <a:lnTo>
                      <a:pt x="68" y="15"/>
                    </a:lnTo>
                    <a:lnTo>
                      <a:pt x="66" y="15"/>
                    </a:lnTo>
                    <a:lnTo>
                      <a:pt x="64" y="16"/>
                    </a:lnTo>
                    <a:lnTo>
                      <a:pt x="63" y="16"/>
                    </a:lnTo>
                    <a:lnTo>
                      <a:pt x="63" y="24"/>
                    </a:lnTo>
                    <a:lnTo>
                      <a:pt x="62" y="26"/>
                    </a:lnTo>
                    <a:lnTo>
                      <a:pt x="61" y="28"/>
                    </a:lnTo>
                    <a:lnTo>
                      <a:pt x="57" y="30"/>
                    </a:lnTo>
                    <a:lnTo>
                      <a:pt x="54" y="31"/>
                    </a:lnTo>
                    <a:lnTo>
                      <a:pt x="67" y="31"/>
                    </a:lnTo>
                    <a:lnTo>
                      <a:pt x="69" y="33"/>
                    </a:lnTo>
                    <a:lnTo>
                      <a:pt x="72" y="35"/>
                    </a:lnTo>
                    <a:lnTo>
                      <a:pt x="88" y="35"/>
                    </a:lnTo>
                    <a:lnTo>
                      <a:pt x="91" y="36"/>
                    </a:lnTo>
                    <a:lnTo>
                      <a:pt x="94" y="40"/>
                    </a:lnTo>
                    <a:lnTo>
                      <a:pt x="97" y="44"/>
                    </a:lnTo>
                    <a:lnTo>
                      <a:pt x="94" y="45"/>
                    </a:lnTo>
                    <a:lnTo>
                      <a:pt x="94" y="51"/>
                    </a:lnTo>
                    <a:lnTo>
                      <a:pt x="93" y="54"/>
                    </a:lnTo>
                    <a:lnTo>
                      <a:pt x="92" y="55"/>
                    </a:lnTo>
                    <a:lnTo>
                      <a:pt x="89" y="55"/>
                    </a:lnTo>
                    <a:lnTo>
                      <a:pt x="87" y="56"/>
                    </a:lnTo>
                    <a:lnTo>
                      <a:pt x="86" y="56"/>
                    </a:lnTo>
                    <a:lnTo>
                      <a:pt x="88" y="58"/>
                    </a:lnTo>
                    <a:lnTo>
                      <a:pt x="89" y="59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9" y="67"/>
                    </a:lnTo>
                    <a:lnTo>
                      <a:pt x="87" y="68"/>
                    </a:lnTo>
                    <a:lnTo>
                      <a:pt x="84" y="68"/>
                    </a:lnTo>
                    <a:lnTo>
                      <a:pt x="67" y="65"/>
                    </a:lnTo>
                    <a:lnTo>
                      <a:pt x="53" y="63"/>
                    </a:lnTo>
                    <a:lnTo>
                      <a:pt x="38" y="60"/>
                    </a:lnTo>
                    <a:lnTo>
                      <a:pt x="33" y="59"/>
                    </a:lnTo>
                    <a:lnTo>
                      <a:pt x="28" y="54"/>
                    </a:lnTo>
                    <a:lnTo>
                      <a:pt x="22" y="49"/>
                    </a:lnTo>
                    <a:lnTo>
                      <a:pt x="17" y="45"/>
                    </a:lnTo>
                    <a:lnTo>
                      <a:pt x="28" y="41"/>
                    </a:lnTo>
                    <a:lnTo>
                      <a:pt x="37" y="36"/>
                    </a:lnTo>
                    <a:lnTo>
                      <a:pt x="47" y="33"/>
                    </a:lnTo>
                    <a:lnTo>
                      <a:pt x="41" y="33"/>
                    </a:lnTo>
                    <a:lnTo>
                      <a:pt x="37" y="31"/>
                    </a:lnTo>
                    <a:lnTo>
                      <a:pt x="30" y="31"/>
                    </a:lnTo>
                    <a:lnTo>
                      <a:pt x="15" y="29"/>
                    </a:lnTo>
                    <a:lnTo>
                      <a:pt x="0" y="24"/>
                    </a:lnTo>
                    <a:lnTo>
                      <a:pt x="18" y="14"/>
                    </a:lnTo>
                    <a:lnTo>
                      <a:pt x="25" y="7"/>
                    </a:lnTo>
                    <a:lnTo>
                      <a:pt x="33" y="2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0" name="Freeform 1343">
                <a:extLst>
                  <a:ext uri="{FF2B5EF4-FFF2-40B4-BE49-F238E27FC236}">
                    <a16:creationId xmlns:a16="http://schemas.microsoft.com/office/drawing/2014/main" id="{44CA81BE-A69B-4D73-BD4F-5BE64231A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9442" y="2039093"/>
                <a:ext cx="24870" cy="1865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2" y="0"/>
                  </a:cxn>
                  <a:cxn ang="0">
                    <a:pos x="12" y="4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4" y="9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2" h="9">
                    <a:moveTo>
                      <a:pt x="6" y="0"/>
                    </a:moveTo>
                    <a:lnTo>
                      <a:pt x="12" y="0"/>
                    </a:lnTo>
                    <a:lnTo>
                      <a:pt x="12" y="4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4" y="9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1" name="Freeform 1344">
                <a:extLst>
                  <a:ext uri="{FF2B5EF4-FFF2-40B4-BE49-F238E27FC236}">
                    <a16:creationId xmlns:a16="http://schemas.microsoft.com/office/drawing/2014/main" id="{1CAB221E-A250-4C9F-9148-793B3915E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5090" y="1819405"/>
                <a:ext cx="33161" cy="82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6" y="4"/>
                  </a:cxn>
                  <a:cxn ang="0">
                    <a:pos x="3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16" h="4">
                    <a:moveTo>
                      <a:pt x="0" y="0"/>
                    </a:moveTo>
                    <a:lnTo>
                      <a:pt x="15" y="0"/>
                    </a:lnTo>
                    <a:lnTo>
                      <a:pt x="16" y="4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2" name="Freeform 1345">
                <a:extLst>
                  <a:ext uri="{FF2B5EF4-FFF2-40B4-BE49-F238E27FC236}">
                    <a16:creationId xmlns:a16="http://schemas.microsoft.com/office/drawing/2014/main" id="{6F30355A-51A9-425A-871F-E53DC1457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3017" y="1983134"/>
                <a:ext cx="26945" cy="145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3" y="0"/>
                  </a:cxn>
                  <a:cxn ang="0">
                    <a:pos x="12" y="3"/>
                  </a:cxn>
                  <a:cxn ang="0">
                    <a:pos x="10" y="5"/>
                  </a:cxn>
                  <a:cxn ang="0">
                    <a:pos x="7" y="7"/>
                  </a:cxn>
                  <a:cxn ang="0">
                    <a:pos x="5" y="7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3" y="0"/>
                  </a:cxn>
                </a:cxnLst>
                <a:rect l="0" t="0" r="r" b="b"/>
                <a:pathLst>
                  <a:path w="13" h="7">
                    <a:moveTo>
                      <a:pt x="3" y="0"/>
                    </a:moveTo>
                    <a:lnTo>
                      <a:pt x="13" y="0"/>
                    </a:lnTo>
                    <a:lnTo>
                      <a:pt x="12" y="3"/>
                    </a:lnTo>
                    <a:lnTo>
                      <a:pt x="10" y="5"/>
                    </a:lnTo>
                    <a:lnTo>
                      <a:pt x="7" y="7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3" name="Freeform 1347">
                <a:extLst>
                  <a:ext uri="{FF2B5EF4-FFF2-40B4-BE49-F238E27FC236}">
                    <a16:creationId xmlns:a16="http://schemas.microsoft.com/office/drawing/2014/main" id="{170EA720-3C02-43AC-BCCA-57485D5F6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58766" y="2084690"/>
                <a:ext cx="184456" cy="7046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7" y="0"/>
                  </a:cxn>
                  <a:cxn ang="0">
                    <a:pos x="25" y="3"/>
                  </a:cxn>
                  <a:cxn ang="0">
                    <a:pos x="35" y="11"/>
                  </a:cxn>
                  <a:cxn ang="0">
                    <a:pos x="42" y="13"/>
                  </a:cxn>
                  <a:cxn ang="0">
                    <a:pos x="42" y="9"/>
                  </a:cxn>
                  <a:cxn ang="0">
                    <a:pos x="46" y="2"/>
                  </a:cxn>
                  <a:cxn ang="0">
                    <a:pos x="49" y="2"/>
                  </a:cxn>
                  <a:cxn ang="0">
                    <a:pos x="57" y="3"/>
                  </a:cxn>
                  <a:cxn ang="0">
                    <a:pos x="80" y="11"/>
                  </a:cxn>
                  <a:cxn ang="0">
                    <a:pos x="89" y="13"/>
                  </a:cxn>
                  <a:cxn ang="0">
                    <a:pos x="87" y="17"/>
                  </a:cxn>
                  <a:cxn ang="0">
                    <a:pos x="85" y="19"/>
                  </a:cxn>
                  <a:cxn ang="0">
                    <a:pos x="81" y="27"/>
                  </a:cxn>
                  <a:cxn ang="0">
                    <a:pos x="69" y="27"/>
                  </a:cxn>
                  <a:cxn ang="0">
                    <a:pos x="66" y="28"/>
                  </a:cxn>
                  <a:cxn ang="0">
                    <a:pos x="64" y="31"/>
                  </a:cxn>
                  <a:cxn ang="0">
                    <a:pos x="59" y="31"/>
                  </a:cxn>
                  <a:cxn ang="0">
                    <a:pos x="57" y="28"/>
                  </a:cxn>
                  <a:cxn ang="0">
                    <a:pos x="55" y="27"/>
                  </a:cxn>
                  <a:cxn ang="0">
                    <a:pos x="51" y="27"/>
                  </a:cxn>
                  <a:cxn ang="0">
                    <a:pos x="50" y="28"/>
                  </a:cxn>
                  <a:cxn ang="0">
                    <a:pos x="47" y="29"/>
                  </a:cxn>
                  <a:cxn ang="0">
                    <a:pos x="42" y="29"/>
                  </a:cxn>
                  <a:cxn ang="0">
                    <a:pos x="38" y="33"/>
                  </a:cxn>
                  <a:cxn ang="0">
                    <a:pos x="33" y="33"/>
                  </a:cxn>
                  <a:cxn ang="0">
                    <a:pos x="28" y="28"/>
                  </a:cxn>
                  <a:cxn ang="0">
                    <a:pos x="25" y="32"/>
                  </a:cxn>
                  <a:cxn ang="0">
                    <a:pos x="20" y="34"/>
                  </a:cxn>
                  <a:cxn ang="0">
                    <a:pos x="10" y="32"/>
                  </a:cxn>
                  <a:cxn ang="0">
                    <a:pos x="2" y="26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2" y="8"/>
                  </a:cxn>
                  <a:cxn ang="0">
                    <a:pos x="6" y="4"/>
                  </a:cxn>
                  <a:cxn ang="0">
                    <a:pos x="10" y="3"/>
                  </a:cxn>
                  <a:cxn ang="0">
                    <a:pos x="13" y="0"/>
                  </a:cxn>
                </a:cxnLst>
                <a:rect l="0" t="0" r="r" b="b"/>
                <a:pathLst>
                  <a:path w="89" h="34">
                    <a:moveTo>
                      <a:pt x="13" y="0"/>
                    </a:moveTo>
                    <a:lnTo>
                      <a:pt x="17" y="0"/>
                    </a:lnTo>
                    <a:lnTo>
                      <a:pt x="25" y="3"/>
                    </a:lnTo>
                    <a:lnTo>
                      <a:pt x="35" y="11"/>
                    </a:lnTo>
                    <a:lnTo>
                      <a:pt x="42" y="13"/>
                    </a:lnTo>
                    <a:lnTo>
                      <a:pt x="42" y="9"/>
                    </a:lnTo>
                    <a:lnTo>
                      <a:pt x="46" y="2"/>
                    </a:lnTo>
                    <a:lnTo>
                      <a:pt x="49" y="2"/>
                    </a:lnTo>
                    <a:lnTo>
                      <a:pt x="57" y="3"/>
                    </a:lnTo>
                    <a:lnTo>
                      <a:pt x="80" y="11"/>
                    </a:lnTo>
                    <a:lnTo>
                      <a:pt x="89" y="13"/>
                    </a:lnTo>
                    <a:lnTo>
                      <a:pt x="87" y="17"/>
                    </a:lnTo>
                    <a:lnTo>
                      <a:pt x="85" y="19"/>
                    </a:lnTo>
                    <a:lnTo>
                      <a:pt x="81" y="27"/>
                    </a:lnTo>
                    <a:lnTo>
                      <a:pt x="69" y="27"/>
                    </a:lnTo>
                    <a:lnTo>
                      <a:pt x="66" y="28"/>
                    </a:lnTo>
                    <a:lnTo>
                      <a:pt x="64" y="31"/>
                    </a:lnTo>
                    <a:lnTo>
                      <a:pt x="59" y="31"/>
                    </a:lnTo>
                    <a:lnTo>
                      <a:pt x="57" y="28"/>
                    </a:lnTo>
                    <a:lnTo>
                      <a:pt x="55" y="27"/>
                    </a:lnTo>
                    <a:lnTo>
                      <a:pt x="51" y="27"/>
                    </a:lnTo>
                    <a:lnTo>
                      <a:pt x="50" y="28"/>
                    </a:lnTo>
                    <a:lnTo>
                      <a:pt x="47" y="29"/>
                    </a:lnTo>
                    <a:lnTo>
                      <a:pt x="42" y="29"/>
                    </a:lnTo>
                    <a:lnTo>
                      <a:pt x="38" y="33"/>
                    </a:lnTo>
                    <a:lnTo>
                      <a:pt x="33" y="33"/>
                    </a:lnTo>
                    <a:lnTo>
                      <a:pt x="28" y="28"/>
                    </a:lnTo>
                    <a:lnTo>
                      <a:pt x="25" y="32"/>
                    </a:lnTo>
                    <a:lnTo>
                      <a:pt x="20" y="34"/>
                    </a:lnTo>
                    <a:lnTo>
                      <a:pt x="10" y="32"/>
                    </a:lnTo>
                    <a:lnTo>
                      <a:pt x="2" y="26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2" y="8"/>
                    </a:lnTo>
                    <a:lnTo>
                      <a:pt x="6" y="4"/>
                    </a:lnTo>
                    <a:lnTo>
                      <a:pt x="10" y="3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4" name="Freeform 1349">
                <a:extLst>
                  <a:ext uri="{FF2B5EF4-FFF2-40B4-BE49-F238E27FC236}">
                    <a16:creationId xmlns:a16="http://schemas.microsoft.com/office/drawing/2014/main" id="{B5124F23-F405-4A0A-9621-04B751D446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2189" y="4132353"/>
                <a:ext cx="26945" cy="1036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3" y="0"/>
                  </a:cxn>
                  <a:cxn ang="0">
                    <a:pos x="8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7" y="0"/>
                  </a:cxn>
                </a:cxnLst>
                <a:rect l="0" t="0" r="r" b="b"/>
                <a:pathLst>
                  <a:path w="13" h="5">
                    <a:moveTo>
                      <a:pt x="7" y="0"/>
                    </a:moveTo>
                    <a:lnTo>
                      <a:pt x="13" y="0"/>
                    </a:lnTo>
                    <a:lnTo>
                      <a:pt x="8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5" name="Freeform 1351">
                <a:extLst>
                  <a:ext uri="{FF2B5EF4-FFF2-40B4-BE49-F238E27FC236}">
                    <a16:creationId xmlns:a16="http://schemas.microsoft.com/office/drawing/2014/main" id="{5EE5038C-981A-4CE8-B119-52326450A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31304" y="2194533"/>
                <a:ext cx="80829" cy="3523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6" y="2"/>
                  </a:cxn>
                  <a:cxn ang="0">
                    <a:pos x="30" y="3"/>
                  </a:cxn>
                  <a:cxn ang="0">
                    <a:pos x="35" y="7"/>
                  </a:cxn>
                  <a:cxn ang="0">
                    <a:pos x="37" y="12"/>
                  </a:cxn>
                  <a:cxn ang="0">
                    <a:pos x="39" y="17"/>
                  </a:cxn>
                  <a:cxn ang="0">
                    <a:pos x="26" y="17"/>
                  </a:cxn>
                  <a:cxn ang="0">
                    <a:pos x="19" y="13"/>
                  </a:cxn>
                  <a:cxn ang="0">
                    <a:pos x="10" y="12"/>
                  </a:cxn>
                  <a:cxn ang="0">
                    <a:pos x="2" y="10"/>
                  </a:cxn>
                  <a:cxn ang="0">
                    <a:pos x="0" y="12"/>
                  </a:cxn>
                  <a:cxn ang="0">
                    <a:pos x="5" y="5"/>
                  </a:cxn>
                  <a:cxn ang="0">
                    <a:pos x="11" y="2"/>
                  </a:cxn>
                  <a:cxn ang="0">
                    <a:pos x="20" y="0"/>
                  </a:cxn>
                </a:cxnLst>
                <a:rect l="0" t="0" r="r" b="b"/>
                <a:pathLst>
                  <a:path w="39" h="17">
                    <a:moveTo>
                      <a:pt x="20" y="0"/>
                    </a:moveTo>
                    <a:lnTo>
                      <a:pt x="26" y="2"/>
                    </a:lnTo>
                    <a:lnTo>
                      <a:pt x="30" y="3"/>
                    </a:lnTo>
                    <a:lnTo>
                      <a:pt x="35" y="7"/>
                    </a:lnTo>
                    <a:lnTo>
                      <a:pt x="37" y="12"/>
                    </a:lnTo>
                    <a:lnTo>
                      <a:pt x="39" y="17"/>
                    </a:lnTo>
                    <a:lnTo>
                      <a:pt x="26" y="17"/>
                    </a:lnTo>
                    <a:lnTo>
                      <a:pt x="19" y="13"/>
                    </a:lnTo>
                    <a:lnTo>
                      <a:pt x="10" y="12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5" y="5"/>
                    </a:lnTo>
                    <a:lnTo>
                      <a:pt x="11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6" name="Freeform 1352">
                <a:extLst>
                  <a:ext uri="{FF2B5EF4-FFF2-40B4-BE49-F238E27FC236}">
                    <a16:creationId xmlns:a16="http://schemas.microsoft.com/office/drawing/2014/main" id="{2CEF13B6-5E95-46F4-8E3C-9C0E45C51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0526" y="2117850"/>
                <a:ext cx="109845" cy="3523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"/>
                  </a:cxn>
                  <a:cxn ang="0">
                    <a:pos x="14" y="2"/>
                  </a:cxn>
                  <a:cxn ang="0">
                    <a:pos x="26" y="5"/>
                  </a:cxn>
                  <a:cxn ang="0">
                    <a:pos x="37" y="6"/>
                  </a:cxn>
                  <a:cxn ang="0">
                    <a:pos x="46" y="7"/>
                  </a:cxn>
                  <a:cxn ang="0">
                    <a:pos x="51" y="7"/>
                  </a:cxn>
                  <a:cxn ang="0">
                    <a:pos x="53" y="10"/>
                  </a:cxn>
                  <a:cxn ang="0">
                    <a:pos x="53" y="11"/>
                  </a:cxn>
                  <a:cxn ang="0">
                    <a:pos x="52" y="13"/>
                  </a:cxn>
                  <a:cxn ang="0">
                    <a:pos x="51" y="15"/>
                  </a:cxn>
                  <a:cxn ang="0">
                    <a:pos x="48" y="16"/>
                  </a:cxn>
                  <a:cxn ang="0">
                    <a:pos x="44" y="16"/>
                  </a:cxn>
                  <a:cxn ang="0">
                    <a:pos x="41" y="17"/>
                  </a:cxn>
                  <a:cxn ang="0">
                    <a:pos x="34" y="17"/>
                  </a:cxn>
                  <a:cxn ang="0">
                    <a:pos x="26" y="16"/>
                  </a:cxn>
                  <a:cxn ang="0">
                    <a:pos x="17" y="13"/>
                  </a:cxn>
                  <a:cxn ang="0">
                    <a:pos x="8" y="8"/>
                  </a:cxn>
                  <a:cxn ang="0">
                    <a:pos x="6" y="2"/>
                  </a:cxn>
                  <a:cxn ang="0">
                    <a:pos x="0" y="0"/>
                  </a:cxn>
                </a:cxnLst>
                <a:rect l="0" t="0" r="r" b="b"/>
                <a:pathLst>
                  <a:path w="53" h="17">
                    <a:moveTo>
                      <a:pt x="0" y="0"/>
                    </a:moveTo>
                    <a:lnTo>
                      <a:pt x="6" y="1"/>
                    </a:lnTo>
                    <a:lnTo>
                      <a:pt x="14" y="2"/>
                    </a:lnTo>
                    <a:lnTo>
                      <a:pt x="26" y="5"/>
                    </a:lnTo>
                    <a:lnTo>
                      <a:pt x="37" y="6"/>
                    </a:lnTo>
                    <a:lnTo>
                      <a:pt x="46" y="7"/>
                    </a:lnTo>
                    <a:lnTo>
                      <a:pt x="51" y="7"/>
                    </a:lnTo>
                    <a:lnTo>
                      <a:pt x="53" y="10"/>
                    </a:lnTo>
                    <a:lnTo>
                      <a:pt x="53" y="11"/>
                    </a:lnTo>
                    <a:lnTo>
                      <a:pt x="52" y="13"/>
                    </a:lnTo>
                    <a:lnTo>
                      <a:pt x="51" y="15"/>
                    </a:lnTo>
                    <a:lnTo>
                      <a:pt x="48" y="16"/>
                    </a:lnTo>
                    <a:lnTo>
                      <a:pt x="44" y="16"/>
                    </a:lnTo>
                    <a:lnTo>
                      <a:pt x="41" y="17"/>
                    </a:lnTo>
                    <a:lnTo>
                      <a:pt x="34" y="17"/>
                    </a:lnTo>
                    <a:lnTo>
                      <a:pt x="26" y="16"/>
                    </a:lnTo>
                    <a:lnTo>
                      <a:pt x="17" y="13"/>
                    </a:lnTo>
                    <a:lnTo>
                      <a:pt x="8" y="8"/>
                    </a:lnTo>
                    <a:lnTo>
                      <a:pt x="6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7" name="Freeform 1353">
                <a:extLst>
                  <a:ext uri="{FF2B5EF4-FFF2-40B4-BE49-F238E27FC236}">
                    <a16:creationId xmlns:a16="http://schemas.microsoft.com/office/drawing/2014/main" id="{019E4F1F-B293-47C5-ACCE-C64CE4462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7159" y="2173808"/>
                <a:ext cx="24870" cy="2072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2" y="3"/>
                  </a:cxn>
                  <a:cxn ang="0">
                    <a:pos x="12" y="7"/>
                  </a:cxn>
                  <a:cxn ang="0">
                    <a:pos x="10" y="9"/>
                  </a:cxn>
                  <a:cxn ang="0">
                    <a:pos x="8" y="10"/>
                  </a:cxn>
                  <a:cxn ang="0">
                    <a:pos x="3" y="10"/>
                  </a:cxn>
                  <a:cxn ang="0">
                    <a:pos x="2" y="9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5" y="0"/>
                  </a:cxn>
                </a:cxnLst>
                <a:rect l="0" t="0" r="r" b="b"/>
                <a:pathLst>
                  <a:path w="12" h="10">
                    <a:moveTo>
                      <a:pt x="5" y="0"/>
                    </a:moveTo>
                    <a:lnTo>
                      <a:pt x="7" y="0"/>
                    </a:lnTo>
                    <a:lnTo>
                      <a:pt x="12" y="3"/>
                    </a:lnTo>
                    <a:lnTo>
                      <a:pt x="12" y="7"/>
                    </a:lnTo>
                    <a:lnTo>
                      <a:pt x="10" y="9"/>
                    </a:lnTo>
                    <a:lnTo>
                      <a:pt x="8" y="10"/>
                    </a:lnTo>
                    <a:lnTo>
                      <a:pt x="3" y="10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8" name="Freeform 1358">
                <a:extLst>
                  <a:ext uri="{FF2B5EF4-FFF2-40B4-BE49-F238E27FC236}">
                    <a16:creationId xmlns:a16="http://schemas.microsoft.com/office/drawing/2014/main" id="{6AA5C29C-59A4-45E4-BC4C-3DCAED3FB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9342" y="2018369"/>
                <a:ext cx="3937813" cy="2379269"/>
              </a:xfrm>
              <a:custGeom>
                <a:avLst/>
                <a:gdLst/>
                <a:ahLst/>
                <a:cxnLst>
                  <a:cxn ang="0">
                    <a:pos x="944" y="103"/>
                  </a:cxn>
                  <a:cxn ang="0">
                    <a:pos x="1190" y="99"/>
                  </a:cxn>
                  <a:cxn ang="0">
                    <a:pos x="1318" y="137"/>
                  </a:cxn>
                  <a:cxn ang="0">
                    <a:pos x="1552" y="177"/>
                  </a:cxn>
                  <a:cxn ang="0">
                    <a:pos x="1861" y="229"/>
                  </a:cxn>
                  <a:cxn ang="0">
                    <a:pos x="1781" y="271"/>
                  </a:cxn>
                  <a:cxn ang="0">
                    <a:pos x="1645" y="362"/>
                  </a:cxn>
                  <a:cxn ang="0">
                    <a:pos x="1551" y="464"/>
                  </a:cxn>
                  <a:cxn ang="0">
                    <a:pos x="1576" y="352"/>
                  </a:cxn>
                  <a:cxn ang="0">
                    <a:pos x="1537" y="334"/>
                  </a:cxn>
                  <a:cxn ang="0">
                    <a:pos x="1286" y="430"/>
                  </a:cxn>
                  <a:cxn ang="0">
                    <a:pos x="1320" y="551"/>
                  </a:cxn>
                  <a:cxn ang="0">
                    <a:pos x="1178" y="673"/>
                  </a:cxn>
                  <a:cxn ang="0">
                    <a:pos x="1171" y="743"/>
                  </a:cxn>
                  <a:cxn ang="0">
                    <a:pos x="1163" y="703"/>
                  </a:cxn>
                  <a:cxn ang="0">
                    <a:pos x="1103" y="681"/>
                  </a:cxn>
                  <a:cxn ang="0">
                    <a:pos x="1063" y="693"/>
                  </a:cxn>
                  <a:cxn ang="0">
                    <a:pos x="1117" y="708"/>
                  </a:cxn>
                  <a:cxn ang="0">
                    <a:pos x="1094" y="758"/>
                  </a:cxn>
                  <a:cxn ang="0">
                    <a:pos x="1063" y="876"/>
                  </a:cxn>
                  <a:cxn ang="0">
                    <a:pos x="976" y="913"/>
                  </a:cxn>
                  <a:cxn ang="0">
                    <a:pos x="949" y="972"/>
                  </a:cxn>
                  <a:cxn ang="0">
                    <a:pos x="916" y="1064"/>
                  </a:cxn>
                  <a:cxn ang="0">
                    <a:pos x="881" y="1020"/>
                  </a:cxn>
                  <a:cxn ang="0">
                    <a:pos x="851" y="1054"/>
                  </a:cxn>
                  <a:cxn ang="0">
                    <a:pos x="905" y="1138"/>
                  </a:cxn>
                  <a:cxn ang="0">
                    <a:pos x="840" y="1064"/>
                  </a:cxn>
                  <a:cxn ang="0">
                    <a:pos x="827" y="970"/>
                  </a:cxn>
                  <a:cxn ang="0">
                    <a:pos x="791" y="953"/>
                  </a:cxn>
                  <a:cxn ang="0">
                    <a:pos x="714" y="905"/>
                  </a:cxn>
                  <a:cxn ang="0">
                    <a:pos x="626" y="981"/>
                  </a:cxn>
                  <a:cxn ang="0">
                    <a:pos x="599" y="1068"/>
                  </a:cxn>
                  <a:cxn ang="0">
                    <a:pos x="549" y="975"/>
                  </a:cxn>
                  <a:cxn ang="0">
                    <a:pos x="527" y="915"/>
                  </a:cxn>
                  <a:cxn ang="0">
                    <a:pos x="471" y="865"/>
                  </a:cxn>
                  <a:cxn ang="0">
                    <a:pos x="362" y="856"/>
                  </a:cxn>
                  <a:cxn ang="0">
                    <a:pos x="273" y="802"/>
                  </a:cxn>
                  <a:cxn ang="0">
                    <a:pos x="293" y="863"/>
                  </a:cxn>
                  <a:cxn ang="0">
                    <a:pos x="382" y="893"/>
                  </a:cxn>
                  <a:cxn ang="0">
                    <a:pos x="359" y="942"/>
                  </a:cxn>
                  <a:cxn ang="0">
                    <a:pos x="251" y="1006"/>
                  </a:cxn>
                  <a:cxn ang="0">
                    <a:pos x="189" y="963"/>
                  </a:cxn>
                  <a:cxn ang="0">
                    <a:pos x="127" y="865"/>
                  </a:cxn>
                  <a:cxn ang="0">
                    <a:pos x="111" y="751"/>
                  </a:cxn>
                  <a:cxn ang="0">
                    <a:pos x="74" y="724"/>
                  </a:cxn>
                  <a:cxn ang="0">
                    <a:pos x="13" y="704"/>
                  </a:cxn>
                  <a:cxn ang="0">
                    <a:pos x="35" y="658"/>
                  </a:cxn>
                  <a:cxn ang="0">
                    <a:pos x="181" y="649"/>
                  </a:cxn>
                  <a:cxn ang="0">
                    <a:pos x="251" y="675"/>
                  </a:cxn>
                  <a:cxn ang="0">
                    <a:pos x="315" y="715"/>
                  </a:cxn>
                  <a:cxn ang="0">
                    <a:pos x="322" y="646"/>
                  </a:cxn>
                  <a:cxn ang="0">
                    <a:pos x="329" y="595"/>
                  </a:cxn>
                  <a:cxn ang="0">
                    <a:pos x="353" y="583"/>
                  </a:cxn>
                  <a:cxn ang="0">
                    <a:pos x="392" y="588"/>
                  </a:cxn>
                  <a:cxn ang="0">
                    <a:pos x="367" y="548"/>
                  </a:cxn>
                  <a:cxn ang="0">
                    <a:pos x="362" y="493"/>
                  </a:cxn>
                  <a:cxn ang="0">
                    <a:pos x="370" y="386"/>
                  </a:cxn>
                  <a:cxn ang="0">
                    <a:pos x="391" y="297"/>
                  </a:cxn>
                  <a:cxn ang="0">
                    <a:pos x="429" y="195"/>
                  </a:cxn>
                  <a:cxn ang="0">
                    <a:pos x="473" y="143"/>
                  </a:cxn>
                  <a:cxn ang="0">
                    <a:pos x="559" y="206"/>
                  </a:cxn>
                  <a:cxn ang="0">
                    <a:pos x="593" y="124"/>
                  </a:cxn>
                  <a:cxn ang="0">
                    <a:pos x="746" y="46"/>
                  </a:cxn>
                </a:cxnLst>
                <a:rect l="0" t="0" r="r" b="b"/>
                <a:pathLst>
                  <a:path w="1900" h="1148">
                    <a:moveTo>
                      <a:pt x="906" y="0"/>
                    </a:moveTo>
                    <a:lnTo>
                      <a:pt x="917" y="1"/>
                    </a:lnTo>
                    <a:lnTo>
                      <a:pt x="926" y="6"/>
                    </a:lnTo>
                    <a:lnTo>
                      <a:pt x="933" y="14"/>
                    </a:lnTo>
                    <a:lnTo>
                      <a:pt x="936" y="22"/>
                    </a:lnTo>
                    <a:lnTo>
                      <a:pt x="979" y="22"/>
                    </a:lnTo>
                    <a:lnTo>
                      <a:pt x="1000" y="29"/>
                    </a:lnTo>
                    <a:lnTo>
                      <a:pt x="1013" y="35"/>
                    </a:lnTo>
                    <a:lnTo>
                      <a:pt x="1018" y="41"/>
                    </a:lnTo>
                    <a:lnTo>
                      <a:pt x="1018" y="49"/>
                    </a:lnTo>
                    <a:lnTo>
                      <a:pt x="1013" y="55"/>
                    </a:lnTo>
                    <a:lnTo>
                      <a:pt x="1005" y="61"/>
                    </a:lnTo>
                    <a:lnTo>
                      <a:pt x="994" y="68"/>
                    </a:lnTo>
                    <a:lnTo>
                      <a:pt x="981" y="74"/>
                    </a:lnTo>
                    <a:lnTo>
                      <a:pt x="959" y="87"/>
                    </a:lnTo>
                    <a:lnTo>
                      <a:pt x="950" y="90"/>
                    </a:lnTo>
                    <a:lnTo>
                      <a:pt x="945" y="95"/>
                    </a:lnTo>
                    <a:lnTo>
                      <a:pt x="945" y="97"/>
                    </a:lnTo>
                    <a:lnTo>
                      <a:pt x="944" y="98"/>
                    </a:lnTo>
                    <a:lnTo>
                      <a:pt x="944" y="103"/>
                    </a:lnTo>
                    <a:lnTo>
                      <a:pt x="945" y="104"/>
                    </a:lnTo>
                    <a:lnTo>
                      <a:pt x="949" y="104"/>
                    </a:lnTo>
                    <a:lnTo>
                      <a:pt x="961" y="98"/>
                    </a:lnTo>
                    <a:lnTo>
                      <a:pt x="973" y="90"/>
                    </a:lnTo>
                    <a:lnTo>
                      <a:pt x="986" y="79"/>
                    </a:lnTo>
                    <a:lnTo>
                      <a:pt x="994" y="85"/>
                    </a:lnTo>
                    <a:lnTo>
                      <a:pt x="1007" y="90"/>
                    </a:lnTo>
                    <a:lnTo>
                      <a:pt x="1039" y="98"/>
                    </a:lnTo>
                    <a:lnTo>
                      <a:pt x="1057" y="102"/>
                    </a:lnTo>
                    <a:lnTo>
                      <a:pt x="1071" y="104"/>
                    </a:lnTo>
                    <a:lnTo>
                      <a:pt x="1079" y="105"/>
                    </a:lnTo>
                    <a:lnTo>
                      <a:pt x="1123" y="105"/>
                    </a:lnTo>
                    <a:lnTo>
                      <a:pt x="1123" y="99"/>
                    </a:lnTo>
                    <a:lnTo>
                      <a:pt x="1128" y="92"/>
                    </a:lnTo>
                    <a:lnTo>
                      <a:pt x="1131" y="90"/>
                    </a:lnTo>
                    <a:lnTo>
                      <a:pt x="1135" y="89"/>
                    </a:lnTo>
                    <a:lnTo>
                      <a:pt x="1140" y="89"/>
                    </a:lnTo>
                    <a:lnTo>
                      <a:pt x="1163" y="92"/>
                    </a:lnTo>
                    <a:lnTo>
                      <a:pt x="1180" y="95"/>
                    </a:lnTo>
                    <a:lnTo>
                      <a:pt x="1190" y="99"/>
                    </a:lnTo>
                    <a:lnTo>
                      <a:pt x="1196" y="104"/>
                    </a:lnTo>
                    <a:lnTo>
                      <a:pt x="1197" y="108"/>
                    </a:lnTo>
                    <a:lnTo>
                      <a:pt x="1195" y="115"/>
                    </a:lnTo>
                    <a:lnTo>
                      <a:pt x="1191" y="119"/>
                    </a:lnTo>
                    <a:lnTo>
                      <a:pt x="1192" y="127"/>
                    </a:lnTo>
                    <a:lnTo>
                      <a:pt x="1195" y="136"/>
                    </a:lnTo>
                    <a:lnTo>
                      <a:pt x="1200" y="143"/>
                    </a:lnTo>
                    <a:lnTo>
                      <a:pt x="1206" y="149"/>
                    </a:lnTo>
                    <a:lnTo>
                      <a:pt x="1215" y="152"/>
                    </a:lnTo>
                    <a:lnTo>
                      <a:pt x="1220" y="149"/>
                    </a:lnTo>
                    <a:lnTo>
                      <a:pt x="1221" y="147"/>
                    </a:lnTo>
                    <a:lnTo>
                      <a:pt x="1222" y="143"/>
                    </a:lnTo>
                    <a:lnTo>
                      <a:pt x="1224" y="141"/>
                    </a:lnTo>
                    <a:lnTo>
                      <a:pt x="1225" y="137"/>
                    </a:lnTo>
                    <a:lnTo>
                      <a:pt x="1225" y="134"/>
                    </a:lnTo>
                    <a:lnTo>
                      <a:pt x="1234" y="136"/>
                    </a:lnTo>
                    <a:lnTo>
                      <a:pt x="1244" y="143"/>
                    </a:lnTo>
                    <a:lnTo>
                      <a:pt x="1251" y="144"/>
                    </a:lnTo>
                    <a:lnTo>
                      <a:pt x="1316" y="144"/>
                    </a:lnTo>
                    <a:lnTo>
                      <a:pt x="1318" y="137"/>
                    </a:lnTo>
                    <a:lnTo>
                      <a:pt x="1320" y="128"/>
                    </a:lnTo>
                    <a:lnTo>
                      <a:pt x="1325" y="122"/>
                    </a:lnTo>
                    <a:lnTo>
                      <a:pt x="1331" y="117"/>
                    </a:lnTo>
                    <a:lnTo>
                      <a:pt x="1342" y="113"/>
                    </a:lnTo>
                    <a:lnTo>
                      <a:pt x="1355" y="112"/>
                    </a:lnTo>
                    <a:lnTo>
                      <a:pt x="1385" y="114"/>
                    </a:lnTo>
                    <a:lnTo>
                      <a:pt x="1413" y="118"/>
                    </a:lnTo>
                    <a:lnTo>
                      <a:pt x="1438" y="126"/>
                    </a:lnTo>
                    <a:lnTo>
                      <a:pt x="1446" y="129"/>
                    </a:lnTo>
                    <a:lnTo>
                      <a:pt x="1451" y="134"/>
                    </a:lnTo>
                    <a:lnTo>
                      <a:pt x="1454" y="141"/>
                    </a:lnTo>
                    <a:lnTo>
                      <a:pt x="1459" y="146"/>
                    </a:lnTo>
                    <a:lnTo>
                      <a:pt x="1466" y="149"/>
                    </a:lnTo>
                    <a:lnTo>
                      <a:pt x="1476" y="151"/>
                    </a:lnTo>
                    <a:lnTo>
                      <a:pt x="1496" y="148"/>
                    </a:lnTo>
                    <a:lnTo>
                      <a:pt x="1506" y="148"/>
                    </a:lnTo>
                    <a:lnTo>
                      <a:pt x="1525" y="149"/>
                    </a:lnTo>
                    <a:lnTo>
                      <a:pt x="1537" y="154"/>
                    </a:lnTo>
                    <a:lnTo>
                      <a:pt x="1547" y="163"/>
                    </a:lnTo>
                    <a:lnTo>
                      <a:pt x="1552" y="177"/>
                    </a:lnTo>
                    <a:lnTo>
                      <a:pt x="1646" y="178"/>
                    </a:lnTo>
                    <a:lnTo>
                      <a:pt x="1650" y="180"/>
                    </a:lnTo>
                    <a:lnTo>
                      <a:pt x="1654" y="183"/>
                    </a:lnTo>
                    <a:lnTo>
                      <a:pt x="1659" y="187"/>
                    </a:lnTo>
                    <a:lnTo>
                      <a:pt x="1665" y="192"/>
                    </a:lnTo>
                    <a:lnTo>
                      <a:pt x="1669" y="195"/>
                    </a:lnTo>
                    <a:lnTo>
                      <a:pt x="1673" y="196"/>
                    </a:lnTo>
                    <a:lnTo>
                      <a:pt x="1675" y="195"/>
                    </a:lnTo>
                    <a:lnTo>
                      <a:pt x="1675" y="188"/>
                    </a:lnTo>
                    <a:lnTo>
                      <a:pt x="1673" y="178"/>
                    </a:lnTo>
                    <a:lnTo>
                      <a:pt x="1673" y="175"/>
                    </a:lnTo>
                    <a:lnTo>
                      <a:pt x="1678" y="172"/>
                    </a:lnTo>
                    <a:lnTo>
                      <a:pt x="1684" y="171"/>
                    </a:lnTo>
                    <a:lnTo>
                      <a:pt x="1693" y="171"/>
                    </a:lnTo>
                    <a:lnTo>
                      <a:pt x="1728" y="175"/>
                    </a:lnTo>
                    <a:lnTo>
                      <a:pt x="1759" y="183"/>
                    </a:lnTo>
                    <a:lnTo>
                      <a:pt x="1789" y="196"/>
                    </a:lnTo>
                    <a:lnTo>
                      <a:pt x="1815" y="210"/>
                    </a:lnTo>
                    <a:lnTo>
                      <a:pt x="1828" y="216"/>
                    </a:lnTo>
                    <a:lnTo>
                      <a:pt x="1861" y="229"/>
                    </a:lnTo>
                    <a:lnTo>
                      <a:pt x="1877" y="236"/>
                    </a:lnTo>
                    <a:lnTo>
                      <a:pt x="1890" y="245"/>
                    </a:lnTo>
                    <a:lnTo>
                      <a:pt x="1900" y="254"/>
                    </a:lnTo>
                    <a:lnTo>
                      <a:pt x="1882" y="259"/>
                    </a:lnTo>
                    <a:lnTo>
                      <a:pt x="1876" y="264"/>
                    </a:lnTo>
                    <a:lnTo>
                      <a:pt x="1872" y="270"/>
                    </a:lnTo>
                    <a:lnTo>
                      <a:pt x="1867" y="283"/>
                    </a:lnTo>
                    <a:lnTo>
                      <a:pt x="1862" y="285"/>
                    </a:lnTo>
                    <a:lnTo>
                      <a:pt x="1851" y="281"/>
                    </a:lnTo>
                    <a:lnTo>
                      <a:pt x="1838" y="273"/>
                    </a:lnTo>
                    <a:lnTo>
                      <a:pt x="1826" y="263"/>
                    </a:lnTo>
                    <a:lnTo>
                      <a:pt x="1812" y="254"/>
                    </a:lnTo>
                    <a:lnTo>
                      <a:pt x="1797" y="250"/>
                    </a:lnTo>
                    <a:lnTo>
                      <a:pt x="1794" y="250"/>
                    </a:lnTo>
                    <a:lnTo>
                      <a:pt x="1792" y="251"/>
                    </a:lnTo>
                    <a:lnTo>
                      <a:pt x="1792" y="254"/>
                    </a:lnTo>
                    <a:lnTo>
                      <a:pt x="1791" y="255"/>
                    </a:lnTo>
                    <a:lnTo>
                      <a:pt x="1791" y="264"/>
                    </a:lnTo>
                    <a:lnTo>
                      <a:pt x="1787" y="268"/>
                    </a:lnTo>
                    <a:lnTo>
                      <a:pt x="1781" y="271"/>
                    </a:lnTo>
                    <a:lnTo>
                      <a:pt x="1768" y="276"/>
                    </a:lnTo>
                    <a:lnTo>
                      <a:pt x="1763" y="281"/>
                    </a:lnTo>
                    <a:lnTo>
                      <a:pt x="1762" y="289"/>
                    </a:lnTo>
                    <a:lnTo>
                      <a:pt x="1763" y="292"/>
                    </a:lnTo>
                    <a:lnTo>
                      <a:pt x="1767" y="295"/>
                    </a:lnTo>
                    <a:lnTo>
                      <a:pt x="1772" y="299"/>
                    </a:lnTo>
                    <a:lnTo>
                      <a:pt x="1777" y="304"/>
                    </a:lnTo>
                    <a:lnTo>
                      <a:pt x="1779" y="308"/>
                    </a:lnTo>
                    <a:lnTo>
                      <a:pt x="1779" y="312"/>
                    </a:lnTo>
                    <a:lnTo>
                      <a:pt x="1776" y="315"/>
                    </a:lnTo>
                    <a:lnTo>
                      <a:pt x="1766" y="318"/>
                    </a:lnTo>
                    <a:lnTo>
                      <a:pt x="1749" y="319"/>
                    </a:lnTo>
                    <a:lnTo>
                      <a:pt x="1734" y="323"/>
                    </a:lnTo>
                    <a:lnTo>
                      <a:pt x="1719" y="332"/>
                    </a:lnTo>
                    <a:lnTo>
                      <a:pt x="1705" y="343"/>
                    </a:lnTo>
                    <a:lnTo>
                      <a:pt x="1690" y="354"/>
                    </a:lnTo>
                    <a:lnTo>
                      <a:pt x="1674" y="362"/>
                    </a:lnTo>
                    <a:lnTo>
                      <a:pt x="1656" y="366"/>
                    </a:lnTo>
                    <a:lnTo>
                      <a:pt x="1651" y="365"/>
                    </a:lnTo>
                    <a:lnTo>
                      <a:pt x="1645" y="362"/>
                    </a:lnTo>
                    <a:lnTo>
                      <a:pt x="1639" y="358"/>
                    </a:lnTo>
                    <a:lnTo>
                      <a:pt x="1630" y="356"/>
                    </a:lnTo>
                    <a:lnTo>
                      <a:pt x="1621" y="356"/>
                    </a:lnTo>
                    <a:lnTo>
                      <a:pt x="1613" y="358"/>
                    </a:lnTo>
                    <a:lnTo>
                      <a:pt x="1602" y="366"/>
                    </a:lnTo>
                    <a:lnTo>
                      <a:pt x="1592" y="378"/>
                    </a:lnTo>
                    <a:lnTo>
                      <a:pt x="1581" y="398"/>
                    </a:lnTo>
                    <a:lnTo>
                      <a:pt x="1580" y="402"/>
                    </a:lnTo>
                    <a:lnTo>
                      <a:pt x="1580" y="412"/>
                    </a:lnTo>
                    <a:lnTo>
                      <a:pt x="1581" y="415"/>
                    </a:lnTo>
                    <a:lnTo>
                      <a:pt x="1581" y="417"/>
                    </a:lnTo>
                    <a:lnTo>
                      <a:pt x="1579" y="422"/>
                    </a:lnTo>
                    <a:lnTo>
                      <a:pt x="1575" y="427"/>
                    </a:lnTo>
                    <a:lnTo>
                      <a:pt x="1570" y="434"/>
                    </a:lnTo>
                    <a:lnTo>
                      <a:pt x="1567" y="441"/>
                    </a:lnTo>
                    <a:lnTo>
                      <a:pt x="1565" y="446"/>
                    </a:lnTo>
                    <a:lnTo>
                      <a:pt x="1561" y="450"/>
                    </a:lnTo>
                    <a:lnTo>
                      <a:pt x="1556" y="454"/>
                    </a:lnTo>
                    <a:lnTo>
                      <a:pt x="1552" y="458"/>
                    </a:lnTo>
                    <a:lnTo>
                      <a:pt x="1551" y="464"/>
                    </a:lnTo>
                    <a:lnTo>
                      <a:pt x="1542" y="468"/>
                    </a:lnTo>
                    <a:lnTo>
                      <a:pt x="1535" y="475"/>
                    </a:lnTo>
                    <a:lnTo>
                      <a:pt x="1530" y="485"/>
                    </a:lnTo>
                    <a:lnTo>
                      <a:pt x="1520" y="503"/>
                    </a:lnTo>
                    <a:lnTo>
                      <a:pt x="1515" y="495"/>
                    </a:lnTo>
                    <a:lnTo>
                      <a:pt x="1511" y="484"/>
                    </a:lnTo>
                    <a:lnTo>
                      <a:pt x="1507" y="469"/>
                    </a:lnTo>
                    <a:lnTo>
                      <a:pt x="1505" y="454"/>
                    </a:lnTo>
                    <a:lnTo>
                      <a:pt x="1503" y="440"/>
                    </a:lnTo>
                    <a:lnTo>
                      <a:pt x="1503" y="430"/>
                    </a:lnTo>
                    <a:lnTo>
                      <a:pt x="1506" y="419"/>
                    </a:lnTo>
                    <a:lnTo>
                      <a:pt x="1512" y="409"/>
                    </a:lnTo>
                    <a:lnTo>
                      <a:pt x="1521" y="402"/>
                    </a:lnTo>
                    <a:lnTo>
                      <a:pt x="1528" y="397"/>
                    </a:lnTo>
                    <a:lnTo>
                      <a:pt x="1539" y="387"/>
                    </a:lnTo>
                    <a:lnTo>
                      <a:pt x="1549" y="375"/>
                    </a:lnTo>
                    <a:lnTo>
                      <a:pt x="1556" y="362"/>
                    </a:lnTo>
                    <a:lnTo>
                      <a:pt x="1562" y="357"/>
                    </a:lnTo>
                    <a:lnTo>
                      <a:pt x="1569" y="354"/>
                    </a:lnTo>
                    <a:lnTo>
                      <a:pt x="1576" y="352"/>
                    </a:lnTo>
                    <a:lnTo>
                      <a:pt x="1585" y="348"/>
                    </a:lnTo>
                    <a:lnTo>
                      <a:pt x="1596" y="341"/>
                    </a:lnTo>
                    <a:lnTo>
                      <a:pt x="1601" y="333"/>
                    </a:lnTo>
                    <a:lnTo>
                      <a:pt x="1602" y="328"/>
                    </a:lnTo>
                    <a:lnTo>
                      <a:pt x="1601" y="324"/>
                    </a:lnTo>
                    <a:lnTo>
                      <a:pt x="1594" y="319"/>
                    </a:lnTo>
                    <a:lnTo>
                      <a:pt x="1591" y="319"/>
                    </a:lnTo>
                    <a:lnTo>
                      <a:pt x="1580" y="333"/>
                    </a:lnTo>
                    <a:lnTo>
                      <a:pt x="1570" y="343"/>
                    </a:lnTo>
                    <a:lnTo>
                      <a:pt x="1564" y="348"/>
                    </a:lnTo>
                    <a:lnTo>
                      <a:pt x="1559" y="349"/>
                    </a:lnTo>
                    <a:lnTo>
                      <a:pt x="1555" y="349"/>
                    </a:lnTo>
                    <a:lnTo>
                      <a:pt x="1554" y="347"/>
                    </a:lnTo>
                    <a:lnTo>
                      <a:pt x="1552" y="343"/>
                    </a:lnTo>
                    <a:lnTo>
                      <a:pt x="1554" y="341"/>
                    </a:lnTo>
                    <a:lnTo>
                      <a:pt x="1555" y="337"/>
                    </a:lnTo>
                    <a:lnTo>
                      <a:pt x="1556" y="334"/>
                    </a:lnTo>
                    <a:lnTo>
                      <a:pt x="1547" y="333"/>
                    </a:lnTo>
                    <a:lnTo>
                      <a:pt x="1542" y="333"/>
                    </a:lnTo>
                    <a:lnTo>
                      <a:pt x="1537" y="334"/>
                    </a:lnTo>
                    <a:lnTo>
                      <a:pt x="1532" y="334"/>
                    </a:lnTo>
                    <a:lnTo>
                      <a:pt x="1517" y="336"/>
                    </a:lnTo>
                    <a:lnTo>
                      <a:pt x="1506" y="342"/>
                    </a:lnTo>
                    <a:lnTo>
                      <a:pt x="1497" y="351"/>
                    </a:lnTo>
                    <a:lnTo>
                      <a:pt x="1491" y="362"/>
                    </a:lnTo>
                    <a:lnTo>
                      <a:pt x="1486" y="377"/>
                    </a:lnTo>
                    <a:lnTo>
                      <a:pt x="1463" y="377"/>
                    </a:lnTo>
                    <a:lnTo>
                      <a:pt x="1456" y="376"/>
                    </a:lnTo>
                    <a:lnTo>
                      <a:pt x="1448" y="372"/>
                    </a:lnTo>
                    <a:lnTo>
                      <a:pt x="1439" y="370"/>
                    </a:lnTo>
                    <a:lnTo>
                      <a:pt x="1428" y="368"/>
                    </a:lnTo>
                    <a:lnTo>
                      <a:pt x="1417" y="368"/>
                    </a:lnTo>
                    <a:lnTo>
                      <a:pt x="1401" y="370"/>
                    </a:lnTo>
                    <a:lnTo>
                      <a:pt x="1382" y="372"/>
                    </a:lnTo>
                    <a:lnTo>
                      <a:pt x="1364" y="375"/>
                    </a:lnTo>
                    <a:lnTo>
                      <a:pt x="1352" y="377"/>
                    </a:lnTo>
                    <a:lnTo>
                      <a:pt x="1339" y="383"/>
                    </a:lnTo>
                    <a:lnTo>
                      <a:pt x="1326" y="392"/>
                    </a:lnTo>
                    <a:lnTo>
                      <a:pt x="1296" y="422"/>
                    </a:lnTo>
                    <a:lnTo>
                      <a:pt x="1286" y="430"/>
                    </a:lnTo>
                    <a:lnTo>
                      <a:pt x="1278" y="439"/>
                    </a:lnTo>
                    <a:lnTo>
                      <a:pt x="1274" y="448"/>
                    </a:lnTo>
                    <a:lnTo>
                      <a:pt x="1275" y="450"/>
                    </a:lnTo>
                    <a:lnTo>
                      <a:pt x="1278" y="456"/>
                    </a:lnTo>
                    <a:lnTo>
                      <a:pt x="1283" y="461"/>
                    </a:lnTo>
                    <a:lnTo>
                      <a:pt x="1290" y="465"/>
                    </a:lnTo>
                    <a:lnTo>
                      <a:pt x="1299" y="465"/>
                    </a:lnTo>
                    <a:lnTo>
                      <a:pt x="1310" y="460"/>
                    </a:lnTo>
                    <a:lnTo>
                      <a:pt x="1316" y="459"/>
                    </a:lnTo>
                    <a:lnTo>
                      <a:pt x="1323" y="464"/>
                    </a:lnTo>
                    <a:lnTo>
                      <a:pt x="1330" y="470"/>
                    </a:lnTo>
                    <a:lnTo>
                      <a:pt x="1334" y="479"/>
                    </a:lnTo>
                    <a:lnTo>
                      <a:pt x="1337" y="487"/>
                    </a:lnTo>
                    <a:lnTo>
                      <a:pt x="1334" y="499"/>
                    </a:lnTo>
                    <a:lnTo>
                      <a:pt x="1329" y="509"/>
                    </a:lnTo>
                    <a:lnTo>
                      <a:pt x="1326" y="517"/>
                    </a:lnTo>
                    <a:lnTo>
                      <a:pt x="1325" y="524"/>
                    </a:lnTo>
                    <a:lnTo>
                      <a:pt x="1326" y="532"/>
                    </a:lnTo>
                    <a:lnTo>
                      <a:pt x="1325" y="539"/>
                    </a:lnTo>
                    <a:lnTo>
                      <a:pt x="1320" y="551"/>
                    </a:lnTo>
                    <a:lnTo>
                      <a:pt x="1314" y="562"/>
                    </a:lnTo>
                    <a:lnTo>
                      <a:pt x="1306" y="570"/>
                    </a:lnTo>
                    <a:lnTo>
                      <a:pt x="1298" y="580"/>
                    </a:lnTo>
                    <a:lnTo>
                      <a:pt x="1289" y="593"/>
                    </a:lnTo>
                    <a:lnTo>
                      <a:pt x="1279" y="609"/>
                    </a:lnTo>
                    <a:lnTo>
                      <a:pt x="1268" y="621"/>
                    </a:lnTo>
                    <a:lnTo>
                      <a:pt x="1256" y="631"/>
                    </a:lnTo>
                    <a:lnTo>
                      <a:pt x="1245" y="635"/>
                    </a:lnTo>
                    <a:lnTo>
                      <a:pt x="1235" y="635"/>
                    </a:lnTo>
                    <a:lnTo>
                      <a:pt x="1226" y="632"/>
                    </a:lnTo>
                    <a:lnTo>
                      <a:pt x="1220" y="631"/>
                    </a:lnTo>
                    <a:lnTo>
                      <a:pt x="1217" y="631"/>
                    </a:lnTo>
                    <a:lnTo>
                      <a:pt x="1209" y="639"/>
                    </a:lnTo>
                    <a:lnTo>
                      <a:pt x="1204" y="646"/>
                    </a:lnTo>
                    <a:lnTo>
                      <a:pt x="1199" y="656"/>
                    </a:lnTo>
                    <a:lnTo>
                      <a:pt x="1193" y="661"/>
                    </a:lnTo>
                    <a:lnTo>
                      <a:pt x="1190" y="664"/>
                    </a:lnTo>
                    <a:lnTo>
                      <a:pt x="1185" y="669"/>
                    </a:lnTo>
                    <a:lnTo>
                      <a:pt x="1181" y="671"/>
                    </a:lnTo>
                    <a:lnTo>
                      <a:pt x="1178" y="673"/>
                    </a:lnTo>
                    <a:lnTo>
                      <a:pt x="1175" y="673"/>
                    </a:lnTo>
                    <a:lnTo>
                      <a:pt x="1175" y="676"/>
                    </a:lnTo>
                    <a:lnTo>
                      <a:pt x="1176" y="680"/>
                    </a:lnTo>
                    <a:lnTo>
                      <a:pt x="1177" y="683"/>
                    </a:lnTo>
                    <a:lnTo>
                      <a:pt x="1182" y="688"/>
                    </a:lnTo>
                    <a:lnTo>
                      <a:pt x="1190" y="697"/>
                    </a:lnTo>
                    <a:lnTo>
                      <a:pt x="1195" y="708"/>
                    </a:lnTo>
                    <a:lnTo>
                      <a:pt x="1197" y="722"/>
                    </a:lnTo>
                    <a:lnTo>
                      <a:pt x="1197" y="727"/>
                    </a:lnTo>
                    <a:lnTo>
                      <a:pt x="1196" y="731"/>
                    </a:lnTo>
                    <a:lnTo>
                      <a:pt x="1195" y="733"/>
                    </a:lnTo>
                    <a:lnTo>
                      <a:pt x="1192" y="736"/>
                    </a:lnTo>
                    <a:lnTo>
                      <a:pt x="1188" y="737"/>
                    </a:lnTo>
                    <a:lnTo>
                      <a:pt x="1187" y="737"/>
                    </a:lnTo>
                    <a:lnTo>
                      <a:pt x="1185" y="738"/>
                    </a:lnTo>
                    <a:lnTo>
                      <a:pt x="1181" y="738"/>
                    </a:lnTo>
                    <a:lnTo>
                      <a:pt x="1178" y="739"/>
                    </a:lnTo>
                    <a:lnTo>
                      <a:pt x="1176" y="742"/>
                    </a:lnTo>
                    <a:lnTo>
                      <a:pt x="1173" y="743"/>
                    </a:lnTo>
                    <a:lnTo>
                      <a:pt x="1171" y="743"/>
                    </a:lnTo>
                    <a:lnTo>
                      <a:pt x="1168" y="746"/>
                    </a:lnTo>
                    <a:lnTo>
                      <a:pt x="1162" y="746"/>
                    </a:lnTo>
                    <a:lnTo>
                      <a:pt x="1162" y="743"/>
                    </a:lnTo>
                    <a:lnTo>
                      <a:pt x="1165" y="741"/>
                    </a:lnTo>
                    <a:lnTo>
                      <a:pt x="1162" y="738"/>
                    </a:lnTo>
                    <a:lnTo>
                      <a:pt x="1162" y="734"/>
                    </a:lnTo>
                    <a:lnTo>
                      <a:pt x="1165" y="729"/>
                    </a:lnTo>
                    <a:lnTo>
                      <a:pt x="1166" y="728"/>
                    </a:lnTo>
                    <a:lnTo>
                      <a:pt x="1166" y="727"/>
                    </a:lnTo>
                    <a:lnTo>
                      <a:pt x="1165" y="724"/>
                    </a:lnTo>
                    <a:lnTo>
                      <a:pt x="1165" y="722"/>
                    </a:lnTo>
                    <a:lnTo>
                      <a:pt x="1163" y="719"/>
                    </a:lnTo>
                    <a:lnTo>
                      <a:pt x="1162" y="719"/>
                    </a:lnTo>
                    <a:lnTo>
                      <a:pt x="1160" y="717"/>
                    </a:lnTo>
                    <a:lnTo>
                      <a:pt x="1160" y="713"/>
                    </a:lnTo>
                    <a:lnTo>
                      <a:pt x="1162" y="713"/>
                    </a:lnTo>
                    <a:lnTo>
                      <a:pt x="1165" y="712"/>
                    </a:lnTo>
                    <a:lnTo>
                      <a:pt x="1166" y="709"/>
                    </a:lnTo>
                    <a:lnTo>
                      <a:pt x="1166" y="708"/>
                    </a:lnTo>
                    <a:lnTo>
                      <a:pt x="1163" y="703"/>
                    </a:lnTo>
                    <a:lnTo>
                      <a:pt x="1161" y="700"/>
                    </a:lnTo>
                    <a:lnTo>
                      <a:pt x="1157" y="699"/>
                    </a:lnTo>
                    <a:lnTo>
                      <a:pt x="1153" y="699"/>
                    </a:lnTo>
                    <a:lnTo>
                      <a:pt x="1151" y="702"/>
                    </a:lnTo>
                    <a:lnTo>
                      <a:pt x="1150" y="702"/>
                    </a:lnTo>
                    <a:lnTo>
                      <a:pt x="1147" y="699"/>
                    </a:lnTo>
                    <a:lnTo>
                      <a:pt x="1146" y="697"/>
                    </a:lnTo>
                    <a:lnTo>
                      <a:pt x="1146" y="692"/>
                    </a:lnTo>
                    <a:lnTo>
                      <a:pt x="1150" y="688"/>
                    </a:lnTo>
                    <a:lnTo>
                      <a:pt x="1150" y="676"/>
                    </a:lnTo>
                    <a:lnTo>
                      <a:pt x="1146" y="676"/>
                    </a:lnTo>
                    <a:lnTo>
                      <a:pt x="1143" y="675"/>
                    </a:lnTo>
                    <a:lnTo>
                      <a:pt x="1142" y="674"/>
                    </a:lnTo>
                    <a:lnTo>
                      <a:pt x="1140" y="673"/>
                    </a:lnTo>
                    <a:lnTo>
                      <a:pt x="1137" y="673"/>
                    </a:lnTo>
                    <a:lnTo>
                      <a:pt x="1127" y="675"/>
                    </a:lnTo>
                    <a:lnTo>
                      <a:pt x="1119" y="679"/>
                    </a:lnTo>
                    <a:lnTo>
                      <a:pt x="1111" y="683"/>
                    </a:lnTo>
                    <a:lnTo>
                      <a:pt x="1103" y="685"/>
                    </a:lnTo>
                    <a:lnTo>
                      <a:pt x="1103" y="681"/>
                    </a:lnTo>
                    <a:lnTo>
                      <a:pt x="1106" y="679"/>
                    </a:lnTo>
                    <a:lnTo>
                      <a:pt x="1108" y="674"/>
                    </a:lnTo>
                    <a:lnTo>
                      <a:pt x="1111" y="670"/>
                    </a:lnTo>
                    <a:lnTo>
                      <a:pt x="1111" y="668"/>
                    </a:lnTo>
                    <a:lnTo>
                      <a:pt x="1108" y="663"/>
                    </a:lnTo>
                    <a:lnTo>
                      <a:pt x="1103" y="660"/>
                    </a:lnTo>
                    <a:lnTo>
                      <a:pt x="1101" y="660"/>
                    </a:lnTo>
                    <a:lnTo>
                      <a:pt x="1097" y="664"/>
                    </a:lnTo>
                    <a:lnTo>
                      <a:pt x="1097" y="665"/>
                    </a:lnTo>
                    <a:lnTo>
                      <a:pt x="1093" y="670"/>
                    </a:lnTo>
                    <a:lnTo>
                      <a:pt x="1083" y="678"/>
                    </a:lnTo>
                    <a:lnTo>
                      <a:pt x="1079" y="680"/>
                    </a:lnTo>
                    <a:lnTo>
                      <a:pt x="1074" y="683"/>
                    </a:lnTo>
                    <a:lnTo>
                      <a:pt x="1071" y="683"/>
                    </a:lnTo>
                    <a:lnTo>
                      <a:pt x="1068" y="684"/>
                    </a:lnTo>
                    <a:lnTo>
                      <a:pt x="1066" y="684"/>
                    </a:lnTo>
                    <a:lnTo>
                      <a:pt x="1063" y="685"/>
                    </a:lnTo>
                    <a:lnTo>
                      <a:pt x="1062" y="688"/>
                    </a:lnTo>
                    <a:lnTo>
                      <a:pt x="1062" y="690"/>
                    </a:lnTo>
                    <a:lnTo>
                      <a:pt x="1063" y="693"/>
                    </a:lnTo>
                    <a:lnTo>
                      <a:pt x="1064" y="694"/>
                    </a:lnTo>
                    <a:lnTo>
                      <a:pt x="1069" y="697"/>
                    </a:lnTo>
                    <a:lnTo>
                      <a:pt x="1073" y="700"/>
                    </a:lnTo>
                    <a:lnTo>
                      <a:pt x="1074" y="703"/>
                    </a:lnTo>
                    <a:lnTo>
                      <a:pt x="1074" y="704"/>
                    </a:lnTo>
                    <a:lnTo>
                      <a:pt x="1076" y="707"/>
                    </a:lnTo>
                    <a:lnTo>
                      <a:pt x="1081" y="709"/>
                    </a:lnTo>
                    <a:lnTo>
                      <a:pt x="1089" y="709"/>
                    </a:lnTo>
                    <a:lnTo>
                      <a:pt x="1091" y="708"/>
                    </a:lnTo>
                    <a:lnTo>
                      <a:pt x="1091" y="707"/>
                    </a:lnTo>
                    <a:lnTo>
                      <a:pt x="1092" y="704"/>
                    </a:lnTo>
                    <a:lnTo>
                      <a:pt x="1093" y="703"/>
                    </a:lnTo>
                    <a:lnTo>
                      <a:pt x="1093" y="702"/>
                    </a:lnTo>
                    <a:lnTo>
                      <a:pt x="1094" y="700"/>
                    </a:lnTo>
                    <a:lnTo>
                      <a:pt x="1097" y="700"/>
                    </a:lnTo>
                    <a:lnTo>
                      <a:pt x="1099" y="702"/>
                    </a:lnTo>
                    <a:lnTo>
                      <a:pt x="1103" y="705"/>
                    </a:lnTo>
                    <a:lnTo>
                      <a:pt x="1106" y="707"/>
                    </a:lnTo>
                    <a:lnTo>
                      <a:pt x="1114" y="707"/>
                    </a:lnTo>
                    <a:lnTo>
                      <a:pt x="1117" y="708"/>
                    </a:lnTo>
                    <a:lnTo>
                      <a:pt x="1118" y="709"/>
                    </a:lnTo>
                    <a:lnTo>
                      <a:pt x="1111" y="714"/>
                    </a:lnTo>
                    <a:lnTo>
                      <a:pt x="1102" y="717"/>
                    </a:lnTo>
                    <a:lnTo>
                      <a:pt x="1094" y="722"/>
                    </a:lnTo>
                    <a:lnTo>
                      <a:pt x="1089" y="728"/>
                    </a:lnTo>
                    <a:lnTo>
                      <a:pt x="1088" y="731"/>
                    </a:lnTo>
                    <a:lnTo>
                      <a:pt x="1087" y="732"/>
                    </a:lnTo>
                    <a:lnTo>
                      <a:pt x="1084" y="733"/>
                    </a:lnTo>
                    <a:lnTo>
                      <a:pt x="1083" y="734"/>
                    </a:lnTo>
                    <a:lnTo>
                      <a:pt x="1081" y="736"/>
                    </a:lnTo>
                    <a:lnTo>
                      <a:pt x="1081" y="738"/>
                    </a:lnTo>
                    <a:lnTo>
                      <a:pt x="1082" y="742"/>
                    </a:lnTo>
                    <a:lnTo>
                      <a:pt x="1083" y="744"/>
                    </a:lnTo>
                    <a:lnTo>
                      <a:pt x="1087" y="747"/>
                    </a:lnTo>
                    <a:lnTo>
                      <a:pt x="1089" y="748"/>
                    </a:lnTo>
                    <a:lnTo>
                      <a:pt x="1092" y="748"/>
                    </a:lnTo>
                    <a:lnTo>
                      <a:pt x="1092" y="756"/>
                    </a:lnTo>
                    <a:lnTo>
                      <a:pt x="1093" y="756"/>
                    </a:lnTo>
                    <a:lnTo>
                      <a:pt x="1093" y="757"/>
                    </a:lnTo>
                    <a:lnTo>
                      <a:pt x="1094" y="758"/>
                    </a:lnTo>
                    <a:lnTo>
                      <a:pt x="1096" y="761"/>
                    </a:lnTo>
                    <a:lnTo>
                      <a:pt x="1096" y="763"/>
                    </a:lnTo>
                    <a:lnTo>
                      <a:pt x="1097" y="766"/>
                    </a:lnTo>
                    <a:lnTo>
                      <a:pt x="1102" y="773"/>
                    </a:lnTo>
                    <a:lnTo>
                      <a:pt x="1106" y="781"/>
                    </a:lnTo>
                    <a:lnTo>
                      <a:pt x="1108" y="790"/>
                    </a:lnTo>
                    <a:lnTo>
                      <a:pt x="1109" y="801"/>
                    </a:lnTo>
                    <a:lnTo>
                      <a:pt x="1108" y="810"/>
                    </a:lnTo>
                    <a:lnTo>
                      <a:pt x="1104" y="817"/>
                    </a:lnTo>
                    <a:lnTo>
                      <a:pt x="1103" y="825"/>
                    </a:lnTo>
                    <a:lnTo>
                      <a:pt x="1098" y="829"/>
                    </a:lnTo>
                    <a:lnTo>
                      <a:pt x="1092" y="835"/>
                    </a:lnTo>
                    <a:lnTo>
                      <a:pt x="1087" y="842"/>
                    </a:lnTo>
                    <a:lnTo>
                      <a:pt x="1083" y="848"/>
                    </a:lnTo>
                    <a:lnTo>
                      <a:pt x="1081" y="854"/>
                    </a:lnTo>
                    <a:lnTo>
                      <a:pt x="1077" y="861"/>
                    </a:lnTo>
                    <a:lnTo>
                      <a:pt x="1073" y="868"/>
                    </a:lnTo>
                    <a:lnTo>
                      <a:pt x="1067" y="870"/>
                    </a:lnTo>
                    <a:lnTo>
                      <a:pt x="1064" y="875"/>
                    </a:lnTo>
                    <a:lnTo>
                      <a:pt x="1063" y="876"/>
                    </a:lnTo>
                    <a:lnTo>
                      <a:pt x="1060" y="878"/>
                    </a:lnTo>
                    <a:lnTo>
                      <a:pt x="1054" y="881"/>
                    </a:lnTo>
                    <a:lnTo>
                      <a:pt x="1049" y="886"/>
                    </a:lnTo>
                    <a:lnTo>
                      <a:pt x="1043" y="892"/>
                    </a:lnTo>
                    <a:lnTo>
                      <a:pt x="1037" y="895"/>
                    </a:lnTo>
                    <a:lnTo>
                      <a:pt x="1027" y="897"/>
                    </a:lnTo>
                    <a:lnTo>
                      <a:pt x="1024" y="897"/>
                    </a:lnTo>
                    <a:lnTo>
                      <a:pt x="1022" y="895"/>
                    </a:lnTo>
                    <a:lnTo>
                      <a:pt x="1019" y="893"/>
                    </a:lnTo>
                    <a:lnTo>
                      <a:pt x="1015" y="893"/>
                    </a:lnTo>
                    <a:lnTo>
                      <a:pt x="1015" y="895"/>
                    </a:lnTo>
                    <a:lnTo>
                      <a:pt x="1013" y="898"/>
                    </a:lnTo>
                    <a:lnTo>
                      <a:pt x="1012" y="900"/>
                    </a:lnTo>
                    <a:lnTo>
                      <a:pt x="1005" y="904"/>
                    </a:lnTo>
                    <a:lnTo>
                      <a:pt x="999" y="905"/>
                    </a:lnTo>
                    <a:lnTo>
                      <a:pt x="991" y="908"/>
                    </a:lnTo>
                    <a:lnTo>
                      <a:pt x="989" y="909"/>
                    </a:lnTo>
                    <a:lnTo>
                      <a:pt x="985" y="909"/>
                    </a:lnTo>
                    <a:lnTo>
                      <a:pt x="981" y="910"/>
                    </a:lnTo>
                    <a:lnTo>
                      <a:pt x="976" y="913"/>
                    </a:lnTo>
                    <a:lnTo>
                      <a:pt x="975" y="915"/>
                    </a:lnTo>
                    <a:lnTo>
                      <a:pt x="975" y="919"/>
                    </a:lnTo>
                    <a:lnTo>
                      <a:pt x="974" y="920"/>
                    </a:lnTo>
                    <a:lnTo>
                      <a:pt x="974" y="922"/>
                    </a:lnTo>
                    <a:lnTo>
                      <a:pt x="971" y="922"/>
                    </a:lnTo>
                    <a:lnTo>
                      <a:pt x="969" y="919"/>
                    </a:lnTo>
                    <a:lnTo>
                      <a:pt x="969" y="912"/>
                    </a:lnTo>
                    <a:lnTo>
                      <a:pt x="961" y="909"/>
                    </a:lnTo>
                    <a:lnTo>
                      <a:pt x="958" y="909"/>
                    </a:lnTo>
                    <a:lnTo>
                      <a:pt x="950" y="907"/>
                    </a:lnTo>
                    <a:lnTo>
                      <a:pt x="944" y="913"/>
                    </a:lnTo>
                    <a:lnTo>
                      <a:pt x="936" y="919"/>
                    </a:lnTo>
                    <a:lnTo>
                      <a:pt x="929" y="924"/>
                    </a:lnTo>
                    <a:lnTo>
                      <a:pt x="924" y="932"/>
                    </a:lnTo>
                    <a:lnTo>
                      <a:pt x="921" y="941"/>
                    </a:lnTo>
                    <a:lnTo>
                      <a:pt x="921" y="942"/>
                    </a:lnTo>
                    <a:lnTo>
                      <a:pt x="925" y="946"/>
                    </a:lnTo>
                    <a:lnTo>
                      <a:pt x="934" y="956"/>
                    </a:lnTo>
                    <a:lnTo>
                      <a:pt x="940" y="964"/>
                    </a:lnTo>
                    <a:lnTo>
                      <a:pt x="949" y="972"/>
                    </a:lnTo>
                    <a:lnTo>
                      <a:pt x="958" y="982"/>
                    </a:lnTo>
                    <a:lnTo>
                      <a:pt x="963" y="996"/>
                    </a:lnTo>
                    <a:lnTo>
                      <a:pt x="965" y="1011"/>
                    </a:lnTo>
                    <a:lnTo>
                      <a:pt x="964" y="1019"/>
                    </a:lnTo>
                    <a:lnTo>
                      <a:pt x="961" y="1025"/>
                    </a:lnTo>
                    <a:lnTo>
                      <a:pt x="960" y="1031"/>
                    </a:lnTo>
                    <a:lnTo>
                      <a:pt x="950" y="1035"/>
                    </a:lnTo>
                    <a:lnTo>
                      <a:pt x="944" y="1039"/>
                    </a:lnTo>
                    <a:lnTo>
                      <a:pt x="935" y="1044"/>
                    </a:lnTo>
                    <a:lnTo>
                      <a:pt x="934" y="1045"/>
                    </a:lnTo>
                    <a:lnTo>
                      <a:pt x="933" y="1047"/>
                    </a:lnTo>
                    <a:lnTo>
                      <a:pt x="931" y="1049"/>
                    </a:lnTo>
                    <a:lnTo>
                      <a:pt x="930" y="1051"/>
                    </a:lnTo>
                    <a:lnTo>
                      <a:pt x="929" y="1053"/>
                    </a:lnTo>
                    <a:lnTo>
                      <a:pt x="925" y="1053"/>
                    </a:lnTo>
                    <a:lnTo>
                      <a:pt x="925" y="1056"/>
                    </a:lnTo>
                    <a:lnTo>
                      <a:pt x="922" y="1058"/>
                    </a:lnTo>
                    <a:lnTo>
                      <a:pt x="921" y="1060"/>
                    </a:lnTo>
                    <a:lnTo>
                      <a:pt x="917" y="1064"/>
                    </a:lnTo>
                    <a:lnTo>
                      <a:pt x="916" y="1064"/>
                    </a:lnTo>
                    <a:lnTo>
                      <a:pt x="914" y="1061"/>
                    </a:lnTo>
                    <a:lnTo>
                      <a:pt x="912" y="1059"/>
                    </a:lnTo>
                    <a:lnTo>
                      <a:pt x="912" y="1051"/>
                    </a:lnTo>
                    <a:lnTo>
                      <a:pt x="914" y="1050"/>
                    </a:lnTo>
                    <a:lnTo>
                      <a:pt x="912" y="1047"/>
                    </a:lnTo>
                    <a:lnTo>
                      <a:pt x="911" y="1044"/>
                    </a:lnTo>
                    <a:lnTo>
                      <a:pt x="905" y="1044"/>
                    </a:lnTo>
                    <a:lnTo>
                      <a:pt x="900" y="1041"/>
                    </a:lnTo>
                    <a:lnTo>
                      <a:pt x="897" y="1039"/>
                    </a:lnTo>
                    <a:lnTo>
                      <a:pt x="897" y="1036"/>
                    </a:lnTo>
                    <a:lnTo>
                      <a:pt x="895" y="1036"/>
                    </a:lnTo>
                    <a:lnTo>
                      <a:pt x="892" y="1035"/>
                    </a:lnTo>
                    <a:lnTo>
                      <a:pt x="891" y="1034"/>
                    </a:lnTo>
                    <a:lnTo>
                      <a:pt x="891" y="1032"/>
                    </a:lnTo>
                    <a:lnTo>
                      <a:pt x="890" y="1031"/>
                    </a:lnTo>
                    <a:lnTo>
                      <a:pt x="890" y="1029"/>
                    </a:lnTo>
                    <a:lnTo>
                      <a:pt x="889" y="1027"/>
                    </a:lnTo>
                    <a:lnTo>
                      <a:pt x="887" y="1025"/>
                    </a:lnTo>
                    <a:lnTo>
                      <a:pt x="884" y="1022"/>
                    </a:lnTo>
                    <a:lnTo>
                      <a:pt x="881" y="1020"/>
                    </a:lnTo>
                    <a:lnTo>
                      <a:pt x="870" y="1016"/>
                    </a:lnTo>
                    <a:lnTo>
                      <a:pt x="869" y="1015"/>
                    </a:lnTo>
                    <a:lnTo>
                      <a:pt x="869" y="1014"/>
                    </a:lnTo>
                    <a:lnTo>
                      <a:pt x="867" y="1012"/>
                    </a:lnTo>
                    <a:lnTo>
                      <a:pt x="867" y="1011"/>
                    </a:lnTo>
                    <a:lnTo>
                      <a:pt x="866" y="1009"/>
                    </a:lnTo>
                    <a:lnTo>
                      <a:pt x="864" y="1007"/>
                    </a:lnTo>
                    <a:lnTo>
                      <a:pt x="860" y="1006"/>
                    </a:lnTo>
                    <a:lnTo>
                      <a:pt x="856" y="1006"/>
                    </a:lnTo>
                    <a:lnTo>
                      <a:pt x="855" y="1007"/>
                    </a:lnTo>
                    <a:lnTo>
                      <a:pt x="855" y="1014"/>
                    </a:lnTo>
                    <a:lnTo>
                      <a:pt x="856" y="1015"/>
                    </a:lnTo>
                    <a:lnTo>
                      <a:pt x="856" y="1019"/>
                    </a:lnTo>
                    <a:lnTo>
                      <a:pt x="855" y="1026"/>
                    </a:lnTo>
                    <a:lnTo>
                      <a:pt x="851" y="1032"/>
                    </a:lnTo>
                    <a:lnTo>
                      <a:pt x="846" y="1037"/>
                    </a:lnTo>
                    <a:lnTo>
                      <a:pt x="845" y="1045"/>
                    </a:lnTo>
                    <a:lnTo>
                      <a:pt x="845" y="1049"/>
                    </a:lnTo>
                    <a:lnTo>
                      <a:pt x="846" y="1051"/>
                    </a:lnTo>
                    <a:lnTo>
                      <a:pt x="851" y="1054"/>
                    </a:lnTo>
                    <a:lnTo>
                      <a:pt x="852" y="1055"/>
                    </a:lnTo>
                    <a:lnTo>
                      <a:pt x="855" y="1056"/>
                    </a:lnTo>
                    <a:lnTo>
                      <a:pt x="858" y="1060"/>
                    </a:lnTo>
                    <a:lnTo>
                      <a:pt x="858" y="1064"/>
                    </a:lnTo>
                    <a:lnTo>
                      <a:pt x="857" y="1064"/>
                    </a:lnTo>
                    <a:lnTo>
                      <a:pt x="861" y="1075"/>
                    </a:lnTo>
                    <a:lnTo>
                      <a:pt x="862" y="1078"/>
                    </a:lnTo>
                    <a:lnTo>
                      <a:pt x="869" y="1083"/>
                    </a:lnTo>
                    <a:lnTo>
                      <a:pt x="876" y="1086"/>
                    </a:lnTo>
                    <a:lnTo>
                      <a:pt x="884" y="1092"/>
                    </a:lnTo>
                    <a:lnTo>
                      <a:pt x="891" y="1095"/>
                    </a:lnTo>
                    <a:lnTo>
                      <a:pt x="896" y="1103"/>
                    </a:lnTo>
                    <a:lnTo>
                      <a:pt x="897" y="1112"/>
                    </a:lnTo>
                    <a:lnTo>
                      <a:pt x="897" y="1115"/>
                    </a:lnTo>
                    <a:lnTo>
                      <a:pt x="896" y="1117"/>
                    </a:lnTo>
                    <a:lnTo>
                      <a:pt x="896" y="1123"/>
                    </a:lnTo>
                    <a:lnTo>
                      <a:pt x="897" y="1125"/>
                    </a:lnTo>
                    <a:lnTo>
                      <a:pt x="901" y="1129"/>
                    </a:lnTo>
                    <a:lnTo>
                      <a:pt x="904" y="1134"/>
                    </a:lnTo>
                    <a:lnTo>
                      <a:pt x="905" y="1138"/>
                    </a:lnTo>
                    <a:lnTo>
                      <a:pt x="905" y="1141"/>
                    </a:lnTo>
                    <a:lnTo>
                      <a:pt x="906" y="1142"/>
                    </a:lnTo>
                    <a:lnTo>
                      <a:pt x="907" y="1146"/>
                    </a:lnTo>
                    <a:lnTo>
                      <a:pt x="902" y="1146"/>
                    </a:lnTo>
                    <a:lnTo>
                      <a:pt x="901" y="1147"/>
                    </a:lnTo>
                    <a:lnTo>
                      <a:pt x="900" y="1147"/>
                    </a:lnTo>
                    <a:lnTo>
                      <a:pt x="899" y="1148"/>
                    </a:lnTo>
                    <a:lnTo>
                      <a:pt x="897" y="1148"/>
                    </a:lnTo>
                    <a:lnTo>
                      <a:pt x="894" y="1144"/>
                    </a:lnTo>
                    <a:lnTo>
                      <a:pt x="892" y="1144"/>
                    </a:lnTo>
                    <a:lnTo>
                      <a:pt x="880" y="1137"/>
                    </a:lnTo>
                    <a:lnTo>
                      <a:pt x="871" y="1127"/>
                    </a:lnTo>
                    <a:lnTo>
                      <a:pt x="864" y="1114"/>
                    </a:lnTo>
                    <a:lnTo>
                      <a:pt x="860" y="1099"/>
                    </a:lnTo>
                    <a:lnTo>
                      <a:pt x="855" y="1084"/>
                    </a:lnTo>
                    <a:lnTo>
                      <a:pt x="852" y="1079"/>
                    </a:lnTo>
                    <a:lnTo>
                      <a:pt x="850" y="1073"/>
                    </a:lnTo>
                    <a:lnTo>
                      <a:pt x="846" y="1066"/>
                    </a:lnTo>
                    <a:lnTo>
                      <a:pt x="842" y="1064"/>
                    </a:lnTo>
                    <a:lnTo>
                      <a:pt x="840" y="1064"/>
                    </a:lnTo>
                    <a:lnTo>
                      <a:pt x="840" y="1065"/>
                    </a:lnTo>
                    <a:lnTo>
                      <a:pt x="838" y="1065"/>
                    </a:lnTo>
                    <a:lnTo>
                      <a:pt x="837" y="1064"/>
                    </a:lnTo>
                    <a:lnTo>
                      <a:pt x="837" y="1061"/>
                    </a:lnTo>
                    <a:lnTo>
                      <a:pt x="840" y="1046"/>
                    </a:lnTo>
                    <a:lnTo>
                      <a:pt x="841" y="1046"/>
                    </a:lnTo>
                    <a:lnTo>
                      <a:pt x="840" y="1045"/>
                    </a:lnTo>
                    <a:lnTo>
                      <a:pt x="840" y="1040"/>
                    </a:lnTo>
                    <a:lnTo>
                      <a:pt x="841" y="1036"/>
                    </a:lnTo>
                    <a:lnTo>
                      <a:pt x="841" y="1031"/>
                    </a:lnTo>
                    <a:lnTo>
                      <a:pt x="840" y="1019"/>
                    </a:lnTo>
                    <a:lnTo>
                      <a:pt x="832" y="998"/>
                    </a:lnTo>
                    <a:lnTo>
                      <a:pt x="831" y="988"/>
                    </a:lnTo>
                    <a:lnTo>
                      <a:pt x="830" y="988"/>
                    </a:lnTo>
                    <a:lnTo>
                      <a:pt x="828" y="987"/>
                    </a:lnTo>
                    <a:lnTo>
                      <a:pt x="828" y="985"/>
                    </a:lnTo>
                    <a:lnTo>
                      <a:pt x="830" y="982"/>
                    </a:lnTo>
                    <a:lnTo>
                      <a:pt x="830" y="973"/>
                    </a:lnTo>
                    <a:lnTo>
                      <a:pt x="828" y="971"/>
                    </a:lnTo>
                    <a:lnTo>
                      <a:pt x="827" y="970"/>
                    </a:lnTo>
                    <a:lnTo>
                      <a:pt x="826" y="970"/>
                    </a:lnTo>
                    <a:lnTo>
                      <a:pt x="823" y="968"/>
                    </a:lnTo>
                    <a:lnTo>
                      <a:pt x="822" y="967"/>
                    </a:lnTo>
                    <a:lnTo>
                      <a:pt x="822" y="966"/>
                    </a:lnTo>
                    <a:lnTo>
                      <a:pt x="821" y="963"/>
                    </a:lnTo>
                    <a:lnTo>
                      <a:pt x="820" y="962"/>
                    </a:lnTo>
                    <a:lnTo>
                      <a:pt x="815" y="968"/>
                    </a:lnTo>
                    <a:lnTo>
                      <a:pt x="811" y="975"/>
                    </a:lnTo>
                    <a:lnTo>
                      <a:pt x="806" y="980"/>
                    </a:lnTo>
                    <a:lnTo>
                      <a:pt x="798" y="981"/>
                    </a:lnTo>
                    <a:lnTo>
                      <a:pt x="796" y="981"/>
                    </a:lnTo>
                    <a:lnTo>
                      <a:pt x="793" y="980"/>
                    </a:lnTo>
                    <a:lnTo>
                      <a:pt x="793" y="978"/>
                    </a:lnTo>
                    <a:lnTo>
                      <a:pt x="792" y="976"/>
                    </a:lnTo>
                    <a:lnTo>
                      <a:pt x="792" y="967"/>
                    </a:lnTo>
                    <a:lnTo>
                      <a:pt x="793" y="964"/>
                    </a:lnTo>
                    <a:lnTo>
                      <a:pt x="793" y="957"/>
                    </a:lnTo>
                    <a:lnTo>
                      <a:pt x="792" y="956"/>
                    </a:lnTo>
                    <a:lnTo>
                      <a:pt x="792" y="954"/>
                    </a:lnTo>
                    <a:lnTo>
                      <a:pt x="791" y="953"/>
                    </a:lnTo>
                    <a:lnTo>
                      <a:pt x="786" y="942"/>
                    </a:lnTo>
                    <a:lnTo>
                      <a:pt x="779" y="932"/>
                    </a:lnTo>
                    <a:lnTo>
                      <a:pt x="776" y="928"/>
                    </a:lnTo>
                    <a:lnTo>
                      <a:pt x="772" y="925"/>
                    </a:lnTo>
                    <a:lnTo>
                      <a:pt x="768" y="922"/>
                    </a:lnTo>
                    <a:lnTo>
                      <a:pt x="766" y="918"/>
                    </a:lnTo>
                    <a:lnTo>
                      <a:pt x="763" y="910"/>
                    </a:lnTo>
                    <a:lnTo>
                      <a:pt x="763" y="905"/>
                    </a:lnTo>
                    <a:lnTo>
                      <a:pt x="762" y="902"/>
                    </a:lnTo>
                    <a:lnTo>
                      <a:pt x="761" y="899"/>
                    </a:lnTo>
                    <a:lnTo>
                      <a:pt x="758" y="897"/>
                    </a:lnTo>
                    <a:lnTo>
                      <a:pt x="747" y="893"/>
                    </a:lnTo>
                    <a:lnTo>
                      <a:pt x="744" y="900"/>
                    </a:lnTo>
                    <a:lnTo>
                      <a:pt x="741" y="905"/>
                    </a:lnTo>
                    <a:lnTo>
                      <a:pt x="733" y="908"/>
                    </a:lnTo>
                    <a:lnTo>
                      <a:pt x="723" y="908"/>
                    </a:lnTo>
                    <a:lnTo>
                      <a:pt x="720" y="907"/>
                    </a:lnTo>
                    <a:lnTo>
                      <a:pt x="718" y="904"/>
                    </a:lnTo>
                    <a:lnTo>
                      <a:pt x="715" y="903"/>
                    </a:lnTo>
                    <a:lnTo>
                      <a:pt x="714" y="905"/>
                    </a:lnTo>
                    <a:lnTo>
                      <a:pt x="712" y="908"/>
                    </a:lnTo>
                    <a:lnTo>
                      <a:pt x="704" y="912"/>
                    </a:lnTo>
                    <a:lnTo>
                      <a:pt x="703" y="913"/>
                    </a:lnTo>
                    <a:lnTo>
                      <a:pt x="702" y="918"/>
                    </a:lnTo>
                    <a:lnTo>
                      <a:pt x="702" y="922"/>
                    </a:lnTo>
                    <a:lnTo>
                      <a:pt x="700" y="924"/>
                    </a:lnTo>
                    <a:lnTo>
                      <a:pt x="698" y="927"/>
                    </a:lnTo>
                    <a:lnTo>
                      <a:pt x="689" y="933"/>
                    </a:lnTo>
                    <a:lnTo>
                      <a:pt x="680" y="938"/>
                    </a:lnTo>
                    <a:lnTo>
                      <a:pt x="673" y="943"/>
                    </a:lnTo>
                    <a:lnTo>
                      <a:pt x="649" y="967"/>
                    </a:lnTo>
                    <a:lnTo>
                      <a:pt x="648" y="970"/>
                    </a:lnTo>
                    <a:lnTo>
                      <a:pt x="645" y="972"/>
                    </a:lnTo>
                    <a:lnTo>
                      <a:pt x="643" y="973"/>
                    </a:lnTo>
                    <a:lnTo>
                      <a:pt x="640" y="976"/>
                    </a:lnTo>
                    <a:lnTo>
                      <a:pt x="639" y="976"/>
                    </a:lnTo>
                    <a:lnTo>
                      <a:pt x="635" y="977"/>
                    </a:lnTo>
                    <a:lnTo>
                      <a:pt x="633" y="978"/>
                    </a:lnTo>
                    <a:lnTo>
                      <a:pt x="629" y="980"/>
                    </a:lnTo>
                    <a:lnTo>
                      <a:pt x="626" y="981"/>
                    </a:lnTo>
                    <a:lnTo>
                      <a:pt x="623" y="985"/>
                    </a:lnTo>
                    <a:lnTo>
                      <a:pt x="623" y="993"/>
                    </a:lnTo>
                    <a:lnTo>
                      <a:pt x="624" y="997"/>
                    </a:lnTo>
                    <a:lnTo>
                      <a:pt x="625" y="1002"/>
                    </a:lnTo>
                    <a:lnTo>
                      <a:pt x="625" y="1006"/>
                    </a:lnTo>
                    <a:lnTo>
                      <a:pt x="624" y="1020"/>
                    </a:lnTo>
                    <a:lnTo>
                      <a:pt x="621" y="1031"/>
                    </a:lnTo>
                    <a:lnTo>
                      <a:pt x="623" y="1041"/>
                    </a:lnTo>
                    <a:lnTo>
                      <a:pt x="621" y="1042"/>
                    </a:lnTo>
                    <a:lnTo>
                      <a:pt x="621" y="1044"/>
                    </a:lnTo>
                    <a:lnTo>
                      <a:pt x="616" y="1044"/>
                    </a:lnTo>
                    <a:lnTo>
                      <a:pt x="614" y="1046"/>
                    </a:lnTo>
                    <a:lnTo>
                      <a:pt x="613" y="1049"/>
                    </a:lnTo>
                    <a:lnTo>
                      <a:pt x="611" y="1053"/>
                    </a:lnTo>
                    <a:lnTo>
                      <a:pt x="611" y="1055"/>
                    </a:lnTo>
                    <a:lnTo>
                      <a:pt x="609" y="1058"/>
                    </a:lnTo>
                    <a:lnTo>
                      <a:pt x="606" y="1059"/>
                    </a:lnTo>
                    <a:lnTo>
                      <a:pt x="605" y="1059"/>
                    </a:lnTo>
                    <a:lnTo>
                      <a:pt x="601" y="1063"/>
                    </a:lnTo>
                    <a:lnTo>
                      <a:pt x="599" y="1068"/>
                    </a:lnTo>
                    <a:lnTo>
                      <a:pt x="596" y="1070"/>
                    </a:lnTo>
                    <a:lnTo>
                      <a:pt x="591" y="1070"/>
                    </a:lnTo>
                    <a:lnTo>
                      <a:pt x="590" y="1068"/>
                    </a:lnTo>
                    <a:lnTo>
                      <a:pt x="590" y="1066"/>
                    </a:lnTo>
                    <a:lnTo>
                      <a:pt x="589" y="1066"/>
                    </a:lnTo>
                    <a:lnTo>
                      <a:pt x="586" y="1064"/>
                    </a:lnTo>
                    <a:lnTo>
                      <a:pt x="586" y="1063"/>
                    </a:lnTo>
                    <a:lnTo>
                      <a:pt x="581" y="1049"/>
                    </a:lnTo>
                    <a:lnTo>
                      <a:pt x="576" y="1036"/>
                    </a:lnTo>
                    <a:lnTo>
                      <a:pt x="569" y="1025"/>
                    </a:lnTo>
                    <a:lnTo>
                      <a:pt x="566" y="1022"/>
                    </a:lnTo>
                    <a:lnTo>
                      <a:pt x="565" y="1017"/>
                    </a:lnTo>
                    <a:lnTo>
                      <a:pt x="565" y="1014"/>
                    </a:lnTo>
                    <a:lnTo>
                      <a:pt x="562" y="1006"/>
                    </a:lnTo>
                    <a:lnTo>
                      <a:pt x="560" y="1002"/>
                    </a:lnTo>
                    <a:lnTo>
                      <a:pt x="559" y="1000"/>
                    </a:lnTo>
                    <a:lnTo>
                      <a:pt x="559" y="997"/>
                    </a:lnTo>
                    <a:lnTo>
                      <a:pt x="557" y="993"/>
                    </a:lnTo>
                    <a:lnTo>
                      <a:pt x="554" y="985"/>
                    </a:lnTo>
                    <a:lnTo>
                      <a:pt x="549" y="975"/>
                    </a:lnTo>
                    <a:lnTo>
                      <a:pt x="545" y="964"/>
                    </a:lnTo>
                    <a:lnTo>
                      <a:pt x="541" y="952"/>
                    </a:lnTo>
                    <a:lnTo>
                      <a:pt x="539" y="941"/>
                    </a:lnTo>
                    <a:lnTo>
                      <a:pt x="539" y="939"/>
                    </a:lnTo>
                    <a:lnTo>
                      <a:pt x="537" y="937"/>
                    </a:lnTo>
                    <a:lnTo>
                      <a:pt x="537" y="936"/>
                    </a:lnTo>
                    <a:lnTo>
                      <a:pt x="539" y="932"/>
                    </a:lnTo>
                    <a:lnTo>
                      <a:pt x="539" y="929"/>
                    </a:lnTo>
                    <a:lnTo>
                      <a:pt x="540" y="927"/>
                    </a:lnTo>
                    <a:lnTo>
                      <a:pt x="540" y="919"/>
                    </a:lnTo>
                    <a:lnTo>
                      <a:pt x="539" y="914"/>
                    </a:lnTo>
                    <a:lnTo>
                      <a:pt x="536" y="910"/>
                    </a:lnTo>
                    <a:lnTo>
                      <a:pt x="536" y="905"/>
                    </a:lnTo>
                    <a:lnTo>
                      <a:pt x="539" y="903"/>
                    </a:lnTo>
                    <a:lnTo>
                      <a:pt x="539" y="902"/>
                    </a:lnTo>
                    <a:lnTo>
                      <a:pt x="535" y="902"/>
                    </a:lnTo>
                    <a:lnTo>
                      <a:pt x="532" y="907"/>
                    </a:lnTo>
                    <a:lnTo>
                      <a:pt x="531" y="910"/>
                    </a:lnTo>
                    <a:lnTo>
                      <a:pt x="529" y="913"/>
                    </a:lnTo>
                    <a:lnTo>
                      <a:pt x="527" y="915"/>
                    </a:lnTo>
                    <a:lnTo>
                      <a:pt x="522" y="920"/>
                    </a:lnTo>
                    <a:lnTo>
                      <a:pt x="518" y="920"/>
                    </a:lnTo>
                    <a:lnTo>
                      <a:pt x="511" y="918"/>
                    </a:lnTo>
                    <a:lnTo>
                      <a:pt x="505" y="913"/>
                    </a:lnTo>
                    <a:lnTo>
                      <a:pt x="500" y="907"/>
                    </a:lnTo>
                    <a:lnTo>
                      <a:pt x="495" y="902"/>
                    </a:lnTo>
                    <a:lnTo>
                      <a:pt x="497" y="900"/>
                    </a:lnTo>
                    <a:lnTo>
                      <a:pt x="505" y="900"/>
                    </a:lnTo>
                    <a:lnTo>
                      <a:pt x="507" y="899"/>
                    </a:lnTo>
                    <a:lnTo>
                      <a:pt x="508" y="898"/>
                    </a:lnTo>
                    <a:lnTo>
                      <a:pt x="510" y="895"/>
                    </a:lnTo>
                    <a:lnTo>
                      <a:pt x="511" y="894"/>
                    </a:lnTo>
                    <a:lnTo>
                      <a:pt x="507" y="893"/>
                    </a:lnTo>
                    <a:lnTo>
                      <a:pt x="501" y="893"/>
                    </a:lnTo>
                    <a:lnTo>
                      <a:pt x="492" y="890"/>
                    </a:lnTo>
                    <a:lnTo>
                      <a:pt x="483" y="885"/>
                    </a:lnTo>
                    <a:lnTo>
                      <a:pt x="477" y="879"/>
                    </a:lnTo>
                    <a:lnTo>
                      <a:pt x="476" y="876"/>
                    </a:lnTo>
                    <a:lnTo>
                      <a:pt x="473" y="873"/>
                    </a:lnTo>
                    <a:lnTo>
                      <a:pt x="471" y="865"/>
                    </a:lnTo>
                    <a:lnTo>
                      <a:pt x="470" y="864"/>
                    </a:lnTo>
                    <a:lnTo>
                      <a:pt x="467" y="863"/>
                    </a:lnTo>
                    <a:lnTo>
                      <a:pt x="451" y="863"/>
                    </a:lnTo>
                    <a:lnTo>
                      <a:pt x="449" y="864"/>
                    </a:lnTo>
                    <a:lnTo>
                      <a:pt x="447" y="865"/>
                    </a:lnTo>
                    <a:lnTo>
                      <a:pt x="444" y="865"/>
                    </a:lnTo>
                    <a:lnTo>
                      <a:pt x="433" y="863"/>
                    </a:lnTo>
                    <a:lnTo>
                      <a:pt x="431" y="865"/>
                    </a:lnTo>
                    <a:lnTo>
                      <a:pt x="414" y="865"/>
                    </a:lnTo>
                    <a:lnTo>
                      <a:pt x="403" y="864"/>
                    </a:lnTo>
                    <a:lnTo>
                      <a:pt x="389" y="863"/>
                    </a:lnTo>
                    <a:lnTo>
                      <a:pt x="377" y="861"/>
                    </a:lnTo>
                    <a:lnTo>
                      <a:pt x="375" y="861"/>
                    </a:lnTo>
                    <a:lnTo>
                      <a:pt x="373" y="860"/>
                    </a:lnTo>
                    <a:lnTo>
                      <a:pt x="370" y="860"/>
                    </a:lnTo>
                    <a:lnTo>
                      <a:pt x="368" y="859"/>
                    </a:lnTo>
                    <a:lnTo>
                      <a:pt x="365" y="859"/>
                    </a:lnTo>
                    <a:lnTo>
                      <a:pt x="364" y="858"/>
                    </a:lnTo>
                    <a:lnTo>
                      <a:pt x="363" y="858"/>
                    </a:lnTo>
                    <a:lnTo>
                      <a:pt x="362" y="856"/>
                    </a:lnTo>
                    <a:lnTo>
                      <a:pt x="359" y="851"/>
                    </a:lnTo>
                    <a:lnTo>
                      <a:pt x="359" y="848"/>
                    </a:lnTo>
                    <a:lnTo>
                      <a:pt x="353" y="841"/>
                    </a:lnTo>
                    <a:lnTo>
                      <a:pt x="348" y="841"/>
                    </a:lnTo>
                    <a:lnTo>
                      <a:pt x="345" y="842"/>
                    </a:lnTo>
                    <a:lnTo>
                      <a:pt x="344" y="844"/>
                    </a:lnTo>
                    <a:lnTo>
                      <a:pt x="343" y="846"/>
                    </a:lnTo>
                    <a:lnTo>
                      <a:pt x="342" y="848"/>
                    </a:lnTo>
                    <a:lnTo>
                      <a:pt x="322" y="848"/>
                    </a:lnTo>
                    <a:lnTo>
                      <a:pt x="314" y="842"/>
                    </a:lnTo>
                    <a:lnTo>
                      <a:pt x="308" y="836"/>
                    </a:lnTo>
                    <a:lnTo>
                      <a:pt x="304" y="834"/>
                    </a:lnTo>
                    <a:lnTo>
                      <a:pt x="301" y="832"/>
                    </a:lnTo>
                    <a:lnTo>
                      <a:pt x="298" y="832"/>
                    </a:lnTo>
                    <a:lnTo>
                      <a:pt x="295" y="831"/>
                    </a:lnTo>
                    <a:lnTo>
                      <a:pt x="291" y="829"/>
                    </a:lnTo>
                    <a:lnTo>
                      <a:pt x="290" y="827"/>
                    </a:lnTo>
                    <a:lnTo>
                      <a:pt x="290" y="822"/>
                    </a:lnTo>
                    <a:lnTo>
                      <a:pt x="280" y="807"/>
                    </a:lnTo>
                    <a:lnTo>
                      <a:pt x="273" y="802"/>
                    </a:lnTo>
                    <a:lnTo>
                      <a:pt x="265" y="800"/>
                    </a:lnTo>
                    <a:lnTo>
                      <a:pt x="263" y="800"/>
                    </a:lnTo>
                    <a:lnTo>
                      <a:pt x="260" y="802"/>
                    </a:lnTo>
                    <a:lnTo>
                      <a:pt x="256" y="810"/>
                    </a:lnTo>
                    <a:lnTo>
                      <a:pt x="256" y="819"/>
                    </a:lnTo>
                    <a:lnTo>
                      <a:pt x="258" y="822"/>
                    </a:lnTo>
                    <a:lnTo>
                      <a:pt x="261" y="831"/>
                    </a:lnTo>
                    <a:lnTo>
                      <a:pt x="266" y="840"/>
                    </a:lnTo>
                    <a:lnTo>
                      <a:pt x="274" y="848"/>
                    </a:lnTo>
                    <a:lnTo>
                      <a:pt x="281" y="851"/>
                    </a:lnTo>
                    <a:lnTo>
                      <a:pt x="281" y="855"/>
                    </a:lnTo>
                    <a:lnTo>
                      <a:pt x="283" y="856"/>
                    </a:lnTo>
                    <a:lnTo>
                      <a:pt x="283" y="859"/>
                    </a:lnTo>
                    <a:lnTo>
                      <a:pt x="284" y="861"/>
                    </a:lnTo>
                    <a:lnTo>
                      <a:pt x="286" y="860"/>
                    </a:lnTo>
                    <a:lnTo>
                      <a:pt x="288" y="859"/>
                    </a:lnTo>
                    <a:lnTo>
                      <a:pt x="289" y="856"/>
                    </a:lnTo>
                    <a:lnTo>
                      <a:pt x="291" y="854"/>
                    </a:lnTo>
                    <a:lnTo>
                      <a:pt x="293" y="856"/>
                    </a:lnTo>
                    <a:lnTo>
                      <a:pt x="293" y="863"/>
                    </a:lnTo>
                    <a:lnTo>
                      <a:pt x="291" y="865"/>
                    </a:lnTo>
                    <a:lnTo>
                      <a:pt x="289" y="868"/>
                    </a:lnTo>
                    <a:lnTo>
                      <a:pt x="289" y="871"/>
                    </a:lnTo>
                    <a:lnTo>
                      <a:pt x="291" y="876"/>
                    </a:lnTo>
                    <a:lnTo>
                      <a:pt x="296" y="879"/>
                    </a:lnTo>
                    <a:lnTo>
                      <a:pt x="300" y="879"/>
                    </a:lnTo>
                    <a:lnTo>
                      <a:pt x="304" y="880"/>
                    </a:lnTo>
                    <a:lnTo>
                      <a:pt x="306" y="880"/>
                    </a:lnTo>
                    <a:lnTo>
                      <a:pt x="320" y="879"/>
                    </a:lnTo>
                    <a:lnTo>
                      <a:pt x="329" y="874"/>
                    </a:lnTo>
                    <a:lnTo>
                      <a:pt x="337" y="868"/>
                    </a:lnTo>
                    <a:lnTo>
                      <a:pt x="343" y="860"/>
                    </a:lnTo>
                    <a:lnTo>
                      <a:pt x="350" y="853"/>
                    </a:lnTo>
                    <a:lnTo>
                      <a:pt x="350" y="868"/>
                    </a:lnTo>
                    <a:lnTo>
                      <a:pt x="357" y="876"/>
                    </a:lnTo>
                    <a:lnTo>
                      <a:pt x="364" y="881"/>
                    </a:lnTo>
                    <a:lnTo>
                      <a:pt x="375" y="885"/>
                    </a:lnTo>
                    <a:lnTo>
                      <a:pt x="378" y="886"/>
                    </a:lnTo>
                    <a:lnTo>
                      <a:pt x="380" y="892"/>
                    </a:lnTo>
                    <a:lnTo>
                      <a:pt x="382" y="893"/>
                    </a:lnTo>
                    <a:lnTo>
                      <a:pt x="383" y="895"/>
                    </a:lnTo>
                    <a:lnTo>
                      <a:pt x="383" y="894"/>
                    </a:lnTo>
                    <a:lnTo>
                      <a:pt x="384" y="895"/>
                    </a:lnTo>
                    <a:lnTo>
                      <a:pt x="387" y="897"/>
                    </a:lnTo>
                    <a:lnTo>
                      <a:pt x="388" y="898"/>
                    </a:lnTo>
                    <a:lnTo>
                      <a:pt x="391" y="899"/>
                    </a:lnTo>
                    <a:lnTo>
                      <a:pt x="391" y="900"/>
                    </a:lnTo>
                    <a:lnTo>
                      <a:pt x="389" y="907"/>
                    </a:lnTo>
                    <a:lnTo>
                      <a:pt x="385" y="912"/>
                    </a:lnTo>
                    <a:lnTo>
                      <a:pt x="380" y="917"/>
                    </a:lnTo>
                    <a:lnTo>
                      <a:pt x="379" y="923"/>
                    </a:lnTo>
                    <a:lnTo>
                      <a:pt x="375" y="923"/>
                    </a:lnTo>
                    <a:lnTo>
                      <a:pt x="372" y="924"/>
                    </a:lnTo>
                    <a:lnTo>
                      <a:pt x="367" y="929"/>
                    </a:lnTo>
                    <a:lnTo>
                      <a:pt x="367" y="932"/>
                    </a:lnTo>
                    <a:lnTo>
                      <a:pt x="365" y="934"/>
                    </a:lnTo>
                    <a:lnTo>
                      <a:pt x="365" y="938"/>
                    </a:lnTo>
                    <a:lnTo>
                      <a:pt x="364" y="939"/>
                    </a:lnTo>
                    <a:lnTo>
                      <a:pt x="363" y="942"/>
                    </a:lnTo>
                    <a:lnTo>
                      <a:pt x="359" y="942"/>
                    </a:lnTo>
                    <a:lnTo>
                      <a:pt x="357" y="944"/>
                    </a:lnTo>
                    <a:lnTo>
                      <a:pt x="355" y="947"/>
                    </a:lnTo>
                    <a:lnTo>
                      <a:pt x="354" y="948"/>
                    </a:lnTo>
                    <a:lnTo>
                      <a:pt x="352" y="953"/>
                    </a:lnTo>
                    <a:lnTo>
                      <a:pt x="347" y="953"/>
                    </a:lnTo>
                    <a:lnTo>
                      <a:pt x="342" y="958"/>
                    </a:lnTo>
                    <a:lnTo>
                      <a:pt x="340" y="961"/>
                    </a:lnTo>
                    <a:lnTo>
                      <a:pt x="338" y="963"/>
                    </a:lnTo>
                    <a:lnTo>
                      <a:pt x="338" y="966"/>
                    </a:lnTo>
                    <a:lnTo>
                      <a:pt x="330" y="967"/>
                    </a:lnTo>
                    <a:lnTo>
                      <a:pt x="320" y="970"/>
                    </a:lnTo>
                    <a:lnTo>
                      <a:pt x="311" y="972"/>
                    </a:lnTo>
                    <a:lnTo>
                      <a:pt x="304" y="976"/>
                    </a:lnTo>
                    <a:lnTo>
                      <a:pt x="301" y="981"/>
                    </a:lnTo>
                    <a:lnTo>
                      <a:pt x="303" y="983"/>
                    </a:lnTo>
                    <a:lnTo>
                      <a:pt x="304" y="985"/>
                    </a:lnTo>
                    <a:lnTo>
                      <a:pt x="271" y="995"/>
                    </a:lnTo>
                    <a:lnTo>
                      <a:pt x="266" y="997"/>
                    </a:lnTo>
                    <a:lnTo>
                      <a:pt x="259" y="1002"/>
                    </a:lnTo>
                    <a:lnTo>
                      <a:pt x="251" y="1006"/>
                    </a:lnTo>
                    <a:lnTo>
                      <a:pt x="245" y="1010"/>
                    </a:lnTo>
                    <a:lnTo>
                      <a:pt x="232" y="1010"/>
                    </a:lnTo>
                    <a:lnTo>
                      <a:pt x="229" y="1012"/>
                    </a:lnTo>
                    <a:lnTo>
                      <a:pt x="226" y="1015"/>
                    </a:lnTo>
                    <a:lnTo>
                      <a:pt x="221" y="1017"/>
                    </a:lnTo>
                    <a:lnTo>
                      <a:pt x="216" y="1017"/>
                    </a:lnTo>
                    <a:lnTo>
                      <a:pt x="214" y="1019"/>
                    </a:lnTo>
                    <a:lnTo>
                      <a:pt x="212" y="1019"/>
                    </a:lnTo>
                    <a:lnTo>
                      <a:pt x="202" y="1014"/>
                    </a:lnTo>
                    <a:lnTo>
                      <a:pt x="201" y="1014"/>
                    </a:lnTo>
                    <a:lnTo>
                      <a:pt x="202" y="1012"/>
                    </a:lnTo>
                    <a:lnTo>
                      <a:pt x="202" y="1011"/>
                    </a:lnTo>
                    <a:lnTo>
                      <a:pt x="196" y="998"/>
                    </a:lnTo>
                    <a:lnTo>
                      <a:pt x="194" y="988"/>
                    </a:lnTo>
                    <a:lnTo>
                      <a:pt x="191" y="986"/>
                    </a:lnTo>
                    <a:lnTo>
                      <a:pt x="191" y="980"/>
                    </a:lnTo>
                    <a:lnTo>
                      <a:pt x="192" y="977"/>
                    </a:lnTo>
                    <a:lnTo>
                      <a:pt x="192" y="968"/>
                    </a:lnTo>
                    <a:lnTo>
                      <a:pt x="191" y="966"/>
                    </a:lnTo>
                    <a:lnTo>
                      <a:pt x="189" y="963"/>
                    </a:lnTo>
                    <a:lnTo>
                      <a:pt x="186" y="962"/>
                    </a:lnTo>
                    <a:lnTo>
                      <a:pt x="178" y="954"/>
                    </a:lnTo>
                    <a:lnTo>
                      <a:pt x="173" y="947"/>
                    </a:lnTo>
                    <a:lnTo>
                      <a:pt x="168" y="938"/>
                    </a:lnTo>
                    <a:lnTo>
                      <a:pt x="167" y="931"/>
                    </a:lnTo>
                    <a:lnTo>
                      <a:pt x="156" y="925"/>
                    </a:lnTo>
                    <a:lnTo>
                      <a:pt x="151" y="917"/>
                    </a:lnTo>
                    <a:lnTo>
                      <a:pt x="150" y="903"/>
                    </a:lnTo>
                    <a:lnTo>
                      <a:pt x="150" y="899"/>
                    </a:lnTo>
                    <a:lnTo>
                      <a:pt x="148" y="895"/>
                    </a:lnTo>
                    <a:lnTo>
                      <a:pt x="145" y="888"/>
                    </a:lnTo>
                    <a:lnTo>
                      <a:pt x="143" y="884"/>
                    </a:lnTo>
                    <a:lnTo>
                      <a:pt x="141" y="883"/>
                    </a:lnTo>
                    <a:lnTo>
                      <a:pt x="136" y="878"/>
                    </a:lnTo>
                    <a:lnTo>
                      <a:pt x="131" y="878"/>
                    </a:lnTo>
                    <a:lnTo>
                      <a:pt x="130" y="876"/>
                    </a:lnTo>
                    <a:lnTo>
                      <a:pt x="128" y="874"/>
                    </a:lnTo>
                    <a:lnTo>
                      <a:pt x="128" y="869"/>
                    </a:lnTo>
                    <a:lnTo>
                      <a:pt x="127" y="868"/>
                    </a:lnTo>
                    <a:lnTo>
                      <a:pt x="127" y="865"/>
                    </a:lnTo>
                    <a:lnTo>
                      <a:pt x="126" y="861"/>
                    </a:lnTo>
                    <a:lnTo>
                      <a:pt x="121" y="856"/>
                    </a:lnTo>
                    <a:lnTo>
                      <a:pt x="108" y="836"/>
                    </a:lnTo>
                    <a:lnTo>
                      <a:pt x="107" y="835"/>
                    </a:lnTo>
                    <a:lnTo>
                      <a:pt x="106" y="832"/>
                    </a:lnTo>
                    <a:lnTo>
                      <a:pt x="101" y="827"/>
                    </a:lnTo>
                    <a:lnTo>
                      <a:pt x="101" y="824"/>
                    </a:lnTo>
                    <a:lnTo>
                      <a:pt x="102" y="820"/>
                    </a:lnTo>
                    <a:lnTo>
                      <a:pt x="102" y="816"/>
                    </a:lnTo>
                    <a:lnTo>
                      <a:pt x="103" y="812"/>
                    </a:lnTo>
                    <a:lnTo>
                      <a:pt x="103" y="809"/>
                    </a:lnTo>
                    <a:lnTo>
                      <a:pt x="94" y="787"/>
                    </a:lnTo>
                    <a:lnTo>
                      <a:pt x="94" y="786"/>
                    </a:lnTo>
                    <a:lnTo>
                      <a:pt x="97" y="783"/>
                    </a:lnTo>
                    <a:lnTo>
                      <a:pt x="98" y="783"/>
                    </a:lnTo>
                    <a:lnTo>
                      <a:pt x="98" y="782"/>
                    </a:lnTo>
                    <a:lnTo>
                      <a:pt x="102" y="771"/>
                    </a:lnTo>
                    <a:lnTo>
                      <a:pt x="104" y="761"/>
                    </a:lnTo>
                    <a:lnTo>
                      <a:pt x="107" y="756"/>
                    </a:lnTo>
                    <a:lnTo>
                      <a:pt x="111" y="751"/>
                    </a:lnTo>
                    <a:lnTo>
                      <a:pt x="114" y="747"/>
                    </a:lnTo>
                    <a:lnTo>
                      <a:pt x="116" y="741"/>
                    </a:lnTo>
                    <a:lnTo>
                      <a:pt x="116" y="736"/>
                    </a:lnTo>
                    <a:lnTo>
                      <a:pt x="114" y="732"/>
                    </a:lnTo>
                    <a:lnTo>
                      <a:pt x="113" y="727"/>
                    </a:lnTo>
                    <a:lnTo>
                      <a:pt x="113" y="722"/>
                    </a:lnTo>
                    <a:lnTo>
                      <a:pt x="114" y="720"/>
                    </a:lnTo>
                    <a:lnTo>
                      <a:pt x="116" y="720"/>
                    </a:lnTo>
                    <a:lnTo>
                      <a:pt x="116" y="715"/>
                    </a:lnTo>
                    <a:lnTo>
                      <a:pt x="114" y="717"/>
                    </a:lnTo>
                    <a:lnTo>
                      <a:pt x="112" y="718"/>
                    </a:lnTo>
                    <a:lnTo>
                      <a:pt x="111" y="719"/>
                    </a:lnTo>
                    <a:lnTo>
                      <a:pt x="104" y="719"/>
                    </a:lnTo>
                    <a:lnTo>
                      <a:pt x="102" y="718"/>
                    </a:lnTo>
                    <a:lnTo>
                      <a:pt x="101" y="715"/>
                    </a:lnTo>
                    <a:lnTo>
                      <a:pt x="96" y="719"/>
                    </a:lnTo>
                    <a:lnTo>
                      <a:pt x="92" y="722"/>
                    </a:lnTo>
                    <a:lnTo>
                      <a:pt x="87" y="724"/>
                    </a:lnTo>
                    <a:lnTo>
                      <a:pt x="79" y="726"/>
                    </a:lnTo>
                    <a:lnTo>
                      <a:pt x="74" y="724"/>
                    </a:lnTo>
                    <a:lnTo>
                      <a:pt x="69" y="720"/>
                    </a:lnTo>
                    <a:lnTo>
                      <a:pt x="66" y="717"/>
                    </a:lnTo>
                    <a:lnTo>
                      <a:pt x="59" y="715"/>
                    </a:lnTo>
                    <a:lnTo>
                      <a:pt x="57" y="715"/>
                    </a:lnTo>
                    <a:lnTo>
                      <a:pt x="54" y="717"/>
                    </a:lnTo>
                    <a:lnTo>
                      <a:pt x="53" y="719"/>
                    </a:lnTo>
                    <a:lnTo>
                      <a:pt x="50" y="722"/>
                    </a:lnTo>
                    <a:lnTo>
                      <a:pt x="49" y="724"/>
                    </a:lnTo>
                    <a:lnTo>
                      <a:pt x="48" y="726"/>
                    </a:lnTo>
                    <a:lnTo>
                      <a:pt x="45" y="726"/>
                    </a:lnTo>
                    <a:lnTo>
                      <a:pt x="40" y="724"/>
                    </a:lnTo>
                    <a:lnTo>
                      <a:pt x="35" y="720"/>
                    </a:lnTo>
                    <a:lnTo>
                      <a:pt x="30" y="718"/>
                    </a:lnTo>
                    <a:lnTo>
                      <a:pt x="22" y="718"/>
                    </a:lnTo>
                    <a:lnTo>
                      <a:pt x="24" y="715"/>
                    </a:lnTo>
                    <a:lnTo>
                      <a:pt x="23" y="714"/>
                    </a:lnTo>
                    <a:lnTo>
                      <a:pt x="20" y="713"/>
                    </a:lnTo>
                    <a:lnTo>
                      <a:pt x="18" y="710"/>
                    </a:lnTo>
                    <a:lnTo>
                      <a:pt x="15" y="709"/>
                    </a:lnTo>
                    <a:lnTo>
                      <a:pt x="13" y="704"/>
                    </a:lnTo>
                    <a:lnTo>
                      <a:pt x="14" y="703"/>
                    </a:lnTo>
                    <a:lnTo>
                      <a:pt x="12" y="700"/>
                    </a:lnTo>
                    <a:lnTo>
                      <a:pt x="8" y="698"/>
                    </a:lnTo>
                    <a:lnTo>
                      <a:pt x="0" y="695"/>
                    </a:lnTo>
                    <a:lnTo>
                      <a:pt x="4" y="692"/>
                    </a:lnTo>
                    <a:lnTo>
                      <a:pt x="7" y="690"/>
                    </a:lnTo>
                    <a:lnTo>
                      <a:pt x="8" y="689"/>
                    </a:lnTo>
                    <a:lnTo>
                      <a:pt x="9" y="687"/>
                    </a:lnTo>
                    <a:lnTo>
                      <a:pt x="9" y="679"/>
                    </a:lnTo>
                    <a:lnTo>
                      <a:pt x="4" y="679"/>
                    </a:lnTo>
                    <a:lnTo>
                      <a:pt x="2" y="678"/>
                    </a:lnTo>
                    <a:lnTo>
                      <a:pt x="2" y="676"/>
                    </a:lnTo>
                    <a:lnTo>
                      <a:pt x="4" y="671"/>
                    </a:lnTo>
                    <a:lnTo>
                      <a:pt x="9" y="668"/>
                    </a:lnTo>
                    <a:lnTo>
                      <a:pt x="27" y="665"/>
                    </a:lnTo>
                    <a:lnTo>
                      <a:pt x="34" y="664"/>
                    </a:lnTo>
                    <a:lnTo>
                      <a:pt x="39" y="663"/>
                    </a:lnTo>
                    <a:lnTo>
                      <a:pt x="37" y="660"/>
                    </a:lnTo>
                    <a:lnTo>
                      <a:pt x="35" y="660"/>
                    </a:lnTo>
                    <a:lnTo>
                      <a:pt x="35" y="658"/>
                    </a:lnTo>
                    <a:lnTo>
                      <a:pt x="38" y="656"/>
                    </a:lnTo>
                    <a:lnTo>
                      <a:pt x="62" y="656"/>
                    </a:lnTo>
                    <a:lnTo>
                      <a:pt x="64" y="654"/>
                    </a:lnTo>
                    <a:lnTo>
                      <a:pt x="68" y="653"/>
                    </a:lnTo>
                    <a:lnTo>
                      <a:pt x="72" y="650"/>
                    </a:lnTo>
                    <a:lnTo>
                      <a:pt x="74" y="648"/>
                    </a:lnTo>
                    <a:lnTo>
                      <a:pt x="81" y="646"/>
                    </a:lnTo>
                    <a:lnTo>
                      <a:pt x="89" y="645"/>
                    </a:lnTo>
                    <a:lnTo>
                      <a:pt x="98" y="645"/>
                    </a:lnTo>
                    <a:lnTo>
                      <a:pt x="104" y="646"/>
                    </a:lnTo>
                    <a:lnTo>
                      <a:pt x="112" y="649"/>
                    </a:lnTo>
                    <a:lnTo>
                      <a:pt x="118" y="650"/>
                    </a:lnTo>
                    <a:lnTo>
                      <a:pt x="121" y="654"/>
                    </a:lnTo>
                    <a:lnTo>
                      <a:pt x="127" y="656"/>
                    </a:lnTo>
                    <a:lnTo>
                      <a:pt x="133" y="658"/>
                    </a:lnTo>
                    <a:lnTo>
                      <a:pt x="138" y="659"/>
                    </a:lnTo>
                    <a:lnTo>
                      <a:pt x="162" y="659"/>
                    </a:lnTo>
                    <a:lnTo>
                      <a:pt x="168" y="658"/>
                    </a:lnTo>
                    <a:lnTo>
                      <a:pt x="175" y="653"/>
                    </a:lnTo>
                    <a:lnTo>
                      <a:pt x="181" y="649"/>
                    </a:lnTo>
                    <a:lnTo>
                      <a:pt x="190" y="648"/>
                    </a:lnTo>
                    <a:lnTo>
                      <a:pt x="195" y="648"/>
                    </a:lnTo>
                    <a:lnTo>
                      <a:pt x="200" y="650"/>
                    </a:lnTo>
                    <a:lnTo>
                      <a:pt x="202" y="653"/>
                    </a:lnTo>
                    <a:lnTo>
                      <a:pt x="202" y="655"/>
                    </a:lnTo>
                    <a:lnTo>
                      <a:pt x="205" y="660"/>
                    </a:lnTo>
                    <a:lnTo>
                      <a:pt x="206" y="664"/>
                    </a:lnTo>
                    <a:lnTo>
                      <a:pt x="209" y="666"/>
                    </a:lnTo>
                    <a:lnTo>
                      <a:pt x="214" y="669"/>
                    </a:lnTo>
                    <a:lnTo>
                      <a:pt x="215" y="670"/>
                    </a:lnTo>
                    <a:lnTo>
                      <a:pt x="216" y="670"/>
                    </a:lnTo>
                    <a:lnTo>
                      <a:pt x="221" y="674"/>
                    </a:lnTo>
                    <a:lnTo>
                      <a:pt x="225" y="679"/>
                    </a:lnTo>
                    <a:lnTo>
                      <a:pt x="230" y="683"/>
                    </a:lnTo>
                    <a:lnTo>
                      <a:pt x="236" y="685"/>
                    </a:lnTo>
                    <a:lnTo>
                      <a:pt x="240" y="685"/>
                    </a:lnTo>
                    <a:lnTo>
                      <a:pt x="242" y="684"/>
                    </a:lnTo>
                    <a:lnTo>
                      <a:pt x="244" y="681"/>
                    </a:lnTo>
                    <a:lnTo>
                      <a:pt x="249" y="676"/>
                    </a:lnTo>
                    <a:lnTo>
                      <a:pt x="251" y="675"/>
                    </a:lnTo>
                    <a:lnTo>
                      <a:pt x="252" y="675"/>
                    </a:lnTo>
                    <a:lnTo>
                      <a:pt x="254" y="674"/>
                    </a:lnTo>
                    <a:lnTo>
                      <a:pt x="256" y="674"/>
                    </a:lnTo>
                    <a:lnTo>
                      <a:pt x="258" y="676"/>
                    </a:lnTo>
                    <a:lnTo>
                      <a:pt x="258" y="678"/>
                    </a:lnTo>
                    <a:lnTo>
                      <a:pt x="259" y="680"/>
                    </a:lnTo>
                    <a:lnTo>
                      <a:pt x="260" y="681"/>
                    </a:lnTo>
                    <a:lnTo>
                      <a:pt x="260" y="687"/>
                    </a:lnTo>
                    <a:lnTo>
                      <a:pt x="265" y="692"/>
                    </a:lnTo>
                    <a:lnTo>
                      <a:pt x="266" y="694"/>
                    </a:lnTo>
                    <a:lnTo>
                      <a:pt x="266" y="702"/>
                    </a:lnTo>
                    <a:lnTo>
                      <a:pt x="269" y="707"/>
                    </a:lnTo>
                    <a:lnTo>
                      <a:pt x="279" y="707"/>
                    </a:lnTo>
                    <a:lnTo>
                      <a:pt x="281" y="708"/>
                    </a:lnTo>
                    <a:lnTo>
                      <a:pt x="283" y="710"/>
                    </a:lnTo>
                    <a:lnTo>
                      <a:pt x="284" y="712"/>
                    </a:lnTo>
                    <a:lnTo>
                      <a:pt x="285" y="714"/>
                    </a:lnTo>
                    <a:lnTo>
                      <a:pt x="290" y="717"/>
                    </a:lnTo>
                    <a:lnTo>
                      <a:pt x="304" y="717"/>
                    </a:lnTo>
                    <a:lnTo>
                      <a:pt x="315" y="715"/>
                    </a:lnTo>
                    <a:lnTo>
                      <a:pt x="324" y="714"/>
                    </a:lnTo>
                    <a:lnTo>
                      <a:pt x="324" y="707"/>
                    </a:lnTo>
                    <a:lnTo>
                      <a:pt x="319" y="702"/>
                    </a:lnTo>
                    <a:lnTo>
                      <a:pt x="319" y="697"/>
                    </a:lnTo>
                    <a:lnTo>
                      <a:pt x="322" y="694"/>
                    </a:lnTo>
                    <a:lnTo>
                      <a:pt x="323" y="692"/>
                    </a:lnTo>
                    <a:lnTo>
                      <a:pt x="323" y="689"/>
                    </a:lnTo>
                    <a:lnTo>
                      <a:pt x="322" y="684"/>
                    </a:lnTo>
                    <a:lnTo>
                      <a:pt x="320" y="680"/>
                    </a:lnTo>
                    <a:lnTo>
                      <a:pt x="316" y="676"/>
                    </a:lnTo>
                    <a:lnTo>
                      <a:pt x="313" y="674"/>
                    </a:lnTo>
                    <a:lnTo>
                      <a:pt x="308" y="673"/>
                    </a:lnTo>
                    <a:lnTo>
                      <a:pt x="309" y="668"/>
                    </a:lnTo>
                    <a:lnTo>
                      <a:pt x="314" y="663"/>
                    </a:lnTo>
                    <a:lnTo>
                      <a:pt x="316" y="661"/>
                    </a:lnTo>
                    <a:lnTo>
                      <a:pt x="328" y="661"/>
                    </a:lnTo>
                    <a:lnTo>
                      <a:pt x="327" y="659"/>
                    </a:lnTo>
                    <a:lnTo>
                      <a:pt x="325" y="655"/>
                    </a:lnTo>
                    <a:lnTo>
                      <a:pt x="323" y="650"/>
                    </a:lnTo>
                    <a:lnTo>
                      <a:pt x="322" y="646"/>
                    </a:lnTo>
                    <a:lnTo>
                      <a:pt x="319" y="646"/>
                    </a:lnTo>
                    <a:lnTo>
                      <a:pt x="316" y="648"/>
                    </a:lnTo>
                    <a:lnTo>
                      <a:pt x="314" y="650"/>
                    </a:lnTo>
                    <a:lnTo>
                      <a:pt x="310" y="651"/>
                    </a:lnTo>
                    <a:lnTo>
                      <a:pt x="308" y="653"/>
                    </a:lnTo>
                    <a:lnTo>
                      <a:pt x="306" y="642"/>
                    </a:lnTo>
                    <a:lnTo>
                      <a:pt x="301" y="634"/>
                    </a:lnTo>
                    <a:lnTo>
                      <a:pt x="295" y="626"/>
                    </a:lnTo>
                    <a:lnTo>
                      <a:pt x="289" y="617"/>
                    </a:lnTo>
                    <a:lnTo>
                      <a:pt x="288" y="616"/>
                    </a:lnTo>
                    <a:lnTo>
                      <a:pt x="285" y="615"/>
                    </a:lnTo>
                    <a:lnTo>
                      <a:pt x="280" y="610"/>
                    </a:lnTo>
                    <a:lnTo>
                      <a:pt x="280" y="606"/>
                    </a:lnTo>
                    <a:lnTo>
                      <a:pt x="284" y="605"/>
                    </a:lnTo>
                    <a:lnTo>
                      <a:pt x="290" y="601"/>
                    </a:lnTo>
                    <a:lnTo>
                      <a:pt x="299" y="597"/>
                    </a:lnTo>
                    <a:lnTo>
                      <a:pt x="308" y="596"/>
                    </a:lnTo>
                    <a:lnTo>
                      <a:pt x="315" y="597"/>
                    </a:lnTo>
                    <a:lnTo>
                      <a:pt x="323" y="597"/>
                    </a:lnTo>
                    <a:lnTo>
                      <a:pt x="329" y="595"/>
                    </a:lnTo>
                    <a:lnTo>
                      <a:pt x="328" y="592"/>
                    </a:lnTo>
                    <a:lnTo>
                      <a:pt x="325" y="590"/>
                    </a:lnTo>
                    <a:lnTo>
                      <a:pt x="325" y="583"/>
                    </a:lnTo>
                    <a:lnTo>
                      <a:pt x="328" y="582"/>
                    </a:lnTo>
                    <a:lnTo>
                      <a:pt x="328" y="585"/>
                    </a:lnTo>
                    <a:lnTo>
                      <a:pt x="329" y="585"/>
                    </a:lnTo>
                    <a:lnTo>
                      <a:pt x="329" y="586"/>
                    </a:lnTo>
                    <a:lnTo>
                      <a:pt x="330" y="587"/>
                    </a:lnTo>
                    <a:lnTo>
                      <a:pt x="334" y="588"/>
                    </a:lnTo>
                    <a:lnTo>
                      <a:pt x="337" y="590"/>
                    </a:lnTo>
                    <a:lnTo>
                      <a:pt x="338" y="590"/>
                    </a:lnTo>
                    <a:lnTo>
                      <a:pt x="342" y="587"/>
                    </a:lnTo>
                    <a:lnTo>
                      <a:pt x="342" y="586"/>
                    </a:lnTo>
                    <a:lnTo>
                      <a:pt x="344" y="583"/>
                    </a:lnTo>
                    <a:lnTo>
                      <a:pt x="347" y="583"/>
                    </a:lnTo>
                    <a:lnTo>
                      <a:pt x="348" y="582"/>
                    </a:lnTo>
                    <a:lnTo>
                      <a:pt x="349" y="582"/>
                    </a:lnTo>
                    <a:lnTo>
                      <a:pt x="350" y="583"/>
                    </a:lnTo>
                    <a:lnTo>
                      <a:pt x="352" y="582"/>
                    </a:lnTo>
                    <a:lnTo>
                      <a:pt x="353" y="583"/>
                    </a:lnTo>
                    <a:lnTo>
                      <a:pt x="355" y="585"/>
                    </a:lnTo>
                    <a:lnTo>
                      <a:pt x="358" y="583"/>
                    </a:lnTo>
                    <a:lnTo>
                      <a:pt x="359" y="582"/>
                    </a:lnTo>
                    <a:lnTo>
                      <a:pt x="362" y="582"/>
                    </a:lnTo>
                    <a:lnTo>
                      <a:pt x="363" y="581"/>
                    </a:lnTo>
                    <a:lnTo>
                      <a:pt x="365" y="582"/>
                    </a:lnTo>
                    <a:lnTo>
                      <a:pt x="367" y="583"/>
                    </a:lnTo>
                    <a:lnTo>
                      <a:pt x="367" y="587"/>
                    </a:lnTo>
                    <a:lnTo>
                      <a:pt x="368" y="587"/>
                    </a:lnTo>
                    <a:lnTo>
                      <a:pt x="369" y="588"/>
                    </a:lnTo>
                    <a:lnTo>
                      <a:pt x="373" y="588"/>
                    </a:lnTo>
                    <a:lnTo>
                      <a:pt x="375" y="590"/>
                    </a:lnTo>
                    <a:lnTo>
                      <a:pt x="375" y="591"/>
                    </a:lnTo>
                    <a:lnTo>
                      <a:pt x="379" y="591"/>
                    </a:lnTo>
                    <a:lnTo>
                      <a:pt x="380" y="590"/>
                    </a:lnTo>
                    <a:lnTo>
                      <a:pt x="382" y="587"/>
                    </a:lnTo>
                    <a:lnTo>
                      <a:pt x="383" y="586"/>
                    </a:lnTo>
                    <a:lnTo>
                      <a:pt x="385" y="588"/>
                    </a:lnTo>
                    <a:lnTo>
                      <a:pt x="389" y="590"/>
                    </a:lnTo>
                    <a:lnTo>
                      <a:pt x="392" y="588"/>
                    </a:lnTo>
                    <a:lnTo>
                      <a:pt x="393" y="587"/>
                    </a:lnTo>
                    <a:lnTo>
                      <a:pt x="397" y="587"/>
                    </a:lnTo>
                    <a:lnTo>
                      <a:pt x="398" y="580"/>
                    </a:lnTo>
                    <a:lnTo>
                      <a:pt x="399" y="578"/>
                    </a:lnTo>
                    <a:lnTo>
                      <a:pt x="398" y="577"/>
                    </a:lnTo>
                    <a:lnTo>
                      <a:pt x="398" y="576"/>
                    </a:lnTo>
                    <a:lnTo>
                      <a:pt x="392" y="576"/>
                    </a:lnTo>
                    <a:lnTo>
                      <a:pt x="391" y="575"/>
                    </a:lnTo>
                    <a:lnTo>
                      <a:pt x="391" y="573"/>
                    </a:lnTo>
                    <a:lnTo>
                      <a:pt x="387" y="572"/>
                    </a:lnTo>
                    <a:lnTo>
                      <a:pt x="385" y="572"/>
                    </a:lnTo>
                    <a:lnTo>
                      <a:pt x="385" y="570"/>
                    </a:lnTo>
                    <a:lnTo>
                      <a:pt x="382" y="568"/>
                    </a:lnTo>
                    <a:lnTo>
                      <a:pt x="382" y="567"/>
                    </a:lnTo>
                    <a:lnTo>
                      <a:pt x="380" y="562"/>
                    </a:lnTo>
                    <a:lnTo>
                      <a:pt x="379" y="559"/>
                    </a:lnTo>
                    <a:lnTo>
                      <a:pt x="373" y="559"/>
                    </a:lnTo>
                    <a:lnTo>
                      <a:pt x="369" y="561"/>
                    </a:lnTo>
                    <a:lnTo>
                      <a:pt x="369" y="557"/>
                    </a:lnTo>
                    <a:lnTo>
                      <a:pt x="367" y="548"/>
                    </a:lnTo>
                    <a:lnTo>
                      <a:pt x="365" y="543"/>
                    </a:lnTo>
                    <a:lnTo>
                      <a:pt x="367" y="539"/>
                    </a:lnTo>
                    <a:lnTo>
                      <a:pt x="370" y="533"/>
                    </a:lnTo>
                    <a:lnTo>
                      <a:pt x="375" y="528"/>
                    </a:lnTo>
                    <a:lnTo>
                      <a:pt x="377" y="520"/>
                    </a:lnTo>
                    <a:lnTo>
                      <a:pt x="378" y="518"/>
                    </a:lnTo>
                    <a:lnTo>
                      <a:pt x="375" y="517"/>
                    </a:lnTo>
                    <a:lnTo>
                      <a:pt x="368" y="520"/>
                    </a:lnTo>
                    <a:lnTo>
                      <a:pt x="364" y="524"/>
                    </a:lnTo>
                    <a:lnTo>
                      <a:pt x="355" y="522"/>
                    </a:lnTo>
                    <a:lnTo>
                      <a:pt x="352" y="515"/>
                    </a:lnTo>
                    <a:lnTo>
                      <a:pt x="349" y="508"/>
                    </a:lnTo>
                    <a:lnTo>
                      <a:pt x="353" y="505"/>
                    </a:lnTo>
                    <a:lnTo>
                      <a:pt x="358" y="509"/>
                    </a:lnTo>
                    <a:lnTo>
                      <a:pt x="365" y="509"/>
                    </a:lnTo>
                    <a:lnTo>
                      <a:pt x="369" y="507"/>
                    </a:lnTo>
                    <a:lnTo>
                      <a:pt x="370" y="500"/>
                    </a:lnTo>
                    <a:lnTo>
                      <a:pt x="370" y="493"/>
                    </a:lnTo>
                    <a:lnTo>
                      <a:pt x="365" y="492"/>
                    </a:lnTo>
                    <a:lnTo>
                      <a:pt x="362" y="493"/>
                    </a:lnTo>
                    <a:lnTo>
                      <a:pt x="355" y="492"/>
                    </a:lnTo>
                    <a:lnTo>
                      <a:pt x="352" y="485"/>
                    </a:lnTo>
                    <a:lnTo>
                      <a:pt x="352" y="478"/>
                    </a:lnTo>
                    <a:lnTo>
                      <a:pt x="355" y="470"/>
                    </a:lnTo>
                    <a:lnTo>
                      <a:pt x="359" y="459"/>
                    </a:lnTo>
                    <a:lnTo>
                      <a:pt x="365" y="454"/>
                    </a:lnTo>
                    <a:lnTo>
                      <a:pt x="370" y="446"/>
                    </a:lnTo>
                    <a:lnTo>
                      <a:pt x="372" y="441"/>
                    </a:lnTo>
                    <a:lnTo>
                      <a:pt x="369" y="434"/>
                    </a:lnTo>
                    <a:lnTo>
                      <a:pt x="363" y="427"/>
                    </a:lnTo>
                    <a:lnTo>
                      <a:pt x="360" y="424"/>
                    </a:lnTo>
                    <a:lnTo>
                      <a:pt x="363" y="421"/>
                    </a:lnTo>
                    <a:lnTo>
                      <a:pt x="360" y="416"/>
                    </a:lnTo>
                    <a:lnTo>
                      <a:pt x="363" y="415"/>
                    </a:lnTo>
                    <a:lnTo>
                      <a:pt x="367" y="412"/>
                    </a:lnTo>
                    <a:lnTo>
                      <a:pt x="372" y="402"/>
                    </a:lnTo>
                    <a:lnTo>
                      <a:pt x="370" y="395"/>
                    </a:lnTo>
                    <a:lnTo>
                      <a:pt x="367" y="390"/>
                    </a:lnTo>
                    <a:lnTo>
                      <a:pt x="367" y="385"/>
                    </a:lnTo>
                    <a:lnTo>
                      <a:pt x="370" y="386"/>
                    </a:lnTo>
                    <a:lnTo>
                      <a:pt x="372" y="382"/>
                    </a:lnTo>
                    <a:lnTo>
                      <a:pt x="370" y="377"/>
                    </a:lnTo>
                    <a:lnTo>
                      <a:pt x="370" y="373"/>
                    </a:lnTo>
                    <a:lnTo>
                      <a:pt x="369" y="366"/>
                    </a:lnTo>
                    <a:lnTo>
                      <a:pt x="369" y="365"/>
                    </a:lnTo>
                    <a:lnTo>
                      <a:pt x="370" y="357"/>
                    </a:lnTo>
                    <a:lnTo>
                      <a:pt x="369" y="352"/>
                    </a:lnTo>
                    <a:lnTo>
                      <a:pt x="368" y="354"/>
                    </a:lnTo>
                    <a:lnTo>
                      <a:pt x="367" y="354"/>
                    </a:lnTo>
                    <a:lnTo>
                      <a:pt x="367" y="352"/>
                    </a:lnTo>
                    <a:lnTo>
                      <a:pt x="372" y="339"/>
                    </a:lnTo>
                    <a:lnTo>
                      <a:pt x="370" y="329"/>
                    </a:lnTo>
                    <a:lnTo>
                      <a:pt x="373" y="323"/>
                    </a:lnTo>
                    <a:lnTo>
                      <a:pt x="374" y="317"/>
                    </a:lnTo>
                    <a:lnTo>
                      <a:pt x="377" y="310"/>
                    </a:lnTo>
                    <a:lnTo>
                      <a:pt x="375" y="305"/>
                    </a:lnTo>
                    <a:lnTo>
                      <a:pt x="377" y="302"/>
                    </a:lnTo>
                    <a:lnTo>
                      <a:pt x="380" y="300"/>
                    </a:lnTo>
                    <a:lnTo>
                      <a:pt x="385" y="300"/>
                    </a:lnTo>
                    <a:lnTo>
                      <a:pt x="391" y="297"/>
                    </a:lnTo>
                    <a:lnTo>
                      <a:pt x="396" y="288"/>
                    </a:lnTo>
                    <a:lnTo>
                      <a:pt x="404" y="281"/>
                    </a:lnTo>
                    <a:lnTo>
                      <a:pt x="414" y="273"/>
                    </a:lnTo>
                    <a:lnTo>
                      <a:pt x="417" y="264"/>
                    </a:lnTo>
                    <a:lnTo>
                      <a:pt x="422" y="256"/>
                    </a:lnTo>
                    <a:lnTo>
                      <a:pt x="427" y="255"/>
                    </a:lnTo>
                    <a:lnTo>
                      <a:pt x="433" y="251"/>
                    </a:lnTo>
                    <a:lnTo>
                      <a:pt x="436" y="246"/>
                    </a:lnTo>
                    <a:lnTo>
                      <a:pt x="436" y="243"/>
                    </a:lnTo>
                    <a:lnTo>
                      <a:pt x="438" y="241"/>
                    </a:lnTo>
                    <a:lnTo>
                      <a:pt x="441" y="241"/>
                    </a:lnTo>
                    <a:lnTo>
                      <a:pt x="442" y="235"/>
                    </a:lnTo>
                    <a:lnTo>
                      <a:pt x="442" y="225"/>
                    </a:lnTo>
                    <a:lnTo>
                      <a:pt x="436" y="225"/>
                    </a:lnTo>
                    <a:lnTo>
                      <a:pt x="432" y="221"/>
                    </a:lnTo>
                    <a:lnTo>
                      <a:pt x="432" y="215"/>
                    </a:lnTo>
                    <a:lnTo>
                      <a:pt x="434" y="212"/>
                    </a:lnTo>
                    <a:lnTo>
                      <a:pt x="436" y="205"/>
                    </a:lnTo>
                    <a:lnTo>
                      <a:pt x="432" y="200"/>
                    </a:lnTo>
                    <a:lnTo>
                      <a:pt x="429" y="195"/>
                    </a:lnTo>
                    <a:lnTo>
                      <a:pt x="431" y="188"/>
                    </a:lnTo>
                    <a:lnTo>
                      <a:pt x="429" y="183"/>
                    </a:lnTo>
                    <a:lnTo>
                      <a:pt x="428" y="181"/>
                    </a:lnTo>
                    <a:lnTo>
                      <a:pt x="431" y="182"/>
                    </a:lnTo>
                    <a:lnTo>
                      <a:pt x="434" y="183"/>
                    </a:lnTo>
                    <a:lnTo>
                      <a:pt x="437" y="183"/>
                    </a:lnTo>
                    <a:lnTo>
                      <a:pt x="444" y="186"/>
                    </a:lnTo>
                    <a:lnTo>
                      <a:pt x="462" y="195"/>
                    </a:lnTo>
                    <a:lnTo>
                      <a:pt x="471" y="200"/>
                    </a:lnTo>
                    <a:lnTo>
                      <a:pt x="480" y="204"/>
                    </a:lnTo>
                    <a:lnTo>
                      <a:pt x="487" y="206"/>
                    </a:lnTo>
                    <a:lnTo>
                      <a:pt x="492" y="207"/>
                    </a:lnTo>
                    <a:lnTo>
                      <a:pt x="495" y="206"/>
                    </a:lnTo>
                    <a:lnTo>
                      <a:pt x="495" y="202"/>
                    </a:lnTo>
                    <a:lnTo>
                      <a:pt x="490" y="193"/>
                    </a:lnTo>
                    <a:lnTo>
                      <a:pt x="482" y="186"/>
                    </a:lnTo>
                    <a:lnTo>
                      <a:pt x="477" y="176"/>
                    </a:lnTo>
                    <a:lnTo>
                      <a:pt x="472" y="165"/>
                    </a:lnTo>
                    <a:lnTo>
                      <a:pt x="471" y="152"/>
                    </a:lnTo>
                    <a:lnTo>
                      <a:pt x="473" y="143"/>
                    </a:lnTo>
                    <a:lnTo>
                      <a:pt x="480" y="134"/>
                    </a:lnTo>
                    <a:lnTo>
                      <a:pt x="490" y="124"/>
                    </a:lnTo>
                    <a:lnTo>
                      <a:pt x="500" y="117"/>
                    </a:lnTo>
                    <a:lnTo>
                      <a:pt x="511" y="112"/>
                    </a:lnTo>
                    <a:lnTo>
                      <a:pt x="521" y="112"/>
                    </a:lnTo>
                    <a:lnTo>
                      <a:pt x="534" y="115"/>
                    </a:lnTo>
                    <a:lnTo>
                      <a:pt x="540" y="118"/>
                    </a:lnTo>
                    <a:lnTo>
                      <a:pt x="541" y="122"/>
                    </a:lnTo>
                    <a:lnTo>
                      <a:pt x="539" y="127"/>
                    </a:lnTo>
                    <a:lnTo>
                      <a:pt x="535" y="132"/>
                    </a:lnTo>
                    <a:lnTo>
                      <a:pt x="534" y="138"/>
                    </a:lnTo>
                    <a:lnTo>
                      <a:pt x="534" y="146"/>
                    </a:lnTo>
                    <a:lnTo>
                      <a:pt x="535" y="158"/>
                    </a:lnTo>
                    <a:lnTo>
                      <a:pt x="537" y="172"/>
                    </a:lnTo>
                    <a:lnTo>
                      <a:pt x="540" y="187"/>
                    </a:lnTo>
                    <a:lnTo>
                      <a:pt x="544" y="200"/>
                    </a:lnTo>
                    <a:lnTo>
                      <a:pt x="549" y="209"/>
                    </a:lnTo>
                    <a:lnTo>
                      <a:pt x="555" y="212"/>
                    </a:lnTo>
                    <a:lnTo>
                      <a:pt x="559" y="211"/>
                    </a:lnTo>
                    <a:lnTo>
                      <a:pt x="559" y="206"/>
                    </a:lnTo>
                    <a:lnTo>
                      <a:pt x="557" y="200"/>
                    </a:lnTo>
                    <a:lnTo>
                      <a:pt x="554" y="192"/>
                    </a:lnTo>
                    <a:lnTo>
                      <a:pt x="551" y="185"/>
                    </a:lnTo>
                    <a:lnTo>
                      <a:pt x="550" y="177"/>
                    </a:lnTo>
                    <a:lnTo>
                      <a:pt x="556" y="165"/>
                    </a:lnTo>
                    <a:lnTo>
                      <a:pt x="556" y="157"/>
                    </a:lnTo>
                    <a:lnTo>
                      <a:pt x="552" y="149"/>
                    </a:lnTo>
                    <a:lnTo>
                      <a:pt x="547" y="143"/>
                    </a:lnTo>
                    <a:lnTo>
                      <a:pt x="544" y="136"/>
                    </a:lnTo>
                    <a:lnTo>
                      <a:pt x="554" y="131"/>
                    </a:lnTo>
                    <a:lnTo>
                      <a:pt x="561" y="122"/>
                    </a:lnTo>
                    <a:lnTo>
                      <a:pt x="565" y="112"/>
                    </a:lnTo>
                    <a:lnTo>
                      <a:pt x="567" y="115"/>
                    </a:lnTo>
                    <a:lnTo>
                      <a:pt x="569" y="122"/>
                    </a:lnTo>
                    <a:lnTo>
                      <a:pt x="570" y="127"/>
                    </a:lnTo>
                    <a:lnTo>
                      <a:pt x="572" y="133"/>
                    </a:lnTo>
                    <a:lnTo>
                      <a:pt x="575" y="136"/>
                    </a:lnTo>
                    <a:lnTo>
                      <a:pt x="579" y="137"/>
                    </a:lnTo>
                    <a:lnTo>
                      <a:pt x="585" y="133"/>
                    </a:lnTo>
                    <a:lnTo>
                      <a:pt x="593" y="124"/>
                    </a:lnTo>
                    <a:lnTo>
                      <a:pt x="606" y="124"/>
                    </a:lnTo>
                    <a:lnTo>
                      <a:pt x="616" y="126"/>
                    </a:lnTo>
                    <a:lnTo>
                      <a:pt x="624" y="127"/>
                    </a:lnTo>
                    <a:lnTo>
                      <a:pt x="629" y="127"/>
                    </a:lnTo>
                    <a:lnTo>
                      <a:pt x="634" y="124"/>
                    </a:lnTo>
                    <a:lnTo>
                      <a:pt x="631" y="119"/>
                    </a:lnTo>
                    <a:lnTo>
                      <a:pt x="630" y="114"/>
                    </a:lnTo>
                    <a:lnTo>
                      <a:pt x="629" y="110"/>
                    </a:lnTo>
                    <a:lnTo>
                      <a:pt x="628" y="108"/>
                    </a:lnTo>
                    <a:lnTo>
                      <a:pt x="630" y="99"/>
                    </a:lnTo>
                    <a:lnTo>
                      <a:pt x="638" y="94"/>
                    </a:lnTo>
                    <a:lnTo>
                      <a:pt x="649" y="90"/>
                    </a:lnTo>
                    <a:lnTo>
                      <a:pt x="660" y="89"/>
                    </a:lnTo>
                    <a:lnTo>
                      <a:pt x="692" y="89"/>
                    </a:lnTo>
                    <a:lnTo>
                      <a:pt x="697" y="87"/>
                    </a:lnTo>
                    <a:lnTo>
                      <a:pt x="702" y="80"/>
                    </a:lnTo>
                    <a:lnTo>
                      <a:pt x="705" y="73"/>
                    </a:lnTo>
                    <a:lnTo>
                      <a:pt x="709" y="66"/>
                    </a:lnTo>
                    <a:lnTo>
                      <a:pt x="725" y="55"/>
                    </a:lnTo>
                    <a:lnTo>
                      <a:pt x="746" y="46"/>
                    </a:lnTo>
                    <a:lnTo>
                      <a:pt x="766" y="41"/>
                    </a:lnTo>
                    <a:lnTo>
                      <a:pt x="783" y="37"/>
                    </a:lnTo>
                    <a:lnTo>
                      <a:pt x="800" y="35"/>
                    </a:lnTo>
                    <a:lnTo>
                      <a:pt x="810" y="32"/>
                    </a:lnTo>
                    <a:lnTo>
                      <a:pt x="810" y="37"/>
                    </a:lnTo>
                    <a:lnTo>
                      <a:pt x="815" y="40"/>
                    </a:lnTo>
                    <a:lnTo>
                      <a:pt x="823" y="40"/>
                    </a:lnTo>
                    <a:lnTo>
                      <a:pt x="832" y="37"/>
                    </a:lnTo>
                    <a:lnTo>
                      <a:pt x="852" y="30"/>
                    </a:lnTo>
                    <a:lnTo>
                      <a:pt x="865" y="24"/>
                    </a:lnTo>
                    <a:lnTo>
                      <a:pt x="871" y="17"/>
                    </a:lnTo>
                    <a:lnTo>
                      <a:pt x="879" y="11"/>
                    </a:lnTo>
                    <a:lnTo>
                      <a:pt x="886" y="6"/>
                    </a:lnTo>
                    <a:lnTo>
                      <a:pt x="895" y="1"/>
                    </a:lnTo>
                    <a:lnTo>
                      <a:pt x="90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9" name="Group 187">
              <a:extLst>
                <a:ext uri="{FF2B5EF4-FFF2-40B4-BE49-F238E27FC236}">
                  <a16:creationId xmlns:a16="http://schemas.microsoft.com/office/drawing/2014/main" id="{03A8E118-406D-484A-9FF2-45DD1F8F3DA8}"/>
                </a:ext>
              </a:extLst>
            </p:cNvPr>
            <p:cNvGrpSpPr/>
            <p:nvPr/>
          </p:nvGrpSpPr>
          <p:grpSpPr>
            <a:xfrm>
              <a:off x="3838475" y="2481167"/>
              <a:ext cx="1248362" cy="1136683"/>
              <a:chOff x="5531311" y="1788316"/>
              <a:chExt cx="1946114" cy="1772016"/>
            </a:xfrm>
            <a:grpFill/>
          </p:grpSpPr>
          <p:sp>
            <p:nvSpPr>
              <p:cNvPr id="240" name="Freeform 1364">
                <a:extLst>
                  <a:ext uri="{FF2B5EF4-FFF2-40B4-BE49-F238E27FC236}">
                    <a16:creationId xmlns:a16="http://schemas.microsoft.com/office/drawing/2014/main" id="{B05E22E7-B1B5-4240-8CF2-6B1FC5629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1311" y="2942718"/>
                <a:ext cx="103627" cy="126425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37" y="0"/>
                  </a:cxn>
                  <a:cxn ang="0">
                    <a:pos x="44" y="3"/>
                  </a:cxn>
                  <a:cxn ang="0">
                    <a:pos x="47" y="7"/>
                  </a:cxn>
                  <a:cxn ang="0">
                    <a:pos x="49" y="9"/>
                  </a:cxn>
                  <a:cxn ang="0">
                    <a:pos x="50" y="13"/>
                  </a:cxn>
                  <a:cxn ang="0">
                    <a:pos x="50" y="18"/>
                  </a:cxn>
                  <a:cxn ang="0">
                    <a:pos x="48" y="19"/>
                  </a:cxn>
                  <a:cxn ang="0">
                    <a:pos x="47" y="20"/>
                  </a:cxn>
                  <a:cxn ang="0">
                    <a:pos x="45" y="20"/>
                  </a:cxn>
                  <a:cxn ang="0">
                    <a:pos x="43" y="22"/>
                  </a:cxn>
                  <a:cxn ang="0">
                    <a:pos x="43" y="39"/>
                  </a:cxn>
                  <a:cxn ang="0">
                    <a:pos x="44" y="42"/>
                  </a:cxn>
                  <a:cxn ang="0">
                    <a:pos x="44" y="47"/>
                  </a:cxn>
                  <a:cxn ang="0">
                    <a:pos x="43" y="48"/>
                  </a:cxn>
                  <a:cxn ang="0">
                    <a:pos x="38" y="51"/>
                  </a:cxn>
                  <a:cxn ang="0">
                    <a:pos x="32" y="51"/>
                  </a:cxn>
                  <a:cxn ang="0">
                    <a:pos x="28" y="52"/>
                  </a:cxn>
                  <a:cxn ang="0">
                    <a:pos x="25" y="53"/>
                  </a:cxn>
                  <a:cxn ang="0">
                    <a:pos x="22" y="56"/>
                  </a:cxn>
                  <a:cxn ang="0">
                    <a:pos x="18" y="59"/>
                  </a:cxn>
                  <a:cxn ang="0">
                    <a:pos x="14" y="61"/>
                  </a:cxn>
                  <a:cxn ang="0">
                    <a:pos x="10" y="61"/>
                  </a:cxn>
                  <a:cxn ang="0">
                    <a:pos x="3" y="58"/>
                  </a:cxn>
                  <a:cxn ang="0">
                    <a:pos x="2" y="56"/>
                  </a:cxn>
                  <a:cxn ang="0">
                    <a:pos x="0" y="52"/>
                  </a:cxn>
                  <a:cxn ang="0">
                    <a:pos x="2" y="46"/>
                  </a:cxn>
                  <a:cxn ang="0">
                    <a:pos x="5" y="41"/>
                  </a:cxn>
                  <a:cxn ang="0">
                    <a:pos x="9" y="37"/>
                  </a:cxn>
                  <a:cxn ang="0">
                    <a:pos x="12" y="30"/>
                  </a:cxn>
                  <a:cxn ang="0">
                    <a:pos x="7" y="28"/>
                  </a:cxn>
                  <a:cxn ang="0">
                    <a:pos x="5" y="25"/>
                  </a:cxn>
                  <a:cxn ang="0">
                    <a:pos x="4" y="22"/>
                  </a:cxn>
                  <a:cxn ang="0">
                    <a:pos x="4" y="19"/>
                  </a:cxn>
                  <a:cxn ang="0">
                    <a:pos x="5" y="18"/>
                  </a:cxn>
                  <a:cxn ang="0">
                    <a:pos x="10" y="18"/>
                  </a:cxn>
                  <a:cxn ang="0">
                    <a:pos x="20" y="13"/>
                  </a:cxn>
                  <a:cxn ang="0">
                    <a:pos x="18" y="10"/>
                  </a:cxn>
                  <a:cxn ang="0">
                    <a:pos x="18" y="8"/>
                  </a:cxn>
                  <a:cxn ang="0">
                    <a:pos x="19" y="7"/>
                  </a:cxn>
                  <a:cxn ang="0">
                    <a:pos x="20" y="4"/>
                  </a:cxn>
                  <a:cxn ang="0">
                    <a:pos x="24" y="3"/>
                  </a:cxn>
                  <a:cxn ang="0">
                    <a:pos x="27" y="0"/>
                  </a:cxn>
                </a:cxnLst>
                <a:rect l="0" t="0" r="r" b="b"/>
                <a:pathLst>
                  <a:path w="50" h="61">
                    <a:moveTo>
                      <a:pt x="27" y="0"/>
                    </a:moveTo>
                    <a:lnTo>
                      <a:pt x="37" y="0"/>
                    </a:lnTo>
                    <a:lnTo>
                      <a:pt x="44" y="3"/>
                    </a:lnTo>
                    <a:lnTo>
                      <a:pt x="47" y="7"/>
                    </a:lnTo>
                    <a:lnTo>
                      <a:pt x="49" y="9"/>
                    </a:lnTo>
                    <a:lnTo>
                      <a:pt x="50" y="13"/>
                    </a:lnTo>
                    <a:lnTo>
                      <a:pt x="50" y="18"/>
                    </a:lnTo>
                    <a:lnTo>
                      <a:pt x="48" y="19"/>
                    </a:lnTo>
                    <a:lnTo>
                      <a:pt x="47" y="20"/>
                    </a:lnTo>
                    <a:lnTo>
                      <a:pt x="45" y="20"/>
                    </a:lnTo>
                    <a:lnTo>
                      <a:pt x="43" y="22"/>
                    </a:lnTo>
                    <a:lnTo>
                      <a:pt x="43" y="39"/>
                    </a:lnTo>
                    <a:lnTo>
                      <a:pt x="44" y="42"/>
                    </a:lnTo>
                    <a:lnTo>
                      <a:pt x="44" y="47"/>
                    </a:lnTo>
                    <a:lnTo>
                      <a:pt x="43" y="48"/>
                    </a:lnTo>
                    <a:lnTo>
                      <a:pt x="38" y="51"/>
                    </a:lnTo>
                    <a:lnTo>
                      <a:pt x="32" y="51"/>
                    </a:lnTo>
                    <a:lnTo>
                      <a:pt x="28" y="52"/>
                    </a:lnTo>
                    <a:lnTo>
                      <a:pt x="25" y="53"/>
                    </a:lnTo>
                    <a:lnTo>
                      <a:pt x="22" y="56"/>
                    </a:lnTo>
                    <a:lnTo>
                      <a:pt x="18" y="59"/>
                    </a:lnTo>
                    <a:lnTo>
                      <a:pt x="14" y="61"/>
                    </a:lnTo>
                    <a:lnTo>
                      <a:pt x="10" y="61"/>
                    </a:lnTo>
                    <a:lnTo>
                      <a:pt x="3" y="58"/>
                    </a:lnTo>
                    <a:lnTo>
                      <a:pt x="2" y="56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5" y="41"/>
                    </a:lnTo>
                    <a:lnTo>
                      <a:pt x="9" y="37"/>
                    </a:lnTo>
                    <a:lnTo>
                      <a:pt x="12" y="30"/>
                    </a:lnTo>
                    <a:lnTo>
                      <a:pt x="7" y="28"/>
                    </a:lnTo>
                    <a:lnTo>
                      <a:pt x="5" y="25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5" y="18"/>
                    </a:lnTo>
                    <a:lnTo>
                      <a:pt x="10" y="18"/>
                    </a:lnTo>
                    <a:lnTo>
                      <a:pt x="20" y="13"/>
                    </a:lnTo>
                    <a:lnTo>
                      <a:pt x="18" y="10"/>
                    </a:lnTo>
                    <a:lnTo>
                      <a:pt x="18" y="8"/>
                    </a:lnTo>
                    <a:lnTo>
                      <a:pt x="19" y="7"/>
                    </a:lnTo>
                    <a:lnTo>
                      <a:pt x="20" y="4"/>
                    </a:lnTo>
                    <a:lnTo>
                      <a:pt x="24" y="3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41" name="Freeform 1380">
                <a:extLst>
                  <a:ext uri="{FF2B5EF4-FFF2-40B4-BE49-F238E27FC236}">
                    <a16:creationId xmlns:a16="http://schemas.microsoft.com/office/drawing/2014/main" id="{07391C36-EF84-43EB-9343-995BB5FFC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4572" y="1840131"/>
                <a:ext cx="167876" cy="51814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31" y="0"/>
                  </a:cxn>
                  <a:cxn ang="0">
                    <a:pos x="40" y="1"/>
                  </a:cxn>
                  <a:cxn ang="0">
                    <a:pos x="48" y="4"/>
                  </a:cxn>
                  <a:cxn ang="0">
                    <a:pos x="55" y="5"/>
                  </a:cxn>
                  <a:cxn ang="0">
                    <a:pos x="58" y="5"/>
                  </a:cxn>
                  <a:cxn ang="0">
                    <a:pos x="61" y="4"/>
                  </a:cxn>
                  <a:cxn ang="0">
                    <a:pos x="64" y="1"/>
                  </a:cxn>
                  <a:cxn ang="0">
                    <a:pos x="66" y="0"/>
                  </a:cxn>
                  <a:cxn ang="0">
                    <a:pos x="73" y="0"/>
                  </a:cxn>
                  <a:cxn ang="0">
                    <a:pos x="76" y="3"/>
                  </a:cxn>
                  <a:cxn ang="0">
                    <a:pos x="81" y="5"/>
                  </a:cxn>
                  <a:cxn ang="0">
                    <a:pos x="81" y="8"/>
                  </a:cxn>
                  <a:cxn ang="0">
                    <a:pos x="80" y="9"/>
                  </a:cxn>
                  <a:cxn ang="0">
                    <a:pos x="76" y="9"/>
                  </a:cxn>
                  <a:cxn ang="0">
                    <a:pos x="75" y="10"/>
                  </a:cxn>
                  <a:cxn ang="0">
                    <a:pos x="73" y="10"/>
                  </a:cxn>
                  <a:cxn ang="0">
                    <a:pos x="70" y="13"/>
                  </a:cxn>
                  <a:cxn ang="0">
                    <a:pos x="68" y="13"/>
                  </a:cxn>
                  <a:cxn ang="0">
                    <a:pos x="66" y="12"/>
                  </a:cxn>
                  <a:cxn ang="0">
                    <a:pos x="66" y="14"/>
                  </a:cxn>
                  <a:cxn ang="0">
                    <a:pos x="64" y="15"/>
                  </a:cxn>
                  <a:cxn ang="0">
                    <a:pos x="55" y="15"/>
                  </a:cxn>
                  <a:cxn ang="0">
                    <a:pos x="50" y="18"/>
                  </a:cxn>
                  <a:cxn ang="0">
                    <a:pos x="48" y="23"/>
                  </a:cxn>
                  <a:cxn ang="0">
                    <a:pos x="46" y="24"/>
                  </a:cxn>
                  <a:cxn ang="0">
                    <a:pos x="44" y="25"/>
                  </a:cxn>
                  <a:cxn ang="0">
                    <a:pos x="42" y="23"/>
                  </a:cxn>
                  <a:cxn ang="0">
                    <a:pos x="40" y="20"/>
                  </a:cxn>
                  <a:cxn ang="0">
                    <a:pos x="32" y="20"/>
                  </a:cxn>
                  <a:cxn ang="0">
                    <a:pos x="30" y="19"/>
                  </a:cxn>
                  <a:cxn ang="0">
                    <a:pos x="29" y="17"/>
                  </a:cxn>
                  <a:cxn ang="0">
                    <a:pos x="34" y="14"/>
                  </a:cxn>
                  <a:cxn ang="0">
                    <a:pos x="35" y="14"/>
                  </a:cxn>
                  <a:cxn ang="0">
                    <a:pos x="37" y="13"/>
                  </a:cxn>
                  <a:cxn ang="0">
                    <a:pos x="31" y="13"/>
                  </a:cxn>
                  <a:cxn ang="0">
                    <a:pos x="30" y="12"/>
                  </a:cxn>
                  <a:cxn ang="0">
                    <a:pos x="31" y="10"/>
                  </a:cxn>
                  <a:cxn ang="0">
                    <a:pos x="34" y="10"/>
                  </a:cxn>
                  <a:cxn ang="0">
                    <a:pos x="36" y="8"/>
                  </a:cxn>
                  <a:cxn ang="0">
                    <a:pos x="31" y="7"/>
                  </a:cxn>
                  <a:cxn ang="0">
                    <a:pos x="27" y="5"/>
                  </a:cxn>
                  <a:cxn ang="0">
                    <a:pos x="24" y="5"/>
                  </a:cxn>
                  <a:cxn ang="0">
                    <a:pos x="20" y="7"/>
                  </a:cxn>
                  <a:cxn ang="0">
                    <a:pos x="16" y="9"/>
                  </a:cxn>
                  <a:cxn ang="0">
                    <a:pos x="12" y="10"/>
                  </a:cxn>
                  <a:cxn ang="0">
                    <a:pos x="5" y="10"/>
                  </a:cxn>
                  <a:cxn ang="0">
                    <a:pos x="0" y="8"/>
                  </a:cxn>
                  <a:cxn ang="0">
                    <a:pos x="5" y="4"/>
                  </a:cxn>
                  <a:cxn ang="0">
                    <a:pos x="14" y="1"/>
                  </a:cxn>
                  <a:cxn ang="0">
                    <a:pos x="24" y="0"/>
                  </a:cxn>
                </a:cxnLst>
                <a:rect l="0" t="0" r="r" b="b"/>
                <a:pathLst>
                  <a:path w="81" h="25">
                    <a:moveTo>
                      <a:pt x="24" y="0"/>
                    </a:moveTo>
                    <a:lnTo>
                      <a:pt x="31" y="0"/>
                    </a:lnTo>
                    <a:lnTo>
                      <a:pt x="40" y="1"/>
                    </a:lnTo>
                    <a:lnTo>
                      <a:pt x="48" y="4"/>
                    </a:lnTo>
                    <a:lnTo>
                      <a:pt x="55" y="5"/>
                    </a:lnTo>
                    <a:lnTo>
                      <a:pt x="58" y="5"/>
                    </a:lnTo>
                    <a:lnTo>
                      <a:pt x="61" y="4"/>
                    </a:lnTo>
                    <a:lnTo>
                      <a:pt x="64" y="1"/>
                    </a:lnTo>
                    <a:lnTo>
                      <a:pt x="66" y="0"/>
                    </a:lnTo>
                    <a:lnTo>
                      <a:pt x="73" y="0"/>
                    </a:lnTo>
                    <a:lnTo>
                      <a:pt x="76" y="3"/>
                    </a:lnTo>
                    <a:lnTo>
                      <a:pt x="81" y="5"/>
                    </a:lnTo>
                    <a:lnTo>
                      <a:pt x="81" y="8"/>
                    </a:lnTo>
                    <a:lnTo>
                      <a:pt x="80" y="9"/>
                    </a:lnTo>
                    <a:lnTo>
                      <a:pt x="76" y="9"/>
                    </a:lnTo>
                    <a:lnTo>
                      <a:pt x="75" y="10"/>
                    </a:lnTo>
                    <a:lnTo>
                      <a:pt x="73" y="10"/>
                    </a:lnTo>
                    <a:lnTo>
                      <a:pt x="70" y="13"/>
                    </a:lnTo>
                    <a:lnTo>
                      <a:pt x="68" y="13"/>
                    </a:lnTo>
                    <a:lnTo>
                      <a:pt x="66" y="12"/>
                    </a:lnTo>
                    <a:lnTo>
                      <a:pt x="66" y="14"/>
                    </a:lnTo>
                    <a:lnTo>
                      <a:pt x="64" y="15"/>
                    </a:lnTo>
                    <a:lnTo>
                      <a:pt x="55" y="15"/>
                    </a:lnTo>
                    <a:lnTo>
                      <a:pt x="50" y="18"/>
                    </a:lnTo>
                    <a:lnTo>
                      <a:pt x="48" y="23"/>
                    </a:lnTo>
                    <a:lnTo>
                      <a:pt x="46" y="24"/>
                    </a:lnTo>
                    <a:lnTo>
                      <a:pt x="44" y="25"/>
                    </a:lnTo>
                    <a:lnTo>
                      <a:pt x="42" y="23"/>
                    </a:lnTo>
                    <a:lnTo>
                      <a:pt x="40" y="20"/>
                    </a:lnTo>
                    <a:lnTo>
                      <a:pt x="32" y="20"/>
                    </a:lnTo>
                    <a:lnTo>
                      <a:pt x="30" y="19"/>
                    </a:lnTo>
                    <a:lnTo>
                      <a:pt x="29" y="17"/>
                    </a:lnTo>
                    <a:lnTo>
                      <a:pt x="34" y="14"/>
                    </a:lnTo>
                    <a:lnTo>
                      <a:pt x="35" y="14"/>
                    </a:lnTo>
                    <a:lnTo>
                      <a:pt x="37" y="13"/>
                    </a:lnTo>
                    <a:lnTo>
                      <a:pt x="31" y="13"/>
                    </a:lnTo>
                    <a:lnTo>
                      <a:pt x="30" y="12"/>
                    </a:lnTo>
                    <a:lnTo>
                      <a:pt x="31" y="10"/>
                    </a:lnTo>
                    <a:lnTo>
                      <a:pt x="34" y="10"/>
                    </a:lnTo>
                    <a:lnTo>
                      <a:pt x="36" y="8"/>
                    </a:lnTo>
                    <a:lnTo>
                      <a:pt x="31" y="7"/>
                    </a:lnTo>
                    <a:lnTo>
                      <a:pt x="27" y="5"/>
                    </a:lnTo>
                    <a:lnTo>
                      <a:pt x="24" y="5"/>
                    </a:lnTo>
                    <a:lnTo>
                      <a:pt x="20" y="7"/>
                    </a:lnTo>
                    <a:lnTo>
                      <a:pt x="16" y="9"/>
                    </a:lnTo>
                    <a:lnTo>
                      <a:pt x="12" y="10"/>
                    </a:lnTo>
                    <a:lnTo>
                      <a:pt x="5" y="10"/>
                    </a:lnTo>
                    <a:lnTo>
                      <a:pt x="0" y="8"/>
                    </a:lnTo>
                    <a:lnTo>
                      <a:pt x="5" y="4"/>
                    </a:lnTo>
                    <a:lnTo>
                      <a:pt x="14" y="1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grpSp>
            <p:nvGrpSpPr>
              <p:cNvPr id="242" name="Group 1112">
                <a:extLst>
                  <a:ext uri="{FF2B5EF4-FFF2-40B4-BE49-F238E27FC236}">
                    <a16:creationId xmlns:a16="http://schemas.microsoft.com/office/drawing/2014/main" id="{E08FA8EA-5174-4AE4-BEB2-D2539E68BDCA}"/>
                  </a:ext>
                </a:extLst>
              </p:cNvPr>
              <p:cNvGrpSpPr/>
              <p:nvPr/>
            </p:nvGrpSpPr>
            <p:grpSpPr>
              <a:xfrm>
                <a:off x="5601781" y="1788316"/>
                <a:ext cx="1875644" cy="1772016"/>
                <a:chOff x="5601779" y="1788317"/>
                <a:chExt cx="1875644" cy="1772016"/>
              </a:xfrm>
              <a:grpFill/>
            </p:grpSpPr>
            <p:sp>
              <p:nvSpPr>
                <p:cNvPr id="244" name="Freeform 1232">
                  <a:extLst>
                    <a:ext uri="{FF2B5EF4-FFF2-40B4-BE49-F238E27FC236}">
                      <a16:creationId xmlns:a16="http://schemas.microsoft.com/office/drawing/2014/main" id="{75F9F69E-8F6C-4A44-AF69-A03D9674CD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39601" y="3545825"/>
                  <a:ext cx="53886" cy="82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" y="0"/>
                    </a:cxn>
                    <a:cxn ang="0">
                      <a:pos x="26" y="2"/>
                    </a:cxn>
                    <a:cxn ang="0">
                      <a:pos x="23" y="4"/>
                    </a:cxn>
                    <a:cxn ang="0">
                      <a:pos x="13" y="4"/>
                    </a:cxn>
                    <a:cxn ang="0">
                      <a:pos x="9" y="2"/>
                    </a:cxn>
                    <a:cxn ang="0">
                      <a:pos x="4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6" h="4">
                      <a:moveTo>
                        <a:pt x="0" y="0"/>
                      </a:moveTo>
                      <a:lnTo>
                        <a:pt x="14" y="0"/>
                      </a:lnTo>
                      <a:lnTo>
                        <a:pt x="26" y="2"/>
                      </a:lnTo>
                      <a:lnTo>
                        <a:pt x="23" y="4"/>
                      </a:lnTo>
                      <a:lnTo>
                        <a:pt x="13" y="4"/>
                      </a:lnTo>
                      <a:lnTo>
                        <a:pt x="9" y="2"/>
                      </a:lnTo>
                      <a:lnTo>
                        <a:pt x="4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5" name="Freeform 1346">
                  <a:extLst>
                    <a:ext uri="{FF2B5EF4-FFF2-40B4-BE49-F238E27FC236}">
                      <a16:creationId xmlns:a16="http://schemas.microsoft.com/office/drawing/2014/main" id="{744B4204-EB6E-4707-92DB-7D72C6C09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66024" y="1806970"/>
                  <a:ext cx="60104" cy="39379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29" y="14"/>
                    </a:cxn>
                    <a:cxn ang="0">
                      <a:pos x="24" y="15"/>
                    </a:cxn>
                    <a:cxn ang="0">
                      <a:pos x="18" y="16"/>
                    </a:cxn>
                    <a:cxn ang="0">
                      <a:pos x="11" y="19"/>
                    </a:cxn>
                    <a:cxn ang="0">
                      <a:pos x="4" y="19"/>
                    </a:cxn>
                    <a:cxn ang="0">
                      <a:pos x="0" y="15"/>
                    </a:cxn>
                    <a:cxn ang="0">
                      <a:pos x="0" y="12"/>
                    </a:cxn>
                    <a:cxn ang="0">
                      <a:pos x="3" y="7"/>
                    </a:cxn>
                    <a:cxn ang="0">
                      <a:pos x="9" y="4"/>
                    </a:cxn>
                    <a:cxn ang="0">
                      <a:pos x="16" y="1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9" h="19">
                      <a:moveTo>
                        <a:pt x="23" y="0"/>
                      </a:moveTo>
                      <a:lnTo>
                        <a:pt x="29" y="14"/>
                      </a:lnTo>
                      <a:lnTo>
                        <a:pt x="24" y="15"/>
                      </a:lnTo>
                      <a:lnTo>
                        <a:pt x="18" y="16"/>
                      </a:lnTo>
                      <a:lnTo>
                        <a:pt x="11" y="19"/>
                      </a:lnTo>
                      <a:lnTo>
                        <a:pt x="4" y="19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3" y="7"/>
                      </a:lnTo>
                      <a:lnTo>
                        <a:pt x="9" y="4"/>
                      </a:lnTo>
                      <a:lnTo>
                        <a:pt x="16" y="1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6" name="Freeform 1348">
                  <a:extLst>
                    <a:ext uri="{FF2B5EF4-FFF2-40B4-BE49-F238E27FC236}">
                      <a16:creationId xmlns:a16="http://schemas.microsoft.com/office/drawing/2014/main" id="{D7CFC8D5-ED03-4E4A-AF4B-49524820D9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42709" y="3535463"/>
                  <a:ext cx="49741" cy="24870"/>
                </a:xfrm>
                <a:custGeom>
                  <a:avLst/>
                  <a:gdLst/>
                  <a:ahLst/>
                  <a:cxnLst>
                    <a:cxn ang="0">
                      <a:pos x="24" y="0"/>
                    </a:cxn>
                    <a:cxn ang="0">
                      <a:pos x="23" y="2"/>
                    </a:cxn>
                    <a:cxn ang="0">
                      <a:pos x="22" y="2"/>
                    </a:cxn>
                    <a:cxn ang="0">
                      <a:pos x="20" y="4"/>
                    </a:cxn>
                    <a:cxn ang="0">
                      <a:pos x="18" y="4"/>
                    </a:cxn>
                    <a:cxn ang="0">
                      <a:pos x="18" y="7"/>
                    </a:cxn>
                    <a:cxn ang="0">
                      <a:pos x="15" y="9"/>
                    </a:cxn>
                    <a:cxn ang="0">
                      <a:pos x="13" y="11"/>
                    </a:cxn>
                    <a:cxn ang="0">
                      <a:pos x="9" y="12"/>
                    </a:cxn>
                    <a:cxn ang="0">
                      <a:pos x="5" y="12"/>
                    </a:cxn>
                    <a:cxn ang="0">
                      <a:pos x="3" y="10"/>
                    </a:cxn>
                    <a:cxn ang="0">
                      <a:pos x="2" y="10"/>
                    </a:cxn>
                    <a:cxn ang="0">
                      <a:pos x="0" y="9"/>
                    </a:cxn>
                    <a:cxn ang="0">
                      <a:pos x="12" y="4"/>
                    </a:cxn>
                    <a:cxn ang="0">
                      <a:pos x="24" y="0"/>
                    </a:cxn>
                  </a:cxnLst>
                  <a:rect l="0" t="0" r="r" b="b"/>
                  <a:pathLst>
                    <a:path w="24" h="12">
                      <a:moveTo>
                        <a:pt x="24" y="0"/>
                      </a:moveTo>
                      <a:lnTo>
                        <a:pt x="23" y="2"/>
                      </a:lnTo>
                      <a:lnTo>
                        <a:pt x="22" y="2"/>
                      </a:lnTo>
                      <a:lnTo>
                        <a:pt x="20" y="4"/>
                      </a:lnTo>
                      <a:lnTo>
                        <a:pt x="18" y="4"/>
                      </a:lnTo>
                      <a:lnTo>
                        <a:pt x="18" y="7"/>
                      </a:lnTo>
                      <a:lnTo>
                        <a:pt x="15" y="9"/>
                      </a:lnTo>
                      <a:lnTo>
                        <a:pt x="13" y="11"/>
                      </a:lnTo>
                      <a:lnTo>
                        <a:pt x="9" y="12"/>
                      </a:lnTo>
                      <a:lnTo>
                        <a:pt x="5" y="12"/>
                      </a:lnTo>
                      <a:lnTo>
                        <a:pt x="3" y="10"/>
                      </a:lnTo>
                      <a:lnTo>
                        <a:pt x="2" y="10"/>
                      </a:lnTo>
                      <a:lnTo>
                        <a:pt x="0" y="9"/>
                      </a:lnTo>
                      <a:lnTo>
                        <a:pt x="12" y="4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7" name="Freeform 1350">
                  <a:extLst>
                    <a:ext uri="{FF2B5EF4-FFF2-40B4-BE49-F238E27FC236}">
                      <a16:creationId xmlns:a16="http://schemas.microsoft.com/office/drawing/2014/main" id="{E0FBC56F-3FFE-4141-84D6-955CB73950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42189" y="2219404"/>
                  <a:ext cx="35234" cy="2487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9" y="0"/>
                    </a:cxn>
                    <a:cxn ang="0">
                      <a:pos x="13" y="3"/>
                    </a:cxn>
                    <a:cxn ang="0">
                      <a:pos x="14" y="6"/>
                    </a:cxn>
                    <a:cxn ang="0">
                      <a:pos x="17" y="8"/>
                    </a:cxn>
                    <a:cxn ang="0">
                      <a:pos x="14" y="10"/>
                    </a:cxn>
                    <a:cxn ang="0">
                      <a:pos x="12" y="10"/>
                    </a:cxn>
                    <a:cxn ang="0">
                      <a:pos x="4" y="12"/>
                    </a:cxn>
                    <a:cxn ang="0">
                      <a:pos x="0" y="12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17" h="12">
                      <a:moveTo>
                        <a:pt x="7" y="0"/>
                      </a:moveTo>
                      <a:lnTo>
                        <a:pt x="9" y="0"/>
                      </a:lnTo>
                      <a:lnTo>
                        <a:pt x="13" y="3"/>
                      </a:lnTo>
                      <a:lnTo>
                        <a:pt x="14" y="6"/>
                      </a:lnTo>
                      <a:lnTo>
                        <a:pt x="17" y="8"/>
                      </a:lnTo>
                      <a:lnTo>
                        <a:pt x="14" y="10"/>
                      </a:lnTo>
                      <a:lnTo>
                        <a:pt x="12" y="10"/>
                      </a:lnTo>
                      <a:lnTo>
                        <a:pt x="4" y="12"/>
                      </a:lnTo>
                      <a:lnTo>
                        <a:pt x="0" y="12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8" name="Freeform 1354">
                  <a:extLst>
                    <a:ext uri="{FF2B5EF4-FFF2-40B4-BE49-F238E27FC236}">
                      <a16:creationId xmlns:a16="http://schemas.microsoft.com/office/drawing/2014/main" id="{E94A8C2A-6B8D-4E0E-923B-1D85A19AEE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5869" y="3203858"/>
                  <a:ext cx="14508" cy="207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3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7" h="1"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3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9" name="Freeform 1355">
                  <a:extLst>
                    <a:ext uri="{FF2B5EF4-FFF2-40B4-BE49-F238E27FC236}">
                      <a16:creationId xmlns:a16="http://schemas.microsoft.com/office/drawing/2014/main" id="{E00C1442-6CE4-4040-8B08-BE5616B528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10583" y="2437020"/>
                  <a:ext cx="18653" cy="10363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6" y="5"/>
                    </a:cxn>
                    <a:cxn ang="0">
                      <a:pos x="4" y="5"/>
                    </a:cxn>
                    <a:cxn ang="0">
                      <a:pos x="2" y="4"/>
                    </a:cxn>
                    <a:cxn ang="0">
                      <a:pos x="0" y="4"/>
                    </a:cxn>
                    <a:cxn ang="0">
                      <a:pos x="5" y="2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9" h="5">
                      <a:moveTo>
                        <a:pt x="9" y="0"/>
                      </a:moveTo>
                      <a:lnTo>
                        <a:pt x="6" y="5"/>
                      </a:lnTo>
                      <a:lnTo>
                        <a:pt x="4" y="5"/>
                      </a:lnTo>
                      <a:lnTo>
                        <a:pt x="2" y="4"/>
                      </a:lnTo>
                      <a:lnTo>
                        <a:pt x="0" y="4"/>
                      </a:lnTo>
                      <a:lnTo>
                        <a:pt x="5" y="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0" name="Freeform 1356">
                  <a:extLst>
                    <a:ext uri="{FF2B5EF4-FFF2-40B4-BE49-F238E27FC236}">
                      <a16:creationId xmlns:a16="http://schemas.microsoft.com/office/drawing/2014/main" id="{0D07CBF7-126E-4757-8FD5-8296E4828B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0324" y="2426657"/>
                  <a:ext cx="26944" cy="3523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10" y="1"/>
                    </a:cxn>
                    <a:cxn ang="0">
                      <a:pos x="11" y="4"/>
                    </a:cxn>
                    <a:cxn ang="0">
                      <a:pos x="13" y="5"/>
                    </a:cxn>
                    <a:cxn ang="0">
                      <a:pos x="8" y="7"/>
                    </a:cxn>
                    <a:cxn ang="0">
                      <a:pos x="8" y="9"/>
                    </a:cxn>
                    <a:cxn ang="0">
                      <a:pos x="10" y="10"/>
                    </a:cxn>
                    <a:cxn ang="0">
                      <a:pos x="10" y="13"/>
                    </a:cxn>
                    <a:cxn ang="0">
                      <a:pos x="7" y="15"/>
                    </a:cxn>
                    <a:cxn ang="0">
                      <a:pos x="5" y="17"/>
                    </a:cxn>
                    <a:cxn ang="0">
                      <a:pos x="2" y="15"/>
                    </a:cxn>
                    <a:cxn ang="0">
                      <a:pos x="0" y="13"/>
                    </a:cxn>
                    <a:cxn ang="0">
                      <a:pos x="0" y="10"/>
                    </a:cxn>
                    <a:cxn ang="0">
                      <a:pos x="1" y="8"/>
                    </a:cxn>
                    <a:cxn ang="0">
                      <a:pos x="3" y="5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3" h="17"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10" y="1"/>
                      </a:lnTo>
                      <a:lnTo>
                        <a:pt x="11" y="4"/>
                      </a:lnTo>
                      <a:lnTo>
                        <a:pt x="13" y="5"/>
                      </a:lnTo>
                      <a:lnTo>
                        <a:pt x="8" y="7"/>
                      </a:lnTo>
                      <a:lnTo>
                        <a:pt x="8" y="9"/>
                      </a:lnTo>
                      <a:lnTo>
                        <a:pt x="10" y="10"/>
                      </a:lnTo>
                      <a:lnTo>
                        <a:pt x="10" y="13"/>
                      </a:lnTo>
                      <a:lnTo>
                        <a:pt x="7" y="15"/>
                      </a:lnTo>
                      <a:lnTo>
                        <a:pt x="5" y="17"/>
                      </a:lnTo>
                      <a:lnTo>
                        <a:pt x="2" y="15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1" y="8"/>
                      </a:lnTo>
                      <a:lnTo>
                        <a:pt x="3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1" name="Rectangle 1357">
                  <a:extLst>
                    <a:ext uri="{FF2B5EF4-FFF2-40B4-BE49-F238E27FC236}">
                      <a16:creationId xmlns:a16="http://schemas.microsoft.com/office/drawing/2014/main" id="{FDCF2951-05F8-43D1-9CBD-E8FB5DA66F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02812" y="3201784"/>
                  <a:ext cx="10363" cy="2073"/>
                </a:xfrm>
                <a:prstGeom prst="rect">
                  <a:avLst/>
                </a:prstGeom>
                <a:grpFill/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2" name="Freeform 1359">
                  <a:extLst>
                    <a:ext uri="{FF2B5EF4-FFF2-40B4-BE49-F238E27FC236}">
                      <a16:creationId xmlns:a16="http://schemas.microsoft.com/office/drawing/2014/main" id="{5D1C2BF1-E63E-4E5F-9964-464571543D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29755" y="3205930"/>
                  <a:ext cx="12435" cy="829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4" y="0"/>
                    </a:cxn>
                    <a:cxn ang="0">
                      <a:pos x="6" y="3"/>
                    </a:cxn>
                    <a:cxn ang="0">
                      <a:pos x="6" y="4"/>
                    </a:cxn>
                    <a:cxn ang="0">
                      <a:pos x="4" y="3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6" h="4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6" y="3"/>
                      </a:lnTo>
                      <a:lnTo>
                        <a:pt x="6" y="4"/>
                      </a:lnTo>
                      <a:lnTo>
                        <a:pt x="4" y="3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3" name="Freeform 1360">
                  <a:extLst>
                    <a:ext uri="{FF2B5EF4-FFF2-40B4-BE49-F238E27FC236}">
                      <a16:creationId xmlns:a16="http://schemas.microsoft.com/office/drawing/2014/main" id="{24B5CA67-3DEF-46D6-8459-939CD90901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0431" y="1889872"/>
                  <a:ext cx="335750" cy="184456"/>
                </a:xfrm>
                <a:custGeom>
                  <a:avLst/>
                  <a:gdLst/>
                  <a:ahLst/>
                  <a:cxnLst>
                    <a:cxn ang="0">
                      <a:pos x="80" y="4"/>
                    </a:cxn>
                    <a:cxn ang="0">
                      <a:pos x="82" y="16"/>
                    </a:cxn>
                    <a:cxn ang="0">
                      <a:pos x="87" y="11"/>
                    </a:cxn>
                    <a:cxn ang="0">
                      <a:pos x="94" y="15"/>
                    </a:cxn>
                    <a:cxn ang="0">
                      <a:pos x="93" y="21"/>
                    </a:cxn>
                    <a:cxn ang="0">
                      <a:pos x="111" y="27"/>
                    </a:cxn>
                    <a:cxn ang="0">
                      <a:pos x="131" y="39"/>
                    </a:cxn>
                    <a:cxn ang="0">
                      <a:pos x="134" y="43"/>
                    </a:cxn>
                    <a:cxn ang="0">
                      <a:pos x="147" y="49"/>
                    </a:cxn>
                    <a:cxn ang="0">
                      <a:pos x="157" y="57"/>
                    </a:cxn>
                    <a:cxn ang="0">
                      <a:pos x="162" y="59"/>
                    </a:cxn>
                    <a:cxn ang="0">
                      <a:pos x="136" y="68"/>
                    </a:cxn>
                    <a:cxn ang="0">
                      <a:pos x="118" y="66"/>
                    </a:cxn>
                    <a:cxn ang="0">
                      <a:pos x="122" y="58"/>
                    </a:cxn>
                    <a:cxn ang="0">
                      <a:pos x="122" y="53"/>
                    </a:cxn>
                    <a:cxn ang="0">
                      <a:pos x="116" y="43"/>
                    </a:cxn>
                    <a:cxn ang="0">
                      <a:pos x="118" y="40"/>
                    </a:cxn>
                    <a:cxn ang="0">
                      <a:pos x="104" y="38"/>
                    </a:cxn>
                    <a:cxn ang="0">
                      <a:pos x="92" y="58"/>
                    </a:cxn>
                    <a:cxn ang="0">
                      <a:pos x="88" y="66"/>
                    </a:cxn>
                    <a:cxn ang="0">
                      <a:pos x="83" y="68"/>
                    </a:cxn>
                    <a:cxn ang="0">
                      <a:pos x="72" y="89"/>
                    </a:cxn>
                    <a:cxn ang="0">
                      <a:pos x="43" y="72"/>
                    </a:cxn>
                    <a:cxn ang="0">
                      <a:pos x="58" y="63"/>
                    </a:cxn>
                    <a:cxn ang="0">
                      <a:pos x="68" y="62"/>
                    </a:cxn>
                    <a:cxn ang="0">
                      <a:pos x="59" y="59"/>
                    </a:cxn>
                    <a:cxn ang="0">
                      <a:pos x="38" y="60"/>
                    </a:cxn>
                    <a:cxn ang="0">
                      <a:pos x="34" y="54"/>
                    </a:cxn>
                    <a:cxn ang="0">
                      <a:pos x="47" y="50"/>
                    </a:cxn>
                    <a:cxn ang="0">
                      <a:pos x="67" y="40"/>
                    </a:cxn>
                    <a:cxn ang="0">
                      <a:pos x="52" y="38"/>
                    </a:cxn>
                    <a:cxn ang="0">
                      <a:pos x="44" y="39"/>
                    </a:cxn>
                    <a:cxn ang="0">
                      <a:pos x="40" y="45"/>
                    </a:cxn>
                    <a:cxn ang="0">
                      <a:pos x="26" y="45"/>
                    </a:cxn>
                    <a:cxn ang="0">
                      <a:pos x="21" y="38"/>
                    </a:cxn>
                    <a:cxn ang="0">
                      <a:pos x="14" y="27"/>
                    </a:cxn>
                    <a:cxn ang="0">
                      <a:pos x="6" y="23"/>
                    </a:cxn>
                    <a:cxn ang="0">
                      <a:pos x="0" y="15"/>
                    </a:cxn>
                    <a:cxn ang="0">
                      <a:pos x="5" y="9"/>
                    </a:cxn>
                    <a:cxn ang="0">
                      <a:pos x="23" y="5"/>
                    </a:cxn>
                    <a:cxn ang="0">
                      <a:pos x="30" y="13"/>
                    </a:cxn>
                    <a:cxn ang="0">
                      <a:pos x="39" y="18"/>
                    </a:cxn>
                    <a:cxn ang="0">
                      <a:pos x="38" y="13"/>
                    </a:cxn>
                    <a:cxn ang="0">
                      <a:pos x="49" y="6"/>
                    </a:cxn>
                    <a:cxn ang="0">
                      <a:pos x="55" y="16"/>
                    </a:cxn>
                    <a:cxn ang="0">
                      <a:pos x="63" y="24"/>
                    </a:cxn>
                    <a:cxn ang="0">
                      <a:pos x="58" y="11"/>
                    </a:cxn>
                    <a:cxn ang="0">
                      <a:pos x="62" y="0"/>
                    </a:cxn>
                  </a:cxnLst>
                  <a:rect l="0" t="0" r="r" b="b"/>
                  <a:pathLst>
                    <a:path w="162" h="89">
                      <a:moveTo>
                        <a:pt x="62" y="0"/>
                      </a:moveTo>
                      <a:lnTo>
                        <a:pt x="69" y="0"/>
                      </a:lnTo>
                      <a:lnTo>
                        <a:pt x="80" y="4"/>
                      </a:lnTo>
                      <a:lnTo>
                        <a:pt x="83" y="9"/>
                      </a:lnTo>
                      <a:lnTo>
                        <a:pt x="83" y="13"/>
                      </a:lnTo>
                      <a:lnTo>
                        <a:pt x="82" y="16"/>
                      </a:lnTo>
                      <a:lnTo>
                        <a:pt x="83" y="15"/>
                      </a:lnTo>
                      <a:lnTo>
                        <a:pt x="85" y="14"/>
                      </a:lnTo>
                      <a:lnTo>
                        <a:pt x="87" y="11"/>
                      </a:lnTo>
                      <a:lnTo>
                        <a:pt x="92" y="11"/>
                      </a:lnTo>
                      <a:lnTo>
                        <a:pt x="93" y="13"/>
                      </a:lnTo>
                      <a:lnTo>
                        <a:pt x="94" y="15"/>
                      </a:lnTo>
                      <a:lnTo>
                        <a:pt x="94" y="18"/>
                      </a:lnTo>
                      <a:lnTo>
                        <a:pt x="93" y="19"/>
                      </a:lnTo>
                      <a:lnTo>
                        <a:pt x="93" y="21"/>
                      </a:lnTo>
                      <a:lnTo>
                        <a:pt x="98" y="21"/>
                      </a:lnTo>
                      <a:lnTo>
                        <a:pt x="103" y="23"/>
                      </a:lnTo>
                      <a:lnTo>
                        <a:pt x="111" y="27"/>
                      </a:lnTo>
                      <a:lnTo>
                        <a:pt x="119" y="30"/>
                      </a:lnTo>
                      <a:lnTo>
                        <a:pt x="126" y="35"/>
                      </a:lnTo>
                      <a:lnTo>
                        <a:pt x="131" y="39"/>
                      </a:lnTo>
                      <a:lnTo>
                        <a:pt x="133" y="39"/>
                      </a:lnTo>
                      <a:lnTo>
                        <a:pt x="134" y="40"/>
                      </a:lnTo>
                      <a:lnTo>
                        <a:pt x="134" y="43"/>
                      </a:lnTo>
                      <a:lnTo>
                        <a:pt x="133" y="45"/>
                      </a:lnTo>
                      <a:lnTo>
                        <a:pt x="147" y="45"/>
                      </a:lnTo>
                      <a:lnTo>
                        <a:pt x="147" y="49"/>
                      </a:lnTo>
                      <a:lnTo>
                        <a:pt x="148" y="52"/>
                      </a:lnTo>
                      <a:lnTo>
                        <a:pt x="149" y="53"/>
                      </a:lnTo>
                      <a:lnTo>
                        <a:pt x="157" y="57"/>
                      </a:lnTo>
                      <a:lnTo>
                        <a:pt x="158" y="57"/>
                      </a:lnTo>
                      <a:lnTo>
                        <a:pt x="161" y="58"/>
                      </a:lnTo>
                      <a:lnTo>
                        <a:pt x="162" y="59"/>
                      </a:lnTo>
                      <a:lnTo>
                        <a:pt x="144" y="69"/>
                      </a:lnTo>
                      <a:lnTo>
                        <a:pt x="136" y="73"/>
                      </a:lnTo>
                      <a:lnTo>
                        <a:pt x="136" y="68"/>
                      </a:lnTo>
                      <a:lnTo>
                        <a:pt x="137" y="67"/>
                      </a:lnTo>
                      <a:lnTo>
                        <a:pt x="133" y="66"/>
                      </a:lnTo>
                      <a:lnTo>
                        <a:pt x="118" y="66"/>
                      </a:lnTo>
                      <a:lnTo>
                        <a:pt x="121" y="60"/>
                      </a:lnTo>
                      <a:lnTo>
                        <a:pt x="122" y="59"/>
                      </a:lnTo>
                      <a:lnTo>
                        <a:pt x="122" y="58"/>
                      </a:lnTo>
                      <a:lnTo>
                        <a:pt x="123" y="57"/>
                      </a:lnTo>
                      <a:lnTo>
                        <a:pt x="124" y="54"/>
                      </a:lnTo>
                      <a:lnTo>
                        <a:pt x="122" y="53"/>
                      </a:lnTo>
                      <a:lnTo>
                        <a:pt x="121" y="50"/>
                      </a:lnTo>
                      <a:lnTo>
                        <a:pt x="118" y="48"/>
                      </a:lnTo>
                      <a:lnTo>
                        <a:pt x="116" y="43"/>
                      </a:lnTo>
                      <a:lnTo>
                        <a:pt x="118" y="42"/>
                      </a:lnTo>
                      <a:lnTo>
                        <a:pt x="122" y="42"/>
                      </a:lnTo>
                      <a:lnTo>
                        <a:pt x="118" y="40"/>
                      </a:lnTo>
                      <a:lnTo>
                        <a:pt x="116" y="39"/>
                      </a:lnTo>
                      <a:lnTo>
                        <a:pt x="112" y="35"/>
                      </a:lnTo>
                      <a:lnTo>
                        <a:pt x="104" y="38"/>
                      </a:lnTo>
                      <a:lnTo>
                        <a:pt x="99" y="43"/>
                      </a:lnTo>
                      <a:lnTo>
                        <a:pt x="94" y="49"/>
                      </a:lnTo>
                      <a:lnTo>
                        <a:pt x="92" y="58"/>
                      </a:lnTo>
                      <a:lnTo>
                        <a:pt x="89" y="64"/>
                      </a:lnTo>
                      <a:lnTo>
                        <a:pt x="89" y="66"/>
                      </a:lnTo>
                      <a:lnTo>
                        <a:pt x="88" y="66"/>
                      </a:lnTo>
                      <a:lnTo>
                        <a:pt x="87" y="67"/>
                      </a:lnTo>
                      <a:lnTo>
                        <a:pt x="84" y="67"/>
                      </a:lnTo>
                      <a:lnTo>
                        <a:pt x="83" y="68"/>
                      </a:lnTo>
                      <a:lnTo>
                        <a:pt x="78" y="74"/>
                      </a:lnTo>
                      <a:lnTo>
                        <a:pt x="75" y="83"/>
                      </a:lnTo>
                      <a:lnTo>
                        <a:pt x="72" y="89"/>
                      </a:lnTo>
                      <a:lnTo>
                        <a:pt x="57" y="82"/>
                      </a:lnTo>
                      <a:lnTo>
                        <a:pt x="48" y="77"/>
                      </a:lnTo>
                      <a:lnTo>
                        <a:pt x="43" y="72"/>
                      </a:lnTo>
                      <a:lnTo>
                        <a:pt x="40" y="64"/>
                      </a:lnTo>
                      <a:lnTo>
                        <a:pt x="55" y="64"/>
                      </a:lnTo>
                      <a:lnTo>
                        <a:pt x="58" y="63"/>
                      </a:lnTo>
                      <a:lnTo>
                        <a:pt x="62" y="63"/>
                      </a:lnTo>
                      <a:lnTo>
                        <a:pt x="64" y="62"/>
                      </a:lnTo>
                      <a:lnTo>
                        <a:pt x="68" y="62"/>
                      </a:lnTo>
                      <a:lnTo>
                        <a:pt x="65" y="60"/>
                      </a:lnTo>
                      <a:lnTo>
                        <a:pt x="63" y="60"/>
                      </a:lnTo>
                      <a:lnTo>
                        <a:pt x="59" y="59"/>
                      </a:lnTo>
                      <a:lnTo>
                        <a:pt x="45" y="59"/>
                      </a:lnTo>
                      <a:lnTo>
                        <a:pt x="43" y="60"/>
                      </a:lnTo>
                      <a:lnTo>
                        <a:pt x="38" y="60"/>
                      </a:lnTo>
                      <a:lnTo>
                        <a:pt x="35" y="59"/>
                      </a:lnTo>
                      <a:lnTo>
                        <a:pt x="34" y="57"/>
                      </a:lnTo>
                      <a:lnTo>
                        <a:pt x="34" y="54"/>
                      </a:lnTo>
                      <a:lnTo>
                        <a:pt x="37" y="52"/>
                      </a:lnTo>
                      <a:lnTo>
                        <a:pt x="39" y="50"/>
                      </a:lnTo>
                      <a:lnTo>
                        <a:pt x="47" y="50"/>
                      </a:lnTo>
                      <a:lnTo>
                        <a:pt x="53" y="47"/>
                      </a:lnTo>
                      <a:lnTo>
                        <a:pt x="60" y="44"/>
                      </a:lnTo>
                      <a:lnTo>
                        <a:pt x="67" y="40"/>
                      </a:lnTo>
                      <a:lnTo>
                        <a:pt x="55" y="40"/>
                      </a:lnTo>
                      <a:lnTo>
                        <a:pt x="54" y="39"/>
                      </a:lnTo>
                      <a:lnTo>
                        <a:pt x="52" y="38"/>
                      </a:lnTo>
                      <a:lnTo>
                        <a:pt x="50" y="37"/>
                      </a:lnTo>
                      <a:lnTo>
                        <a:pt x="47" y="37"/>
                      </a:lnTo>
                      <a:lnTo>
                        <a:pt x="44" y="39"/>
                      </a:lnTo>
                      <a:lnTo>
                        <a:pt x="43" y="42"/>
                      </a:lnTo>
                      <a:lnTo>
                        <a:pt x="42" y="43"/>
                      </a:lnTo>
                      <a:lnTo>
                        <a:pt x="40" y="45"/>
                      </a:lnTo>
                      <a:lnTo>
                        <a:pt x="38" y="47"/>
                      </a:lnTo>
                      <a:lnTo>
                        <a:pt x="30" y="47"/>
                      </a:lnTo>
                      <a:lnTo>
                        <a:pt x="26" y="45"/>
                      </a:lnTo>
                      <a:lnTo>
                        <a:pt x="21" y="40"/>
                      </a:lnTo>
                      <a:lnTo>
                        <a:pt x="25" y="40"/>
                      </a:lnTo>
                      <a:lnTo>
                        <a:pt x="21" y="38"/>
                      </a:lnTo>
                      <a:lnTo>
                        <a:pt x="19" y="37"/>
                      </a:lnTo>
                      <a:lnTo>
                        <a:pt x="14" y="32"/>
                      </a:lnTo>
                      <a:lnTo>
                        <a:pt x="14" y="27"/>
                      </a:lnTo>
                      <a:lnTo>
                        <a:pt x="11" y="25"/>
                      </a:lnTo>
                      <a:lnTo>
                        <a:pt x="8" y="25"/>
                      </a:lnTo>
                      <a:lnTo>
                        <a:pt x="6" y="23"/>
                      </a:lnTo>
                      <a:lnTo>
                        <a:pt x="3" y="19"/>
                      </a:lnTo>
                      <a:lnTo>
                        <a:pt x="1" y="16"/>
                      </a:lnTo>
                      <a:lnTo>
                        <a:pt x="0" y="15"/>
                      </a:lnTo>
                      <a:lnTo>
                        <a:pt x="1" y="14"/>
                      </a:lnTo>
                      <a:lnTo>
                        <a:pt x="3" y="11"/>
                      </a:lnTo>
                      <a:lnTo>
                        <a:pt x="5" y="9"/>
                      </a:lnTo>
                      <a:lnTo>
                        <a:pt x="9" y="8"/>
                      </a:lnTo>
                      <a:lnTo>
                        <a:pt x="11" y="5"/>
                      </a:lnTo>
                      <a:lnTo>
                        <a:pt x="23" y="5"/>
                      </a:lnTo>
                      <a:lnTo>
                        <a:pt x="34" y="6"/>
                      </a:lnTo>
                      <a:lnTo>
                        <a:pt x="33" y="9"/>
                      </a:lnTo>
                      <a:lnTo>
                        <a:pt x="30" y="13"/>
                      </a:lnTo>
                      <a:lnTo>
                        <a:pt x="35" y="15"/>
                      </a:lnTo>
                      <a:lnTo>
                        <a:pt x="37" y="16"/>
                      </a:lnTo>
                      <a:lnTo>
                        <a:pt x="39" y="18"/>
                      </a:lnTo>
                      <a:lnTo>
                        <a:pt x="39" y="16"/>
                      </a:lnTo>
                      <a:lnTo>
                        <a:pt x="38" y="15"/>
                      </a:lnTo>
                      <a:lnTo>
                        <a:pt x="38" y="13"/>
                      </a:lnTo>
                      <a:lnTo>
                        <a:pt x="39" y="10"/>
                      </a:lnTo>
                      <a:lnTo>
                        <a:pt x="43" y="6"/>
                      </a:lnTo>
                      <a:lnTo>
                        <a:pt x="49" y="6"/>
                      </a:lnTo>
                      <a:lnTo>
                        <a:pt x="50" y="9"/>
                      </a:lnTo>
                      <a:lnTo>
                        <a:pt x="53" y="11"/>
                      </a:lnTo>
                      <a:lnTo>
                        <a:pt x="55" y="16"/>
                      </a:lnTo>
                      <a:lnTo>
                        <a:pt x="58" y="20"/>
                      </a:lnTo>
                      <a:lnTo>
                        <a:pt x="59" y="23"/>
                      </a:lnTo>
                      <a:lnTo>
                        <a:pt x="63" y="24"/>
                      </a:lnTo>
                      <a:lnTo>
                        <a:pt x="62" y="20"/>
                      </a:lnTo>
                      <a:lnTo>
                        <a:pt x="59" y="15"/>
                      </a:lnTo>
                      <a:lnTo>
                        <a:pt x="58" y="11"/>
                      </a:lnTo>
                      <a:lnTo>
                        <a:pt x="58" y="4"/>
                      </a:lnTo>
                      <a:lnTo>
                        <a:pt x="59" y="1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4" name="Freeform 1361">
                  <a:extLst>
                    <a:ext uri="{FF2B5EF4-FFF2-40B4-BE49-F238E27FC236}">
                      <a16:creationId xmlns:a16="http://schemas.microsoft.com/office/drawing/2014/main" id="{9EEDA619-DF39-4039-99B2-A9E2AD5D09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94524" y="1860856"/>
                  <a:ext cx="221762" cy="80829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63" y="0"/>
                    </a:cxn>
                    <a:cxn ang="0">
                      <a:pos x="63" y="10"/>
                    </a:cxn>
                    <a:cxn ang="0">
                      <a:pos x="65" y="10"/>
                    </a:cxn>
                    <a:cxn ang="0">
                      <a:pos x="67" y="9"/>
                    </a:cxn>
                    <a:cxn ang="0">
                      <a:pos x="69" y="8"/>
                    </a:cxn>
                    <a:cxn ang="0">
                      <a:pos x="70" y="7"/>
                    </a:cxn>
                    <a:cxn ang="0">
                      <a:pos x="88" y="7"/>
                    </a:cxn>
                    <a:cxn ang="0">
                      <a:pos x="93" y="8"/>
                    </a:cxn>
                    <a:cxn ang="0">
                      <a:pos x="97" y="9"/>
                    </a:cxn>
                    <a:cxn ang="0">
                      <a:pos x="102" y="12"/>
                    </a:cxn>
                    <a:cxn ang="0">
                      <a:pos x="104" y="15"/>
                    </a:cxn>
                    <a:cxn ang="0">
                      <a:pos x="107" y="18"/>
                    </a:cxn>
                    <a:cxn ang="0">
                      <a:pos x="98" y="24"/>
                    </a:cxn>
                    <a:cxn ang="0">
                      <a:pos x="87" y="30"/>
                    </a:cxn>
                    <a:cxn ang="0">
                      <a:pos x="74" y="37"/>
                    </a:cxn>
                    <a:cxn ang="0">
                      <a:pos x="64" y="39"/>
                    </a:cxn>
                    <a:cxn ang="0">
                      <a:pos x="59" y="39"/>
                    </a:cxn>
                    <a:cxn ang="0">
                      <a:pos x="55" y="37"/>
                    </a:cxn>
                    <a:cxn ang="0">
                      <a:pos x="53" y="35"/>
                    </a:cxn>
                    <a:cxn ang="0">
                      <a:pos x="50" y="32"/>
                    </a:cxn>
                    <a:cxn ang="0">
                      <a:pos x="27" y="32"/>
                    </a:cxn>
                    <a:cxn ang="0">
                      <a:pos x="24" y="30"/>
                    </a:cxn>
                    <a:cxn ang="0">
                      <a:pos x="23" y="29"/>
                    </a:cxn>
                    <a:cxn ang="0">
                      <a:pos x="22" y="27"/>
                    </a:cxn>
                    <a:cxn ang="0">
                      <a:pos x="22" y="24"/>
                    </a:cxn>
                    <a:cxn ang="0">
                      <a:pos x="30" y="24"/>
                    </a:cxn>
                    <a:cxn ang="0">
                      <a:pos x="35" y="23"/>
                    </a:cxn>
                    <a:cxn ang="0">
                      <a:pos x="32" y="23"/>
                    </a:cxn>
                    <a:cxn ang="0">
                      <a:pos x="28" y="22"/>
                    </a:cxn>
                    <a:cxn ang="0">
                      <a:pos x="15" y="22"/>
                    </a:cxn>
                    <a:cxn ang="0">
                      <a:pos x="13" y="23"/>
                    </a:cxn>
                    <a:cxn ang="0">
                      <a:pos x="10" y="23"/>
                    </a:cxn>
                    <a:cxn ang="0">
                      <a:pos x="8" y="22"/>
                    </a:cxn>
                    <a:cxn ang="0">
                      <a:pos x="6" y="19"/>
                    </a:cxn>
                    <a:cxn ang="0">
                      <a:pos x="6" y="17"/>
                    </a:cxn>
                    <a:cxn ang="0">
                      <a:pos x="3" y="12"/>
                    </a:cxn>
                    <a:cxn ang="0">
                      <a:pos x="0" y="7"/>
                    </a:cxn>
                    <a:cxn ang="0">
                      <a:pos x="6" y="7"/>
                    </a:cxn>
                    <a:cxn ang="0">
                      <a:pos x="12" y="9"/>
                    </a:cxn>
                    <a:cxn ang="0">
                      <a:pos x="13" y="9"/>
                    </a:cxn>
                    <a:cxn ang="0">
                      <a:pos x="15" y="8"/>
                    </a:cxn>
                    <a:cxn ang="0">
                      <a:pos x="15" y="7"/>
                    </a:cxn>
                    <a:cxn ang="0">
                      <a:pos x="22" y="7"/>
                    </a:cxn>
                    <a:cxn ang="0">
                      <a:pos x="20" y="2"/>
                    </a:cxn>
                    <a:cxn ang="0">
                      <a:pos x="32" y="2"/>
                    </a:cxn>
                    <a:cxn ang="0">
                      <a:pos x="33" y="3"/>
                    </a:cxn>
                    <a:cxn ang="0">
                      <a:pos x="35" y="4"/>
                    </a:cxn>
                    <a:cxn ang="0">
                      <a:pos x="38" y="7"/>
                    </a:cxn>
                    <a:cxn ang="0">
                      <a:pos x="42" y="8"/>
                    </a:cxn>
                    <a:cxn ang="0">
                      <a:pos x="47" y="10"/>
                    </a:cxn>
                    <a:cxn ang="0">
                      <a:pos x="48" y="10"/>
                    </a:cxn>
                    <a:cxn ang="0">
                      <a:pos x="53" y="8"/>
                    </a:cxn>
                    <a:cxn ang="0">
                      <a:pos x="54" y="5"/>
                    </a:cxn>
                    <a:cxn ang="0">
                      <a:pos x="57" y="3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107" h="39">
                      <a:moveTo>
                        <a:pt x="58" y="0"/>
                      </a:moveTo>
                      <a:lnTo>
                        <a:pt x="63" y="0"/>
                      </a:lnTo>
                      <a:lnTo>
                        <a:pt x="63" y="10"/>
                      </a:lnTo>
                      <a:lnTo>
                        <a:pt x="65" y="10"/>
                      </a:lnTo>
                      <a:lnTo>
                        <a:pt x="67" y="9"/>
                      </a:lnTo>
                      <a:lnTo>
                        <a:pt x="69" y="8"/>
                      </a:lnTo>
                      <a:lnTo>
                        <a:pt x="70" y="7"/>
                      </a:lnTo>
                      <a:lnTo>
                        <a:pt x="88" y="7"/>
                      </a:lnTo>
                      <a:lnTo>
                        <a:pt x="93" y="8"/>
                      </a:lnTo>
                      <a:lnTo>
                        <a:pt x="97" y="9"/>
                      </a:lnTo>
                      <a:lnTo>
                        <a:pt x="102" y="12"/>
                      </a:lnTo>
                      <a:lnTo>
                        <a:pt x="104" y="15"/>
                      </a:lnTo>
                      <a:lnTo>
                        <a:pt x="107" y="18"/>
                      </a:lnTo>
                      <a:lnTo>
                        <a:pt x="98" y="24"/>
                      </a:lnTo>
                      <a:lnTo>
                        <a:pt x="87" y="30"/>
                      </a:lnTo>
                      <a:lnTo>
                        <a:pt x="74" y="37"/>
                      </a:lnTo>
                      <a:lnTo>
                        <a:pt x="64" y="39"/>
                      </a:lnTo>
                      <a:lnTo>
                        <a:pt x="59" y="39"/>
                      </a:lnTo>
                      <a:lnTo>
                        <a:pt x="55" y="37"/>
                      </a:lnTo>
                      <a:lnTo>
                        <a:pt x="53" y="35"/>
                      </a:lnTo>
                      <a:lnTo>
                        <a:pt x="50" y="32"/>
                      </a:lnTo>
                      <a:lnTo>
                        <a:pt x="27" y="32"/>
                      </a:lnTo>
                      <a:lnTo>
                        <a:pt x="24" y="30"/>
                      </a:lnTo>
                      <a:lnTo>
                        <a:pt x="23" y="29"/>
                      </a:lnTo>
                      <a:lnTo>
                        <a:pt x="22" y="27"/>
                      </a:lnTo>
                      <a:lnTo>
                        <a:pt x="22" y="24"/>
                      </a:lnTo>
                      <a:lnTo>
                        <a:pt x="30" y="24"/>
                      </a:lnTo>
                      <a:lnTo>
                        <a:pt x="35" y="23"/>
                      </a:lnTo>
                      <a:lnTo>
                        <a:pt x="32" y="23"/>
                      </a:lnTo>
                      <a:lnTo>
                        <a:pt x="28" y="22"/>
                      </a:lnTo>
                      <a:lnTo>
                        <a:pt x="15" y="22"/>
                      </a:lnTo>
                      <a:lnTo>
                        <a:pt x="13" y="23"/>
                      </a:lnTo>
                      <a:lnTo>
                        <a:pt x="10" y="23"/>
                      </a:lnTo>
                      <a:lnTo>
                        <a:pt x="8" y="22"/>
                      </a:lnTo>
                      <a:lnTo>
                        <a:pt x="6" y="19"/>
                      </a:lnTo>
                      <a:lnTo>
                        <a:pt x="6" y="17"/>
                      </a:lnTo>
                      <a:lnTo>
                        <a:pt x="3" y="12"/>
                      </a:lnTo>
                      <a:lnTo>
                        <a:pt x="0" y="7"/>
                      </a:lnTo>
                      <a:lnTo>
                        <a:pt x="6" y="7"/>
                      </a:lnTo>
                      <a:lnTo>
                        <a:pt x="12" y="9"/>
                      </a:lnTo>
                      <a:lnTo>
                        <a:pt x="13" y="9"/>
                      </a:lnTo>
                      <a:lnTo>
                        <a:pt x="15" y="8"/>
                      </a:lnTo>
                      <a:lnTo>
                        <a:pt x="15" y="7"/>
                      </a:lnTo>
                      <a:lnTo>
                        <a:pt x="22" y="7"/>
                      </a:lnTo>
                      <a:lnTo>
                        <a:pt x="20" y="2"/>
                      </a:lnTo>
                      <a:lnTo>
                        <a:pt x="32" y="2"/>
                      </a:lnTo>
                      <a:lnTo>
                        <a:pt x="33" y="3"/>
                      </a:lnTo>
                      <a:lnTo>
                        <a:pt x="35" y="4"/>
                      </a:lnTo>
                      <a:lnTo>
                        <a:pt x="38" y="7"/>
                      </a:lnTo>
                      <a:lnTo>
                        <a:pt x="42" y="8"/>
                      </a:lnTo>
                      <a:lnTo>
                        <a:pt x="47" y="10"/>
                      </a:lnTo>
                      <a:lnTo>
                        <a:pt x="48" y="10"/>
                      </a:lnTo>
                      <a:lnTo>
                        <a:pt x="53" y="8"/>
                      </a:lnTo>
                      <a:lnTo>
                        <a:pt x="54" y="5"/>
                      </a:lnTo>
                      <a:lnTo>
                        <a:pt x="57" y="3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5" name="Freeform 1362">
                  <a:extLst>
                    <a:ext uri="{FF2B5EF4-FFF2-40B4-BE49-F238E27FC236}">
                      <a16:creationId xmlns:a16="http://schemas.microsoft.com/office/drawing/2014/main" id="{A2FA1C8B-39EC-46B7-8A88-1E144594C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18359" y="1952048"/>
                  <a:ext cx="31089" cy="3523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4" y="13"/>
                    </a:cxn>
                    <a:cxn ang="0">
                      <a:pos x="15" y="17"/>
                    </a:cxn>
                    <a:cxn ang="0">
                      <a:pos x="12" y="15"/>
                    </a:cxn>
                    <a:cxn ang="0">
                      <a:pos x="9" y="14"/>
                    </a:cxn>
                    <a:cxn ang="0">
                      <a:pos x="6" y="12"/>
                    </a:cxn>
                    <a:cxn ang="0">
                      <a:pos x="2" y="9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5" h="17">
                      <a:moveTo>
                        <a:pt x="1" y="0"/>
                      </a:moveTo>
                      <a:lnTo>
                        <a:pt x="14" y="13"/>
                      </a:lnTo>
                      <a:lnTo>
                        <a:pt x="15" y="17"/>
                      </a:lnTo>
                      <a:lnTo>
                        <a:pt x="12" y="15"/>
                      </a:lnTo>
                      <a:lnTo>
                        <a:pt x="9" y="14"/>
                      </a:lnTo>
                      <a:lnTo>
                        <a:pt x="6" y="12"/>
                      </a:lnTo>
                      <a:lnTo>
                        <a:pt x="2" y="9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6" name="Freeform 1363">
                  <a:extLst>
                    <a:ext uri="{FF2B5EF4-FFF2-40B4-BE49-F238E27FC236}">
                      <a16:creationId xmlns:a16="http://schemas.microsoft.com/office/drawing/2014/main" id="{D85048DA-A065-4130-981F-9688789DC1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0431" y="1949974"/>
                  <a:ext cx="2073" cy="207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7" name="Freeform 1365">
                  <a:extLst>
                    <a:ext uri="{FF2B5EF4-FFF2-40B4-BE49-F238E27FC236}">
                      <a16:creationId xmlns:a16="http://schemas.microsoft.com/office/drawing/2014/main" id="{BF850842-44D3-4DE4-9C0E-814A13CEC3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1779" y="2837019"/>
                  <a:ext cx="20725" cy="1865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10" y="0"/>
                    </a:cxn>
                    <a:cxn ang="0">
                      <a:pos x="9" y="2"/>
                    </a:cxn>
                    <a:cxn ang="0">
                      <a:pos x="8" y="6"/>
                    </a:cxn>
                    <a:cxn ang="0">
                      <a:pos x="3" y="9"/>
                    </a:cxn>
                    <a:cxn ang="0">
                      <a:pos x="0" y="6"/>
                    </a:cxn>
                    <a:cxn ang="0">
                      <a:pos x="0" y="3"/>
                    </a:cxn>
                    <a:cxn ang="0">
                      <a:pos x="3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0" h="9">
                      <a:moveTo>
                        <a:pt x="5" y="0"/>
                      </a:moveTo>
                      <a:lnTo>
                        <a:pt x="10" y="0"/>
                      </a:lnTo>
                      <a:lnTo>
                        <a:pt x="9" y="2"/>
                      </a:lnTo>
                      <a:lnTo>
                        <a:pt x="8" y="6"/>
                      </a:lnTo>
                      <a:lnTo>
                        <a:pt x="3" y="9"/>
                      </a:lnTo>
                      <a:lnTo>
                        <a:pt x="0" y="6"/>
                      </a:lnTo>
                      <a:lnTo>
                        <a:pt x="0" y="3"/>
                      </a:lnTo>
                      <a:lnTo>
                        <a:pt x="3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8" name="Freeform 1366">
                  <a:extLst>
                    <a:ext uri="{FF2B5EF4-FFF2-40B4-BE49-F238E27FC236}">
                      <a16:creationId xmlns:a16="http://schemas.microsoft.com/office/drawing/2014/main" id="{3C2D4683-0B65-4CD0-A351-E71FFB48A0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14214" y="2826657"/>
                  <a:ext cx="198963" cy="288083"/>
                </a:xfrm>
                <a:custGeom>
                  <a:avLst/>
                  <a:gdLst/>
                  <a:ahLst/>
                  <a:cxnLst>
                    <a:cxn ang="0">
                      <a:pos x="38" y="2"/>
                    </a:cxn>
                    <a:cxn ang="0">
                      <a:pos x="36" y="7"/>
                    </a:cxn>
                    <a:cxn ang="0">
                      <a:pos x="29" y="11"/>
                    </a:cxn>
                    <a:cxn ang="0">
                      <a:pos x="29" y="17"/>
                    </a:cxn>
                    <a:cxn ang="0">
                      <a:pos x="49" y="31"/>
                    </a:cxn>
                    <a:cxn ang="0">
                      <a:pos x="41" y="42"/>
                    </a:cxn>
                    <a:cxn ang="0">
                      <a:pos x="44" y="45"/>
                    </a:cxn>
                    <a:cxn ang="0">
                      <a:pos x="54" y="49"/>
                    </a:cxn>
                    <a:cxn ang="0">
                      <a:pos x="61" y="63"/>
                    </a:cxn>
                    <a:cxn ang="0">
                      <a:pos x="77" y="78"/>
                    </a:cxn>
                    <a:cxn ang="0">
                      <a:pos x="81" y="88"/>
                    </a:cxn>
                    <a:cxn ang="0">
                      <a:pos x="79" y="97"/>
                    </a:cxn>
                    <a:cxn ang="0">
                      <a:pos x="88" y="93"/>
                    </a:cxn>
                    <a:cxn ang="0">
                      <a:pos x="96" y="102"/>
                    </a:cxn>
                    <a:cxn ang="0">
                      <a:pos x="88" y="113"/>
                    </a:cxn>
                    <a:cxn ang="0">
                      <a:pos x="92" y="119"/>
                    </a:cxn>
                    <a:cxn ang="0">
                      <a:pos x="86" y="127"/>
                    </a:cxn>
                    <a:cxn ang="0">
                      <a:pos x="58" y="129"/>
                    </a:cxn>
                    <a:cxn ang="0">
                      <a:pos x="39" y="130"/>
                    </a:cxn>
                    <a:cxn ang="0">
                      <a:pos x="31" y="132"/>
                    </a:cxn>
                    <a:cxn ang="0">
                      <a:pos x="20" y="137"/>
                    </a:cxn>
                    <a:cxn ang="0">
                      <a:pos x="14" y="137"/>
                    </a:cxn>
                    <a:cxn ang="0">
                      <a:pos x="32" y="122"/>
                    </a:cxn>
                    <a:cxn ang="0">
                      <a:pos x="42" y="119"/>
                    </a:cxn>
                    <a:cxn ang="0">
                      <a:pos x="42" y="114"/>
                    </a:cxn>
                    <a:cxn ang="0">
                      <a:pos x="37" y="118"/>
                    </a:cxn>
                    <a:cxn ang="0">
                      <a:pos x="28" y="114"/>
                    </a:cxn>
                    <a:cxn ang="0">
                      <a:pos x="20" y="114"/>
                    </a:cxn>
                    <a:cxn ang="0">
                      <a:pos x="17" y="113"/>
                    </a:cxn>
                    <a:cxn ang="0">
                      <a:pos x="23" y="105"/>
                    </a:cxn>
                    <a:cxn ang="0">
                      <a:pos x="26" y="91"/>
                    </a:cxn>
                    <a:cxn ang="0">
                      <a:pos x="34" y="88"/>
                    </a:cxn>
                    <a:cxn ang="0">
                      <a:pos x="43" y="75"/>
                    </a:cxn>
                    <a:cxn ang="0">
                      <a:pos x="37" y="74"/>
                    </a:cxn>
                    <a:cxn ang="0">
                      <a:pos x="36" y="66"/>
                    </a:cxn>
                    <a:cxn ang="0">
                      <a:pos x="31" y="64"/>
                    </a:cxn>
                    <a:cxn ang="0">
                      <a:pos x="17" y="64"/>
                    </a:cxn>
                    <a:cxn ang="0">
                      <a:pos x="20" y="46"/>
                    </a:cxn>
                    <a:cxn ang="0">
                      <a:pos x="14" y="45"/>
                    </a:cxn>
                    <a:cxn ang="0">
                      <a:pos x="14" y="50"/>
                    </a:cxn>
                    <a:cxn ang="0">
                      <a:pos x="12" y="42"/>
                    </a:cxn>
                    <a:cxn ang="0">
                      <a:pos x="10" y="37"/>
                    </a:cxn>
                    <a:cxn ang="0">
                      <a:pos x="7" y="32"/>
                    </a:cxn>
                    <a:cxn ang="0">
                      <a:pos x="5" y="25"/>
                    </a:cxn>
                    <a:cxn ang="0">
                      <a:pos x="0" y="19"/>
                    </a:cxn>
                    <a:cxn ang="0">
                      <a:pos x="10" y="21"/>
                    </a:cxn>
                    <a:cxn ang="0">
                      <a:pos x="9" y="15"/>
                    </a:cxn>
                    <a:cxn ang="0">
                      <a:pos x="14" y="12"/>
                    </a:cxn>
                    <a:cxn ang="0">
                      <a:pos x="17" y="6"/>
                    </a:cxn>
                    <a:cxn ang="0">
                      <a:pos x="20" y="0"/>
                    </a:cxn>
                  </a:cxnLst>
                  <a:rect l="0" t="0" r="r" b="b"/>
                  <a:pathLst>
                    <a:path w="96" h="139">
                      <a:moveTo>
                        <a:pt x="20" y="0"/>
                      </a:moveTo>
                      <a:lnTo>
                        <a:pt x="36" y="0"/>
                      </a:lnTo>
                      <a:lnTo>
                        <a:pt x="38" y="2"/>
                      </a:lnTo>
                      <a:lnTo>
                        <a:pt x="38" y="3"/>
                      </a:lnTo>
                      <a:lnTo>
                        <a:pt x="37" y="6"/>
                      </a:lnTo>
                      <a:lnTo>
                        <a:pt x="36" y="7"/>
                      </a:lnTo>
                      <a:lnTo>
                        <a:pt x="33" y="8"/>
                      </a:lnTo>
                      <a:lnTo>
                        <a:pt x="32" y="10"/>
                      </a:lnTo>
                      <a:lnTo>
                        <a:pt x="29" y="11"/>
                      </a:lnTo>
                      <a:lnTo>
                        <a:pt x="28" y="14"/>
                      </a:lnTo>
                      <a:lnTo>
                        <a:pt x="28" y="15"/>
                      </a:lnTo>
                      <a:lnTo>
                        <a:pt x="29" y="17"/>
                      </a:lnTo>
                      <a:lnTo>
                        <a:pt x="53" y="17"/>
                      </a:lnTo>
                      <a:lnTo>
                        <a:pt x="53" y="25"/>
                      </a:lnTo>
                      <a:lnTo>
                        <a:pt x="49" y="31"/>
                      </a:lnTo>
                      <a:lnTo>
                        <a:pt x="46" y="36"/>
                      </a:lnTo>
                      <a:lnTo>
                        <a:pt x="43" y="42"/>
                      </a:lnTo>
                      <a:lnTo>
                        <a:pt x="41" y="42"/>
                      </a:lnTo>
                      <a:lnTo>
                        <a:pt x="39" y="44"/>
                      </a:lnTo>
                      <a:lnTo>
                        <a:pt x="39" y="45"/>
                      </a:lnTo>
                      <a:lnTo>
                        <a:pt x="44" y="45"/>
                      </a:lnTo>
                      <a:lnTo>
                        <a:pt x="47" y="46"/>
                      </a:lnTo>
                      <a:lnTo>
                        <a:pt x="49" y="46"/>
                      </a:lnTo>
                      <a:lnTo>
                        <a:pt x="54" y="49"/>
                      </a:lnTo>
                      <a:lnTo>
                        <a:pt x="56" y="51"/>
                      </a:lnTo>
                      <a:lnTo>
                        <a:pt x="57" y="55"/>
                      </a:lnTo>
                      <a:lnTo>
                        <a:pt x="61" y="63"/>
                      </a:lnTo>
                      <a:lnTo>
                        <a:pt x="63" y="65"/>
                      </a:lnTo>
                      <a:lnTo>
                        <a:pt x="67" y="68"/>
                      </a:lnTo>
                      <a:lnTo>
                        <a:pt x="77" y="78"/>
                      </a:lnTo>
                      <a:lnTo>
                        <a:pt x="77" y="81"/>
                      </a:lnTo>
                      <a:lnTo>
                        <a:pt x="79" y="86"/>
                      </a:lnTo>
                      <a:lnTo>
                        <a:pt x="81" y="88"/>
                      </a:lnTo>
                      <a:lnTo>
                        <a:pt x="82" y="90"/>
                      </a:lnTo>
                      <a:lnTo>
                        <a:pt x="79" y="93"/>
                      </a:lnTo>
                      <a:lnTo>
                        <a:pt x="79" y="97"/>
                      </a:lnTo>
                      <a:lnTo>
                        <a:pt x="82" y="94"/>
                      </a:lnTo>
                      <a:lnTo>
                        <a:pt x="84" y="93"/>
                      </a:lnTo>
                      <a:lnTo>
                        <a:pt x="88" y="93"/>
                      </a:lnTo>
                      <a:lnTo>
                        <a:pt x="92" y="94"/>
                      </a:lnTo>
                      <a:lnTo>
                        <a:pt x="96" y="98"/>
                      </a:lnTo>
                      <a:lnTo>
                        <a:pt x="96" y="102"/>
                      </a:lnTo>
                      <a:lnTo>
                        <a:pt x="93" y="107"/>
                      </a:lnTo>
                      <a:lnTo>
                        <a:pt x="91" y="109"/>
                      </a:lnTo>
                      <a:lnTo>
                        <a:pt x="88" y="113"/>
                      </a:lnTo>
                      <a:lnTo>
                        <a:pt x="83" y="118"/>
                      </a:lnTo>
                      <a:lnTo>
                        <a:pt x="87" y="119"/>
                      </a:lnTo>
                      <a:lnTo>
                        <a:pt x="92" y="119"/>
                      </a:lnTo>
                      <a:lnTo>
                        <a:pt x="92" y="122"/>
                      </a:lnTo>
                      <a:lnTo>
                        <a:pt x="90" y="124"/>
                      </a:lnTo>
                      <a:lnTo>
                        <a:pt x="86" y="127"/>
                      </a:lnTo>
                      <a:lnTo>
                        <a:pt x="83" y="128"/>
                      </a:lnTo>
                      <a:lnTo>
                        <a:pt x="64" y="128"/>
                      </a:lnTo>
                      <a:lnTo>
                        <a:pt x="58" y="129"/>
                      </a:lnTo>
                      <a:lnTo>
                        <a:pt x="43" y="132"/>
                      </a:lnTo>
                      <a:lnTo>
                        <a:pt x="41" y="132"/>
                      </a:lnTo>
                      <a:lnTo>
                        <a:pt x="39" y="130"/>
                      </a:lnTo>
                      <a:lnTo>
                        <a:pt x="37" y="129"/>
                      </a:lnTo>
                      <a:lnTo>
                        <a:pt x="36" y="129"/>
                      </a:lnTo>
                      <a:lnTo>
                        <a:pt x="31" y="132"/>
                      </a:lnTo>
                      <a:lnTo>
                        <a:pt x="29" y="134"/>
                      </a:lnTo>
                      <a:lnTo>
                        <a:pt x="29" y="137"/>
                      </a:lnTo>
                      <a:lnTo>
                        <a:pt x="20" y="137"/>
                      </a:lnTo>
                      <a:lnTo>
                        <a:pt x="18" y="139"/>
                      </a:lnTo>
                      <a:lnTo>
                        <a:pt x="14" y="139"/>
                      </a:lnTo>
                      <a:lnTo>
                        <a:pt x="14" y="137"/>
                      </a:lnTo>
                      <a:lnTo>
                        <a:pt x="27" y="124"/>
                      </a:lnTo>
                      <a:lnTo>
                        <a:pt x="28" y="122"/>
                      </a:lnTo>
                      <a:lnTo>
                        <a:pt x="32" y="122"/>
                      </a:lnTo>
                      <a:lnTo>
                        <a:pt x="34" y="120"/>
                      </a:lnTo>
                      <a:lnTo>
                        <a:pt x="39" y="120"/>
                      </a:lnTo>
                      <a:lnTo>
                        <a:pt x="42" y="119"/>
                      </a:lnTo>
                      <a:lnTo>
                        <a:pt x="43" y="118"/>
                      </a:lnTo>
                      <a:lnTo>
                        <a:pt x="43" y="115"/>
                      </a:lnTo>
                      <a:lnTo>
                        <a:pt x="42" y="114"/>
                      </a:lnTo>
                      <a:lnTo>
                        <a:pt x="41" y="115"/>
                      </a:lnTo>
                      <a:lnTo>
                        <a:pt x="38" y="117"/>
                      </a:lnTo>
                      <a:lnTo>
                        <a:pt x="37" y="118"/>
                      </a:lnTo>
                      <a:lnTo>
                        <a:pt x="32" y="118"/>
                      </a:lnTo>
                      <a:lnTo>
                        <a:pt x="29" y="117"/>
                      </a:lnTo>
                      <a:lnTo>
                        <a:pt x="28" y="114"/>
                      </a:lnTo>
                      <a:lnTo>
                        <a:pt x="26" y="113"/>
                      </a:lnTo>
                      <a:lnTo>
                        <a:pt x="22" y="113"/>
                      </a:lnTo>
                      <a:lnTo>
                        <a:pt x="20" y="114"/>
                      </a:lnTo>
                      <a:lnTo>
                        <a:pt x="20" y="115"/>
                      </a:lnTo>
                      <a:lnTo>
                        <a:pt x="19" y="115"/>
                      </a:lnTo>
                      <a:lnTo>
                        <a:pt x="17" y="113"/>
                      </a:lnTo>
                      <a:lnTo>
                        <a:pt x="17" y="110"/>
                      </a:lnTo>
                      <a:lnTo>
                        <a:pt x="22" y="108"/>
                      </a:lnTo>
                      <a:lnTo>
                        <a:pt x="23" y="105"/>
                      </a:lnTo>
                      <a:lnTo>
                        <a:pt x="28" y="103"/>
                      </a:lnTo>
                      <a:lnTo>
                        <a:pt x="28" y="97"/>
                      </a:lnTo>
                      <a:lnTo>
                        <a:pt x="26" y="91"/>
                      </a:lnTo>
                      <a:lnTo>
                        <a:pt x="26" y="89"/>
                      </a:lnTo>
                      <a:lnTo>
                        <a:pt x="31" y="89"/>
                      </a:lnTo>
                      <a:lnTo>
                        <a:pt x="34" y="88"/>
                      </a:lnTo>
                      <a:lnTo>
                        <a:pt x="42" y="83"/>
                      </a:lnTo>
                      <a:lnTo>
                        <a:pt x="43" y="80"/>
                      </a:lnTo>
                      <a:lnTo>
                        <a:pt x="43" y="75"/>
                      </a:lnTo>
                      <a:lnTo>
                        <a:pt x="41" y="75"/>
                      </a:lnTo>
                      <a:lnTo>
                        <a:pt x="38" y="74"/>
                      </a:lnTo>
                      <a:lnTo>
                        <a:pt x="37" y="74"/>
                      </a:lnTo>
                      <a:lnTo>
                        <a:pt x="34" y="73"/>
                      </a:lnTo>
                      <a:lnTo>
                        <a:pt x="34" y="68"/>
                      </a:lnTo>
                      <a:lnTo>
                        <a:pt x="36" y="66"/>
                      </a:lnTo>
                      <a:lnTo>
                        <a:pt x="36" y="65"/>
                      </a:lnTo>
                      <a:lnTo>
                        <a:pt x="37" y="64"/>
                      </a:lnTo>
                      <a:lnTo>
                        <a:pt x="31" y="64"/>
                      </a:lnTo>
                      <a:lnTo>
                        <a:pt x="26" y="66"/>
                      </a:lnTo>
                      <a:lnTo>
                        <a:pt x="19" y="66"/>
                      </a:lnTo>
                      <a:lnTo>
                        <a:pt x="17" y="64"/>
                      </a:lnTo>
                      <a:lnTo>
                        <a:pt x="17" y="60"/>
                      </a:lnTo>
                      <a:lnTo>
                        <a:pt x="20" y="56"/>
                      </a:lnTo>
                      <a:lnTo>
                        <a:pt x="20" y="46"/>
                      </a:lnTo>
                      <a:lnTo>
                        <a:pt x="18" y="46"/>
                      </a:lnTo>
                      <a:lnTo>
                        <a:pt x="15" y="45"/>
                      </a:lnTo>
                      <a:lnTo>
                        <a:pt x="14" y="45"/>
                      </a:lnTo>
                      <a:lnTo>
                        <a:pt x="13" y="46"/>
                      </a:lnTo>
                      <a:lnTo>
                        <a:pt x="13" y="49"/>
                      </a:lnTo>
                      <a:lnTo>
                        <a:pt x="14" y="50"/>
                      </a:lnTo>
                      <a:lnTo>
                        <a:pt x="10" y="50"/>
                      </a:lnTo>
                      <a:lnTo>
                        <a:pt x="10" y="42"/>
                      </a:lnTo>
                      <a:lnTo>
                        <a:pt x="12" y="42"/>
                      </a:lnTo>
                      <a:lnTo>
                        <a:pt x="13" y="41"/>
                      </a:lnTo>
                      <a:lnTo>
                        <a:pt x="13" y="37"/>
                      </a:lnTo>
                      <a:lnTo>
                        <a:pt x="10" y="37"/>
                      </a:lnTo>
                      <a:lnTo>
                        <a:pt x="9" y="36"/>
                      </a:lnTo>
                      <a:lnTo>
                        <a:pt x="7" y="35"/>
                      </a:lnTo>
                      <a:lnTo>
                        <a:pt x="7" y="32"/>
                      </a:lnTo>
                      <a:lnTo>
                        <a:pt x="9" y="30"/>
                      </a:lnTo>
                      <a:lnTo>
                        <a:pt x="9" y="26"/>
                      </a:lnTo>
                      <a:lnTo>
                        <a:pt x="5" y="25"/>
                      </a:lnTo>
                      <a:lnTo>
                        <a:pt x="3" y="24"/>
                      </a:lnTo>
                      <a:lnTo>
                        <a:pt x="0" y="21"/>
                      </a:lnTo>
                      <a:lnTo>
                        <a:pt x="0" y="19"/>
                      </a:lnTo>
                      <a:lnTo>
                        <a:pt x="7" y="19"/>
                      </a:lnTo>
                      <a:lnTo>
                        <a:pt x="9" y="21"/>
                      </a:lnTo>
                      <a:lnTo>
                        <a:pt x="10" y="21"/>
                      </a:lnTo>
                      <a:lnTo>
                        <a:pt x="10" y="19"/>
                      </a:lnTo>
                      <a:lnTo>
                        <a:pt x="9" y="17"/>
                      </a:lnTo>
                      <a:lnTo>
                        <a:pt x="9" y="15"/>
                      </a:lnTo>
                      <a:lnTo>
                        <a:pt x="10" y="14"/>
                      </a:lnTo>
                      <a:lnTo>
                        <a:pt x="13" y="12"/>
                      </a:lnTo>
                      <a:lnTo>
                        <a:pt x="14" y="12"/>
                      </a:lnTo>
                      <a:lnTo>
                        <a:pt x="14" y="10"/>
                      </a:lnTo>
                      <a:lnTo>
                        <a:pt x="15" y="8"/>
                      </a:lnTo>
                      <a:lnTo>
                        <a:pt x="17" y="6"/>
                      </a:lnTo>
                      <a:lnTo>
                        <a:pt x="17" y="3"/>
                      </a:lnTo>
                      <a:lnTo>
                        <a:pt x="19" y="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9" name="Freeform 1367">
                  <a:extLst>
                    <a:ext uri="{FF2B5EF4-FFF2-40B4-BE49-F238E27FC236}">
                      <a16:creationId xmlns:a16="http://schemas.microsoft.com/office/drawing/2014/main" id="{B8BDF5B8-F539-408C-9778-C98065408E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5665" y="2973806"/>
                  <a:ext cx="12435" cy="1036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6" y="0"/>
                    </a:cxn>
                    <a:cxn ang="0">
                      <a:pos x="6" y="2"/>
                    </a:cxn>
                    <a:cxn ang="0">
                      <a:pos x="4" y="4"/>
                    </a:cxn>
                    <a:cxn ang="0">
                      <a:pos x="4" y="5"/>
                    </a:cxn>
                    <a:cxn ang="0">
                      <a:pos x="0" y="5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6" h="5">
                      <a:moveTo>
                        <a:pt x="3" y="0"/>
                      </a:moveTo>
                      <a:lnTo>
                        <a:pt x="6" y="0"/>
                      </a:lnTo>
                      <a:lnTo>
                        <a:pt x="6" y="2"/>
                      </a:lnTo>
                      <a:lnTo>
                        <a:pt x="4" y="4"/>
                      </a:lnTo>
                      <a:lnTo>
                        <a:pt x="4" y="5"/>
                      </a:lnTo>
                      <a:lnTo>
                        <a:pt x="0" y="5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0" name="Freeform 1368">
                  <a:extLst>
                    <a:ext uri="{FF2B5EF4-FFF2-40B4-BE49-F238E27FC236}">
                      <a16:creationId xmlns:a16="http://schemas.microsoft.com/office/drawing/2014/main" id="{652EE2E0-24E8-4D72-AED9-A29C850B8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68100" y="3469142"/>
                  <a:ext cx="64249" cy="39379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9" y="0"/>
                    </a:cxn>
                    <a:cxn ang="0">
                      <a:pos x="11" y="2"/>
                    </a:cxn>
                    <a:cxn ang="0">
                      <a:pos x="12" y="2"/>
                    </a:cxn>
                    <a:cxn ang="0">
                      <a:pos x="15" y="3"/>
                    </a:cxn>
                    <a:cxn ang="0">
                      <a:pos x="20" y="3"/>
                    </a:cxn>
                    <a:cxn ang="0">
                      <a:pos x="25" y="0"/>
                    </a:cxn>
                    <a:cxn ang="0">
                      <a:pos x="31" y="0"/>
                    </a:cxn>
                    <a:cxn ang="0">
                      <a:pos x="30" y="4"/>
                    </a:cxn>
                    <a:cxn ang="0">
                      <a:pos x="29" y="7"/>
                    </a:cxn>
                    <a:cxn ang="0">
                      <a:pos x="27" y="8"/>
                    </a:cxn>
                    <a:cxn ang="0">
                      <a:pos x="27" y="10"/>
                    </a:cxn>
                    <a:cxn ang="0">
                      <a:pos x="29" y="12"/>
                    </a:cxn>
                    <a:cxn ang="0">
                      <a:pos x="30" y="14"/>
                    </a:cxn>
                    <a:cxn ang="0">
                      <a:pos x="30" y="17"/>
                    </a:cxn>
                    <a:cxn ang="0">
                      <a:pos x="27" y="19"/>
                    </a:cxn>
                    <a:cxn ang="0">
                      <a:pos x="26" y="19"/>
                    </a:cxn>
                    <a:cxn ang="0">
                      <a:pos x="24" y="17"/>
                    </a:cxn>
                    <a:cxn ang="0">
                      <a:pos x="19" y="14"/>
                    </a:cxn>
                    <a:cxn ang="0">
                      <a:pos x="15" y="12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2" y="5"/>
                    </a:cxn>
                    <a:cxn ang="0">
                      <a:pos x="1" y="5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1" h="19">
                      <a:moveTo>
                        <a:pt x="3" y="0"/>
                      </a:moveTo>
                      <a:lnTo>
                        <a:pt x="9" y="0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5" y="3"/>
                      </a:lnTo>
                      <a:lnTo>
                        <a:pt x="20" y="3"/>
                      </a:lnTo>
                      <a:lnTo>
                        <a:pt x="25" y="0"/>
                      </a:lnTo>
                      <a:lnTo>
                        <a:pt x="31" y="0"/>
                      </a:lnTo>
                      <a:lnTo>
                        <a:pt x="30" y="4"/>
                      </a:lnTo>
                      <a:lnTo>
                        <a:pt x="29" y="7"/>
                      </a:lnTo>
                      <a:lnTo>
                        <a:pt x="27" y="8"/>
                      </a:lnTo>
                      <a:lnTo>
                        <a:pt x="27" y="10"/>
                      </a:lnTo>
                      <a:lnTo>
                        <a:pt x="29" y="12"/>
                      </a:lnTo>
                      <a:lnTo>
                        <a:pt x="30" y="14"/>
                      </a:lnTo>
                      <a:lnTo>
                        <a:pt x="30" y="17"/>
                      </a:lnTo>
                      <a:lnTo>
                        <a:pt x="27" y="19"/>
                      </a:lnTo>
                      <a:lnTo>
                        <a:pt x="26" y="19"/>
                      </a:lnTo>
                      <a:lnTo>
                        <a:pt x="24" y="17"/>
                      </a:lnTo>
                      <a:lnTo>
                        <a:pt x="19" y="14"/>
                      </a:lnTo>
                      <a:lnTo>
                        <a:pt x="15" y="12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1" name="Freeform 1369">
                  <a:extLst>
                    <a:ext uri="{FF2B5EF4-FFF2-40B4-BE49-F238E27FC236}">
                      <a16:creationId xmlns:a16="http://schemas.microsoft.com/office/drawing/2014/main" id="{0DA99EF6-F5D0-4FAC-AAE5-839570102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74835" y="3332355"/>
                  <a:ext cx="22799" cy="4352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0" y="2"/>
                    </a:cxn>
                    <a:cxn ang="0">
                      <a:pos x="11" y="5"/>
                    </a:cxn>
                    <a:cxn ang="0">
                      <a:pos x="10" y="8"/>
                    </a:cxn>
                    <a:cxn ang="0">
                      <a:pos x="8" y="14"/>
                    </a:cxn>
                    <a:cxn ang="0">
                      <a:pos x="8" y="19"/>
                    </a:cxn>
                    <a:cxn ang="0">
                      <a:pos x="7" y="21"/>
                    </a:cxn>
                    <a:cxn ang="0">
                      <a:pos x="6" y="20"/>
                    </a:cxn>
                    <a:cxn ang="0">
                      <a:pos x="5" y="17"/>
                    </a:cxn>
                    <a:cxn ang="0">
                      <a:pos x="2" y="10"/>
                    </a:cxn>
                    <a:cxn ang="0">
                      <a:pos x="0" y="5"/>
                    </a:cxn>
                    <a:cxn ang="0">
                      <a:pos x="1" y="3"/>
                    </a:cxn>
                    <a:cxn ang="0">
                      <a:pos x="5" y="3"/>
                    </a:cxn>
                    <a:cxn ang="0">
                      <a:pos x="6" y="1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1" h="21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0" y="2"/>
                      </a:lnTo>
                      <a:lnTo>
                        <a:pt x="11" y="5"/>
                      </a:lnTo>
                      <a:lnTo>
                        <a:pt x="10" y="8"/>
                      </a:lnTo>
                      <a:lnTo>
                        <a:pt x="8" y="14"/>
                      </a:lnTo>
                      <a:lnTo>
                        <a:pt x="8" y="19"/>
                      </a:lnTo>
                      <a:lnTo>
                        <a:pt x="7" y="21"/>
                      </a:lnTo>
                      <a:lnTo>
                        <a:pt x="6" y="20"/>
                      </a:lnTo>
                      <a:lnTo>
                        <a:pt x="5" y="17"/>
                      </a:lnTo>
                      <a:lnTo>
                        <a:pt x="2" y="10"/>
                      </a:lnTo>
                      <a:lnTo>
                        <a:pt x="0" y="5"/>
                      </a:lnTo>
                      <a:lnTo>
                        <a:pt x="1" y="3"/>
                      </a:lnTo>
                      <a:lnTo>
                        <a:pt x="5" y="3"/>
                      </a:lnTo>
                      <a:lnTo>
                        <a:pt x="6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2" name="Freeform 1370">
                  <a:extLst>
                    <a:ext uri="{FF2B5EF4-FFF2-40B4-BE49-F238E27FC236}">
                      <a16:creationId xmlns:a16="http://schemas.microsoft.com/office/drawing/2014/main" id="{A17AAFD5-B057-41A8-A027-46D224EB2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68618" y="3382096"/>
                  <a:ext cx="33161" cy="6217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3" y="2"/>
                    </a:cxn>
                    <a:cxn ang="0">
                      <a:pos x="14" y="2"/>
                    </a:cxn>
                    <a:cxn ang="0">
                      <a:pos x="15" y="6"/>
                    </a:cxn>
                    <a:cxn ang="0">
                      <a:pos x="16" y="8"/>
                    </a:cxn>
                    <a:cxn ang="0">
                      <a:pos x="16" y="18"/>
                    </a:cxn>
                    <a:cxn ang="0">
                      <a:pos x="15" y="22"/>
                    </a:cxn>
                    <a:cxn ang="0">
                      <a:pos x="14" y="25"/>
                    </a:cxn>
                    <a:cxn ang="0">
                      <a:pos x="9" y="30"/>
                    </a:cxn>
                    <a:cxn ang="0">
                      <a:pos x="4" y="30"/>
                    </a:cxn>
                    <a:cxn ang="0">
                      <a:pos x="3" y="27"/>
                    </a:cxn>
                    <a:cxn ang="0">
                      <a:pos x="1" y="26"/>
                    </a:cxn>
                    <a:cxn ang="0">
                      <a:pos x="1" y="21"/>
                    </a:cxn>
                    <a:cxn ang="0">
                      <a:pos x="4" y="13"/>
                    </a:cxn>
                    <a:cxn ang="0">
                      <a:pos x="4" y="11"/>
                    </a:cxn>
                    <a:cxn ang="0">
                      <a:pos x="0" y="7"/>
                    </a:cxn>
                    <a:cxn ang="0">
                      <a:pos x="0" y="5"/>
                    </a:cxn>
                    <a:cxn ang="0">
                      <a:pos x="3" y="3"/>
                    </a:cxn>
                    <a:cxn ang="0">
                      <a:pos x="5" y="1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6" h="30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3" y="2"/>
                      </a:lnTo>
                      <a:lnTo>
                        <a:pt x="14" y="2"/>
                      </a:lnTo>
                      <a:lnTo>
                        <a:pt x="15" y="6"/>
                      </a:lnTo>
                      <a:lnTo>
                        <a:pt x="16" y="8"/>
                      </a:lnTo>
                      <a:lnTo>
                        <a:pt x="16" y="18"/>
                      </a:lnTo>
                      <a:lnTo>
                        <a:pt x="15" y="22"/>
                      </a:lnTo>
                      <a:lnTo>
                        <a:pt x="14" y="25"/>
                      </a:lnTo>
                      <a:lnTo>
                        <a:pt x="9" y="30"/>
                      </a:lnTo>
                      <a:lnTo>
                        <a:pt x="4" y="30"/>
                      </a:lnTo>
                      <a:lnTo>
                        <a:pt x="3" y="27"/>
                      </a:lnTo>
                      <a:lnTo>
                        <a:pt x="1" y="26"/>
                      </a:lnTo>
                      <a:lnTo>
                        <a:pt x="1" y="21"/>
                      </a:lnTo>
                      <a:lnTo>
                        <a:pt x="4" y="13"/>
                      </a:lnTo>
                      <a:lnTo>
                        <a:pt x="4" y="11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3" y="3"/>
                      </a:lnTo>
                      <a:lnTo>
                        <a:pt x="5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3" name="Freeform 1371">
                  <a:extLst>
                    <a:ext uri="{FF2B5EF4-FFF2-40B4-BE49-F238E27FC236}">
                      <a16:creationId xmlns:a16="http://schemas.microsoft.com/office/drawing/2014/main" id="{88408516-8441-41D5-AA9C-5F0379984A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3903" y="3417328"/>
                  <a:ext cx="18653" cy="1658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6" y="1"/>
                    </a:cxn>
                    <a:cxn ang="0">
                      <a:pos x="9" y="4"/>
                    </a:cxn>
                    <a:cxn ang="0">
                      <a:pos x="9" y="5"/>
                    </a:cxn>
                    <a:cxn ang="0">
                      <a:pos x="6" y="8"/>
                    </a:cxn>
                    <a:cxn ang="0">
                      <a:pos x="4" y="8"/>
                    </a:cxn>
                    <a:cxn ang="0">
                      <a:pos x="0" y="4"/>
                    </a:cxn>
                    <a:cxn ang="0">
                      <a:pos x="2" y="1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9" h="8">
                      <a:moveTo>
                        <a:pt x="6" y="0"/>
                      </a:moveTo>
                      <a:lnTo>
                        <a:pt x="6" y="1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0" y="4"/>
                      </a:lnTo>
                      <a:lnTo>
                        <a:pt x="2" y="1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4" name="Freeform 1372">
                  <a:extLst>
                    <a:ext uri="{FF2B5EF4-FFF2-40B4-BE49-F238E27FC236}">
                      <a16:creationId xmlns:a16="http://schemas.microsoft.com/office/drawing/2014/main" id="{EEF60AFC-8133-4E1A-B81E-65C530BAEB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07995" y="2932355"/>
                  <a:ext cx="20725" cy="269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" y="0"/>
                    </a:cxn>
                    <a:cxn ang="0">
                      <a:pos x="7" y="3"/>
                    </a:cxn>
                    <a:cxn ang="0">
                      <a:pos x="9" y="4"/>
                    </a:cxn>
                    <a:cxn ang="0">
                      <a:pos x="9" y="5"/>
                    </a:cxn>
                    <a:cxn ang="0">
                      <a:pos x="10" y="7"/>
                    </a:cxn>
                    <a:cxn ang="0">
                      <a:pos x="10" y="12"/>
                    </a:cxn>
                    <a:cxn ang="0">
                      <a:pos x="9" y="13"/>
                    </a:cxn>
                    <a:cxn ang="0">
                      <a:pos x="9" y="10"/>
                    </a:cxn>
                    <a:cxn ang="0">
                      <a:pos x="6" y="10"/>
                    </a:cxn>
                    <a:cxn ang="0">
                      <a:pos x="4" y="9"/>
                    </a:cxn>
                    <a:cxn ang="0">
                      <a:pos x="2" y="8"/>
                    </a:cxn>
                    <a:cxn ang="0">
                      <a:pos x="0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" h="13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3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10" y="7"/>
                      </a:lnTo>
                      <a:lnTo>
                        <a:pt x="10" y="12"/>
                      </a:lnTo>
                      <a:lnTo>
                        <a:pt x="9" y="13"/>
                      </a:lnTo>
                      <a:lnTo>
                        <a:pt x="9" y="10"/>
                      </a:lnTo>
                      <a:lnTo>
                        <a:pt x="6" y="10"/>
                      </a:lnTo>
                      <a:lnTo>
                        <a:pt x="4" y="9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5" name="Freeform 1373">
                  <a:extLst>
                    <a:ext uri="{FF2B5EF4-FFF2-40B4-BE49-F238E27FC236}">
                      <a16:creationId xmlns:a16="http://schemas.microsoft.com/office/drawing/2014/main" id="{E8A660EC-AF18-48DE-97CF-03670FED6A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32866" y="2909558"/>
                  <a:ext cx="39379" cy="5388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2" y="0"/>
                    </a:cxn>
                    <a:cxn ang="0">
                      <a:pos x="14" y="1"/>
                    </a:cxn>
                    <a:cxn ang="0">
                      <a:pos x="15" y="2"/>
                    </a:cxn>
                    <a:cxn ang="0">
                      <a:pos x="19" y="10"/>
                    </a:cxn>
                    <a:cxn ang="0">
                      <a:pos x="17" y="11"/>
                    </a:cxn>
                    <a:cxn ang="0">
                      <a:pos x="13" y="19"/>
                    </a:cxn>
                    <a:cxn ang="0">
                      <a:pos x="13" y="21"/>
                    </a:cxn>
                    <a:cxn ang="0">
                      <a:pos x="12" y="24"/>
                    </a:cxn>
                    <a:cxn ang="0">
                      <a:pos x="9" y="26"/>
                    </a:cxn>
                    <a:cxn ang="0">
                      <a:pos x="3" y="26"/>
                    </a:cxn>
                    <a:cxn ang="0">
                      <a:pos x="0" y="24"/>
                    </a:cxn>
                    <a:cxn ang="0">
                      <a:pos x="0" y="23"/>
                    </a:cxn>
                    <a:cxn ang="0">
                      <a:pos x="3" y="23"/>
                    </a:cxn>
                    <a:cxn ang="0">
                      <a:pos x="3" y="24"/>
                    </a:cxn>
                    <a:cxn ang="0">
                      <a:pos x="8" y="21"/>
                    </a:cxn>
                    <a:cxn ang="0">
                      <a:pos x="9" y="20"/>
                    </a:cxn>
                    <a:cxn ang="0">
                      <a:pos x="9" y="19"/>
                    </a:cxn>
                    <a:cxn ang="0">
                      <a:pos x="7" y="18"/>
                    </a:cxn>
                    <a:cxn ang="0">
                      <a:pos x="3" y="15"/>
                    </a:cxn>
                    <a:cxn ang="0">
                      <a:pos x="2" y="14"/>
                    </a:cxn>
                    <a:cxn ang="0">
                      <a:pos x="0" y="11"/>
                    </a:cxn>
                    <a:cxn ang="0">
                      <a:pos x="0" y="10"/>
                    </a:cxn>
                    <a:cxn ang="0">
                      <a:pos x="3" y="5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9" h="26">
                      <a:moveTo>
                        <a:pt x="8" y="0"/>
                      </a:moveTo>
                      <a:lnTo>
                        <a:pt x="12" y="0"/>
                      </a:lnTo>
                      <a:lnTo>
                        <a:pt x="14" y="1"/>
                      </a:lnTo>
                      <a:lnTo>
                        <a:pt x="15" y="2"/>
                      </a:lnTo>
                      <a:lnTo>
                        <a:pt x="19" y="10"/>
                      </a:lnTo>
                      <a:lnTo>
                        <a:pt x="17" y="11"/>
                      </a:lnTo>
                      <a:lnTo>
                        <a:pt x="13" y="19"/>
                      </a:lnTo>
                      <a:lnTo>
                        <a:pt x="13" y="21"/>
                      </a:lnTo>
                      <a:lnTo>
                        <a:pt x="12" y="24"/>
                      </a:lnTo>
                      <a:lnTo>
                        <a:pt x="9" y="26"/>
                      </a:lnTo>
                      <a:lnTo>
                        <a:pt x="3" y="26"/>
                      </a:lnTo>
                      <a:lnTo>
                        <a:pt x="0" y="24"/>
                      </a:lnTo>
                      <a:lnTo>
                        <a:pt x="0" y="23"/>
                      </a:lnTo>
                      <a:lnTo>
                        <a:pt x="3" y="23"/>
                      </a:lnTo>
                      <a:lnTo>
                        <a:pt x="3" y="24"/>
                      </a:lnTo>
                      <a:lnTo>
                        <a:pt x="8" y="21"/>
                      </a:lnTo>
                      <a:lnTo>
                        <a:pt x="9" y="20"/>
                      </a:lnTo>
                      <a:lnTo>
                        <a:pt x="9" y="19"/>
                      </a:lnTo>
                      <a:lnTo>
                        <a:pt x="7" y="18"/>
                      </a:lnTo>
                      <a:lnTo>
                        <a:pt x="3" y="15"/>
                      </a:lnTo>
                      <a:lnTo>
                        <a:pt x="2" y="14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3" y="5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6" name="Freeform 1374">
                  <a:extLst>
                    <a:ext uri="{FF2B5EF4-FFF2-40B4-BE49-F238E27FC236}">
                      <a16:creationId xmlns:a16="http://schemas.microsoft.com/office/drawing/2014/main" id="{D56B2029-312F-4731-963B-294D5ED62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02814" y="2847382"/>
                  <a:ext cx="18653" cy="31089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9" y="0"/>
                    </a:cxn>
                    <a:cxn ang="0">
                      <a:pos x="5" y="4"/>
                    </a:cxn>
                    <a:cxn ang="0">
                      <a:pos x="5" y="9"/>
                    </a:cxn>
                    <a:cxn ang="0">
                      <a:pos x="1" y="12"/>
                    </a:cxn>
                    <a:cxn ang="0">
                      <a:pos x="0" y="15"/>
                    </a:cxn>
                    <a:cxn ang="0">
                      <a:pos x="0" y="6"/>
                    </a:cxn>
                    <a:cxn ang="0">
                      <a:pos x="1" y="4"/>
                    </a:cxn>
                    <a:cxn ang="0">
                      <a:pos x="4" y="2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9" h="15">
                      <a:moveTo>
                        <a:pt x="5" y="0"/>
                      </a:moveTo>
                      <a:lnTo>
                        <a:pt x="9" y="0"/>
                      </a:lnTo>
                      <a:lnTo>
                        <a:pt x="5" y="4"/>
                      </a:lnTo>
                      <a:lnTo>
                        <a:pt x="5" y="9"/>
                      </a:lnTo>
                      <a:lnTo>
                        <a:pt x="1" y="12"/>
                      </a:lnTo>
                      <a:lnTo>
                        <a:pt x="0" y="15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4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7" name="Freeform 1375">
                  <a:extLst>
                    <a:ext uri="{FF2B5EF4-FFF2-40B4-BE49-F238E27FC236}">
                      <a16:creationId xmlns:a16="http://schemas.microsoft.com/office/drawing/2014/main" id="{CA8EB71C-8C62-47C8-967C-F0EDE76B42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87788" y="2805931"/>
                  <a:ext cx="29015" cy="35234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4" y="3"/>
                    </a:cxn>
                    <a:cxn ang="0">
                      <a:pos x="14" y="5"/>
                    </a:cxn>
                    <a:cxn ang="0">
                      <a:pos x="13" y="7"/>
                    </a:cxn>
                    <a:cxn ang="0">
                      <a:pos x="12" y="8"/>
                    </a:cxn>
                    <a:cxn ang="0">
                      <a:pos x="12" y="13"/>
                    </a:cxn>
                    <a:cxn ang="0">
                      <a:pos x="10" y="15"/>
                    </a:cxn>
                    <a:cxn ang="0">
                      <a:pos x="9" y="15"/>
                    </a:cxn>
                    <a:cxn ang="0">
                      <a:pos x="8" y="16"/>
                    </a:cxn>
                    <a:cxn ang="0">
                      <a:pos x="5" y="17"/>
                    </a:cxn>
                    <a:cxn ang="0">
                      <a:pos x="3" y="17"/>
                    </a:cxn>
                    <a:cxn ang="0">
                      <a:pos x="0" y="15"/>
                    </a:cxn>
                    <a:cxn ang="0">
                      <a:pos x="0" y="12"/>
                    </a:cxn>
                    <a:cxn ang="0">
                      <a:pos x="5" y="10"/>
                    </a:cxn>
                    <a:cxn ang="0">
                      <a:pos x="7" y="8"/>
                    </a:cxn>
                    <a:cxn ang="0">
                      <a:pos x="9" y="8"/>
                    </a:cxn>
                    <a:cxn ang="0">
                      <a:pos x="7" y="6"/>
                    </a:cxn>
                    <a:cxn ang="0">
                      <a:pos x="7" y="2"/>
                    </a:cxn>
                    <a:cxn ang="0">
                      <a:pos x="9" y="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4" h="17">
                      <a:moveTo>
                        <a:pt x="10" y="0"/>
                      </a:moveTo>
                      <a:lnTo>
                        <a:pt x="14" y="3"/>
                      </a:lnTo>
                      <a:lnTo>
                        <a:pt x="14" y="5"/>
                      </a:lnTo>
                      <a:lnTo>
                        <a:pt x="13" y="7"/>
                      </a:lnTo>
                      <a:lnTo>
                        <a:pt x="12" y="8"/>
                      </a:lnTo>
                      <a:lnTo>
                        <a:pt x="12" y="13"/>
                      </a:lnTo>
                      <a:lnTo>
                        <a:pt x="10" y="15"/>
                      </a:lnTo>
                      <a:lnTo>
                        <a:pt x="9" y="15"/>
                      </a:lnTo>
                      <a:lnTo>
                        <a:pt x="8" y="16"/>
                      </a:lnTo>
                      <a:lnTo>
                        <a:pt x="5" y="17"/>
                      </a:lnTo>
                      <a:lnTo>
                        <a:pt x="3" y="17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5" y="10"/>
                      </a:lnTo>
                      <a:lnTo>
                        <a:pt x="7" y="8"/>
                      </a:lnTo>
                      <a:lnTo>
                        <a:pt x="9" y="8"/>
                      </a:lnTo>
                      <a:lnTo>
                        <a:pt x="7" y="6"/>
                      </a:lnTo>
                      <a:lnTo>
                        <a:pt x="7" y="2"/>
                      </a:lnTo>
                      <a:lnTo>
                        <a:pt x="9" y="1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8" name="Freeform 1376">
                  <a:extLst>
                    <a:ext uri="{FF2B5EF4-FFF2-40B4-BE49-F238E27FC236}">
                      <a16:creationId xmlns:a16="http://schemas.microsoft.com/office/drawing/2014/main" id="{D7492770-4A15-43A2-99BC-272C000B52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35454" y="2345829"/>
                  <a:ext cx="6218" cy="6218"/>
                </a:xfrm>
                <a:custGeom>
                  <a:avLst/>
                  <a:gdLst/>
                  <a:ahLst/>
                  <a:cxnLst>
                    <a:cxn ang="0">
                      <a:pos x="2" y="1"/>
                    </a:cxn>
                    <a:cxn ang="0">
                      <a:pos x="3" y="3"/>
                    </a:cxn>
                    <a:cxn ang="0">
                      <a:pos x="2" y="1"/>
                    </a:cxn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3">
                      <a:moveTo>
                        <a:pt x="2" y="1"/>
                      </a:moveTo>
                      <a:lnTo>
                        <a:pt x="3" y="3"/>
                      </a:lnTo>
                      <a:lnTo>
                        <a:pt x="2" y="1"/>
                      </a:lnTo>
                      <a:close/>
                      <a:moveTo>
                        <a:pt x="0" y="0"/>
                      </a:move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9" name="Freeform 1377">
                  <a:extLst>
                    <a:ext uri="{FF2B5EF4-FFF2-40B4-BE49-F238E27FC236}">
                      <a16:creationId xmlns:a16="http://schemas.microsoft.com/office/drawing/2014/main" id="{84FDAC2B-27ED-45AA-8D55-093D938CD5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1672" y="2352046"/>
                  <a:ext cx="2073" cy="20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0" name="Freeform 1378">
                  <a:extLst>
                    <a:ext uri="{FF2B5EF4-FFF2-40B4-BE49-F238E27FC236}">
                      <a16:creationId xmlns:a16="http://schemas.microsoft.com/office/drawing/2014/main" id="{BE2BAC68-17C4-485C-959B-103A0192D5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98666" y="2047384"/>
                  <a:ext cx="420725" cy="308808"/>
                </a:xfrm>
                <a:custGeom>
                  <a:avLst/>
                  <a:gdLst/>
                  <a:ahLst/>
                  <a:cxnLst>
                    <a:cxn ang="0">
                      <a:pos x="189" y="0"/>
                    </a:cxn>
                    <a:cxn ang="0">
                      <a:pos x="201" y="6"/>
                    </a:cxn>
                    <a:cxn ang="0">
                      <a:pos x="203" y="10"/>
                    </a:cxn>
                    <a:cxn ang="0">
                      <a:pos x="194" y="20"/>
                    </a:cxn>
                    <a:cxn ang="0">
                      <a:pos x="177" y="26"/>
                    </a:cxn>
                    <a:cxn ang="0">
                      <a:pos x="149" y="36"/>
                    </a:cxn>
                    <a:cxn ang="0">
                      <a:pos x="124" y="41"/>
                    </a:cxn>
                    <a:cxn ang="0">
                      <a:pos x="122" y="45"/>
                    </a:cxn>
                    <a:cxn ang="0">
                      <a:pos x="119" y="49"/>
                    </a:cxn>
                    <a:cxn ang="0">
                      <a:pos x="115" y="51"/>
                    </a:cxn>
                    <a:cxn ang="0">
                      <a:pos x="104" y="56"/>
                    </a:cxn>
                    <a:cxn ang="0">
                      <a:pos x="83" y="68"/>
                    </a:cxn>
                    <a:cxn ang="0">
                      <a:pos x="58" y="90"/>
                    </a:cxn>
                    <a:cxn ang="0">
                      <a:pos x="46" y="120"/>
                    </a:cxn>
                    <a:cxn ang="0">
                      <a:pos x="54" y="137"/>
                    </a:cxn>
                    <a:cxn ang="0">
                      <a:pos x="69" y="148"/>
                    </a:cxn>
                    <a:cxn ang="0">
                      <a:pos x="70" y="149"/>
                    </a:cxn>
                    <a:cxn ang="0">
                      <a:pos x="38" y="148"/>
                    </a:cxn>
                    <a:cxn ang="0">
                      <a:pos x="35" y="147"/>
                    </a:cxn>
                    <a:cxn ang="0">
                      <a:pos x="24" y="144"/>
                    </a:cxn>
                    <a:cxn ang="0">
                      <a:pos x="22" y="134"/>
                    </a:cxn>
                    <a:cxn ang="0">
                      <a:pos x="19" y="132"/>
                    </a:cxn>
                    <a:cxn ang="0">
                      <a:pos x="5" y="130"/>
                    </a:cxn>
                    <a:cxn ang="0">
                      <a:pos x="0" y="124"/>
                    </a:cxn>
                    <a:cxn ang="0">
                      <a:pos x="4" y="117"/>
                    </a:cxn>
                    <a:cxn ang="0">
                      <a:pos x="10" y="112"/>
                    </a:cxn>
                    <a:cxn ang="0">
                      <a:pos x="12" y="101"/>
                    </a:cxn>
                    <a:cxn ang="0">
                      <a:pos x="17" y="95"/>
                    </a:cxn>
                    <a:cxn ang="0">
                      <a:pos x="25" y="91"/>
                    </a:cxn>
                    <a:cxn ang="0">
                      <a:pos x="31" y="90"/>
                    </a:cxn>
                    <a:cxn ang="0">
                      <a:pos x="25" y="81"/>
                    </a:cxn>
                    <a:cxn ang="0">
                      <a:pos x="36" y="70"/>
                    </a:cxn>
                    <a:cxn ang="0">
                      <a:pos x="46" y="56"/>
                    </a:cxn>
                    <a:cxn ang="0">
                      <a:pos x="45" y="52"/>
                    </a:cxn>
                    <a:cxn ang="0">
                      <a:pos x="44" y="49"/>
                    </a:cxn>
                    <a:cxn ang="0">
                      <a:pos x="46" y="45"/>
                    </a:cxn>
                    <a:cxn ang="0">
                      <a:pos x="56" y="44"/>
                    </a:cxn>
                    <a:cxn ang="0">
                      <a:pos x="64" y="42"/>
                    </a:cxn>
                    <a:cxn ang="0">
                      <a:pos x="80" y="32"/>
                    </a:cxn>
                    <a:cxn ang="0">
                      <a:pos x="100" y="23"/>
                    </a:cxn>
                    <a:cxn ang="0">
                      <a:pos x="105" y="21"/>
                    </a:cxn>
                    <a:cxn ang="0">
                      <a:pos x="117" y="18"/>
                    </a:cxn>
                    <a:cxn ang="0">
                      <a:pos x="123" y="23"/>
                    </a:cxn>
                    <a:cxn ang="0">
                      <a:pos x="138" y="21"/>
                    </a:cxn>
                    <a:cxn ang="0">
                      <a:pos x="174" y="2"/>
                    </a:cxn>
                  </a:cxnLst>
                  <a:rect l="0" t="0" r="r" b="b"/>
                  <a:pathLst>
                    <a:path w="203" h="149">
                      <a:moveTo>
                        <a:pt x="187" y="0"/>
                      </a:moveTo>
                      <a:lnTo>
                        <a:pt x="189" y="0"/>
                      </a:lnTo>
                      <a:lnTo>
                        <a:pt x="193" y="1"/>
                      </a:lnTo>
                      <a:lnTo>
                        <a:pt x="201" y="6"/>
                      </a:lnTo>
                      <a:lnTo>
                        <a:pt x="202" y="7"/>
                      </a:lnTo>
                      <a:lnTo>
                        <a:pt x="203" y="10"/>
                      </a:lnTo>
                      <a:lnTo>
                        <a:pt x="201" y="16"/>
                      </a:lnTo>
                      <a:lnTo>
                        <a:pt x="194" y="20"/>
                      </a:lnTo>
                      <a:lnTo>
                        <a:pt x="187" y="23"/>
                      </a:lnTo>
                      <a:lnTo>
                        <a:pt x="177" y="26"/>
                      </a:lnTo>
                      <a:lnTo>
                        <a:pt x="168" y="29"/>
                      </a:lnTo>
                      <a:lnTo>
                        <a:pt x="149" y="36"/>
                      </a:lnTo>
                      <a:lnTo>
                        <a:pt x="137" y="37"/>
                      </a:lnTo>
                      <a:lnTo>
                        <a:pt x="124" y="41"/>
                      </a:lnTo>
                      <a:lnTo>
                        <a:pt x="123" y="42"/>
                      </a:lnTo>
                      <a:lnTo>
                        <a:pt x="122" y="45"/>
                      </a:lnTo>
                      <a:lnTo>
                        <a:pt x="120" y="46"/>
                      </a:lnTo>
                      <a:lnTo>
                        <a:pt x="119" y="49"/>
                      </a:lnTo>
                      <a:lnTo>
                        <a:pt x="118" y="50"/>
                      </a:lnTo>
                      <a:lnTo>
                        <a:pt x="115" y="51"/>
                      </a:lnTo>
                      <a:lnTo>
                        <a:pt x="109" y="52"/>
                      </a:lnTo>
                      <a:lnTo>
                        <a:pt x="104" y="56"/>
                      </a:lnTo>
                      <a:lnTo>
                        <a:pt x="100" y="59"/>
                      </a:lnTo>
                      <a:lnTo>
                        <a:pt x="83" y="68"/>
                      </a:lnTo>
                      <a:lnTo>
                        <a:pt x="69" y="78"/>
                      </a:lnTo>
                      <a:lnTo>
                        <a:pt x="58" y="90"/>
                      </a:lnTo>
                      <a:lnTo>
                        <a:pt x="50" y="105"/>
                      </a:lnTo>
                      <a:lnTo>
                        <a:pt x="46" y="120"/>
                      </a:lnTo>
                      <a:lnTo>
                        <a:pt x="49" y="130"/>
                      </a:lnTo>
                      <a:lnTo>
                        <a:pt x="54" y="137"/>
                      </a:lnTo>
                      <a:lnTo>
                        <a:pt x="61" y="142"/>
                      </a:lnTo>
                      <a:lnTo>
                        <a:pt x="69" y="148"/>
                      </a:lnTo>
                      <a:lnTo>
                        <a:pt x="70" y="148"/>
                      </a:lnTo>
                      <a:lnTo>
                        <a:pt x="70" y="149"/>
                      </a:lnTo>
                      <a:lnTo>
                        <a:pt x="39" y="149"/>
                      </a:lnTo>
                      <a:lnTo>
                        <a:pt x="38" y="148"/>
                      </a:lnTo>
                      <a:lnTo>
                        <a:pt x="36" y="148"/>
                      </a:lnTo>
                      <a:lnTo>
                        <a:pt x="35" y="147"/>
                      </a:lnTo>
                      <a:lnTo>
                        <a:pt x="25" y="147"/>
                      </a:lnTo>
                      <a:lnTo>
                        <a:pt x="24" y="144"/>
                      </a:lnTo>
                      <a:lnTo>
                        <a:pt x="24" y="137"/>
                      </a:lnTo>
                      <a:lnTo>
                        <a:pt x="22" y="134"/>
                      </a:lnTo>
                      <a:lnTo>
                        <a:pt x="21" y="133"/>
                      </a:lnTo>
                      <a:lnTo>
                        <a:pt x="19" y="132"/>
                      </a:lnTo>
                      <a:lnTo>
                        <a:pt x="6" y="132"/>
                      </a:lnTo>
                      <a:lnTo>
                        <a:pt x="5" y="130"/>
                      </a:lnTo>
                      <a:lnTo>
                        <a:pt x="2" y="129"/>
                      </a:lnTo>
                      <a:lnTo>
                        <a:pt x="0" y="124"/>
                      </a:lnTo>
                      <a:lnTo>
                        <a:pt x="0" y="120"/>
                      </a:lnTo>
                      <a:lnTo>
                        <a:pt x="4" y="117"/>
                      </a:lnTo>
                      <a:lnTo>
                        <a:pt x="9" y="114"/>
                      </a:lnTo>
                      <a:lnTo>
                        <a:pt x="10" y="112"/>
                      </a:lnTo>
                      <a:lnTo>
                        <a:pt x="12" y="110"/>
                      </a:lnTo>
                      <a:lnTo>
                        <a:pt x="12" y="101"/>
                      </a:lnTo>
                      <a:lnTo>
                        <a:pt x="15" y="96"/>
                      </a:lnTo>
                      <a:lnTo>
                        <a:pt x="17" y="95"/>
                      </a:lnTo>
                      <a:lnTo>
                        <a:pt x="21" y="93"/>
                      </a:lnTo>
                      <a:lnTo>
                        <a:pt x="25" y="91"/>
                      </a:lnTo>
                      <a:lnTo>
                        <a:pt x="29" y="91"/>
                      </a:lnTo>
                      <a:lnTo>
                        <a:pt x="31" y="90"/>
                      </a:lnTo>
                      <a:lnTo>
                        <a:pt x="29" y="85"/>
                      </a:lnTo>
                      <a:lnTo>
                        <a:pt x="25" y="81"/>
                      </a:lnTo>
                      <a:lnTo>
                        <a:pt x="29" y="76"/>
                      </a:lnTo>
                      <a:lnTo>
                        <a:pt x="36" y="70"/>
                      </a:lnTo>
                      <a:lnTo>
                        <a:pt x="43" y="64"/>
                      </a:lnTo>
                      <a:lnTo>
                        <a:pt x="46" y="56"/>
                      </a:lnTo>
                      <a:lnTo>
                        <a:pt x="46" y="55"/>
                      </a:lnTo>
                      <a:lnTo>
                        <a:pt x="45" y="52"/>
                      </a:lnTo>
                      <a:lnTo>
                        <a:pt x="44" y="51"/>
                      </a:lnTo>
                      <a:lnTo>
                        <a:pt x="44" y="49"/>
                      </a:lnTo>
                      <a:lnTo>
                        <a:pt x="45" y="46"/>
                      </a:lnTo>
                      <a:lnTo>
                        <a:pt x="46" y="45"/>
                      </a:lnTo>
                      <a:lnTo>
                        <a:pt x="51" y="45"/>
                      </a:lnTo>
                      <a:lnTo>
                        <a:pt x="56" y="44"/>
                      </a:lnTo>
                      <a:lnTo>
                        <a:pt x="60" y="42"/>
                      </a:lnTo>
                      <a:lnTo>
                        <a:pt x="64" y="42"/>
                      </a:lnTo>
                      <a:lnTo>
                        <a:pt x="71" y="40"/>
                      </a:lnTo>
                      <a:lnTo>
                        <a:pt x="80" y="32"/>
                      </a:lnTo>
                      <a:lnTo>
                        <a:pt x="90" y="26"/>
                      </a:lnTo>
                      <a:lnTo>
                        <a:pt x="100" y="23"/>
                      </a:lnTo>
                      <a:lnTo>
                        <a:pt x="103" y="23"/>
                      </a:lnTo>
                      <a:lnTo>
                        <a:pt x="105" y="21"/>
                      </a:lnTo>
                      <a:lnTo>
                        <a:pt x="110" y="18"/>
                      </a:lnTo>
                      <a:lnTo>
                        <a:pt x="117" y="18"/>
                      </a:lnTo>
                      <a:lnTo>
                        <a:pt x="119" y="20"/>
                      </a:lnTo>
                      <a:lnTo>
                        <a:pt x="123" y="23"/>
                      </a:lnTo>
                      <a:lnTo>
                        <a:pt x="125" y="23"/>
                      </a:lnTo>
                      <a:lnTo>
                        <a:pt x="138" y="21"/>
                      </a:lnTo>
                      <a:lnTo>
                        <a:pt x="163" y="8"/>
                      </a:lnTo>
                      <a:lnTo>
                        <a:pt x="174" y="2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1" name="Freeform 1379">
                  <a:extLst>
                    <a:ext uri="{FF2B5EF4-FFF2-40B4-BE49-F238E27FC236}">
                      <a16:creationId xmlns:a16="http://schemas.microsoft.com/office/drawing/2014/main" id="{445DFF4A-A801-4E9A-B1B3-C4BDFCBA49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1361" y="1869146"/>
                  <a:ext cx="6218" cy="62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2" name="Freeform 1381">
                  <a:extLst>
                    <a:ext uri="{FF2B5EF4-FFF2-40B4-BE49-F238E27FC236}">
                      <a16:creationId xmlns:a16="http://schemas.microsoft.com/office/drawing/2014/main" id="{50B8886F-CAF8-4C82-96DC-603C4C815B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7268" y="1831841"/>
                  <a:ext cx="64249" cy="3730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22" y="0"/>
                    </a:cxn>
                    <a:cxn ang="0">
                      <a:pos x="18" y="4"/>
                    </a:cxn>
                    <a:cxn ang="0">
                      <a:pos x="31" y="4"/>
                    </a:cxn>
                    <a:cxn ang="0">
                      <a:pos x="31" y="9"/>
                    </a:cxn>
                    <a:cxn ang="0">
                      <a:pos x="28" y="12"/>
                    </a:cxn>
                    <a:cxn ang="0">
                      <a:pos x="21" y="12"/>
                    </a:cxn>
                    <a:cxn ang="0">
                      <a:pos x="23" y="17"/>
                    </a:cxn>
                    <a:cxn ang="0">
                      <a:pos x="18" y="18"/>
                    </a:cxn>
                    <a:cxn ang="0">
                      <a:pos x="4" y="18"/>
                    </a:cxn>
                    <a:cxn ang="0">
                      <a:pos x="0" y="17"/>
                    </a:cxn>
                    <a:cxn ang="0">
                      <a:pos x="0" y="13"/>
                    </a:cxn>
                    <a:cxn ang="0">
                      <a:pos x="3" y="9"/>
                    </a:cxn>
                    <a:cxn ang="0">
                      <a:pos x="4" y="8"/>
                    </a:cxn>
                    <a:cxn ang="0">
                      <a:pos x="8" y="5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31" h="18">
                      <a:moveTo>
                        <a:pt x="8" y="0"/>
                      </a:moveTo>
                      <a:lnTo>
                        <a:pt x="22" y="0"/>
                      </a:lnTo>
                      <a:lnTo>
                        <a:pt x="18" y="4"/>
                      </a:lnTo>
                      <a:lnTo>
                        <a:pt x="31" y="4"/>
                      </a:lnTo>
                      <a:lnTo>
                        <a:pt x="31" y="9"/>
                      </a:lnTo>
                      <a:lnTo>
                        <a:pt x="28" y="12"/>
                      </a:lnTo>
                      <a:lnTo>
                        <a:pt x="21" y="12"/>
                      </a:lnTo>
                      <a:lnTo>
                        <a:pt x="23" y="17"/>
                      </a:lnTo>
                      <a:lnTo>
                        <a:pt x="18" y="18"/>
                      </a:lnTo>
                      <a:lnTo>
                        <a:pt x="4" y="18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3" y="9"/>
                      </a:lnTo>
                      <a:lnTo>
                        <a:pt x="4" y="8"/>
                      </a:lnTo>
                      <a:lnTo>
                        <a:pt x="8" y="5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3" name="Freeform 1382">
                  <a:extLst>
                    <a:ext uri="{FF2B5EF4-FFF2-40B4-BE49-F238E27FC236}">
                      <a16:creationId xmlns:a16="http://schemas.microsoft.com/office/drawing/2014/main" id="{E400FB1C-DBB2-4AE3-B585-EEE07D9D5E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02293" y="1865001"/>
                  <a:ext cx="68394" cy="22799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25" y="0"/>
                    </a:cxn>
                    <a:cxn ang="0">
                      <a:pos x="28" y="1"/>
                    </a:cxn>
                    <a:cxn ang="0">
                      <a:pos x="30" y="3"/>
                    </a:cxn>
                    <a:cxn ang="0">
                      <a:pos x="33" y="5"/>
                    </a:cxn>
                    <a:cxn ang="0">
                      <a:pos x="29" y="5"/>
                    </a:cxn>
                    <a:cxn ang="0">
                      <a:pos x="28" y="6"/>
                    </a:cxn>
                    <a:cxn ang="0">
                      <a:pos x="25" y="7"/>
                    </a:cxn>
                    <a:cxn ang="0">
                      <a:pos x="21" y="11"/>
                    </a:cxn>
                    <a:cxn ang="0">
                      <a:pos x="16" y="11"/>
                    </a:cxn>
                    <a:cxn ang="0">
                      <a:pos x="15" y="8"/>
                    </a:cxn>
                    <a:cxn ang="0">
                      <a:pos x="13" y="7"/>
                    </a:cxn>
                    <a:cxn ang="0">
                      <a:pos x="11" y="7"/>
                    </a:cxn>
                    <a:cxn ang="0">
                      <a:pos x="10" y="10"/>
                    </a:cxn>
                    <a:cxn ang="0">
                      <a:pos x="9" y="11"/>
                    </a:cxn>
                    <a:cxn ang="0">
                      <a:pos x="3" y="11"/>
                    </a:cxn>
                    <a:cxn ang="0">
                      <a:pos x="0" y="8"/>
                    </a:cxn>
                    <a:cxn ang="0">
                      <a:pos x="3" y="5"/>
                    </a:cxn>
                    <a:cxn ang="0">
                      <a:pos x="9" y="2"/>
                    </a:cxn>
                    <a:cxn ang="0">
                      <a:pos x="16" y="0"/>
                    </a:cxn>
                  </a:cxnLst>
                  <a:rect l="0" t="0" r="r" b="b"/>
                  <a:pathLst>
                    <a:path w="33" h="11">
                      <a:moveTo>
                        <a:pt x="16" y="0"/>
                      </a:moveTo>
                      <a:lnTo>
                        <a:pt x="25" y="0"/>
                      </a:lnTo>
                      <a:lnTo>
                        <a:pt x="28" y="1"/>
                      </a:lnTo>
                      <a:lnTo>
                        <a:pt x="30" y="3"/>
                      </a:lnTo>
                      <a:lnTo>
                        <a:pt x="33" y="5"/>
                      </a:lnTo>
                      <a:lnTo>
                        <a:pt x="29" y="5"/>
                      </a:lnTo>
                      <a:lnTo>
                        <a:pt x="28" y="6"/>
                      </a:lnTo>
                      <a:lnTo>
                        <a:pt x="25" y="7"/>
                      </a:lnTo>
                      <a:lnTo>
                        <a:pt x="21" y="11"/>
                      </a:lnTo>
                      <a:lnTo>
                        <a:pt x="16" y="11"/>
                      </a:lnTo>
                      <a:lnTo>
                        <a:pt x="15" y="8"/>
                      </a:lnTo>
                      <a:lnTo>
                        <a:pt x="13" y="7"/>
                      </a:lnTo>
                      <a:lnTo>
                        <a:pt x="11" y="7"/>
                      </a:lnTo>
                      <a:lnTo>
                        <a:pt x="10" y="10"/>
                      </a:lnTo>
                      <a:lnTo>
                        <a:pt x="9" y="11"/>
                      </a:lnTo>
                      <a:lnTo>
                        <a:pt x="3" y="11"/>
                      </a:lnTo>
                      <a:lnTo>
                        <a:pt x="0" y="8"/>
                      </a:lnTo>
                      <a:lnTo>
                        <a:pt x="3" y="5"/>
                      </a:lnTo>
                      <a:lnTo>
                        <a:pt x="9" y="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4" name="Freeform 1383">
                  <a:extLst>
                    <a:ext uri="{FF2B5EF4-FFF2-40B4-BE49-F238E27FC236}">
                      <a16:creationId xmlns:a16="http://schemas.microsoft.com/office/drawing/2014/main" id="{C05FA8D7-F03D-4C01-9294-CD30D3D1D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7061" y="1788317"/>
                  <a:ext cx="99482" cy="70466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47" y="0"/>
                    </a:cxn>
                    <a:cxn ang="0">
                      <a:pos x="47" y="5"/>
                    </a:cxn>
                    <a:cxn ang="0">
                      <a:pos x="43" y="9"/>
                    </a:cxn>
                    <a:cxn ang="0">
                      <a:pos x="43" y="10"/>
                    </a:cxn>
                    <a:cxn ang="0">
                      <a:pos x="40" y="13"/>
                    </a:cxn>
                    <a:cxn ang="0">
                      <a:pos x="35" y="15"/>
                    </a:cxn>
                    <a:cxn ang="0">
                      <a:pos x="31" y="16"/>
                    </a:cxn>
                    <a:cxn ang="0">
                      <a:pos x="27" y="19"/>
                    </a:cxn>
                    <a:cxn ang="0">
                      <a:pos x="25" y="21"/>
                    </a:cxn>
                    <a:cxn ang="0">
                      <a:pos x="33" y="23"/>
                    </a:cxn>
                    <a:cxn ang="0">
                      <a:pos x="48" y="28"/>
                    </a:cxn>
                    <a:cxn ang="0">
                      <a:pos x="46" y="29"/>
                    </a:cxn>
                    <a:cxn ang="0">
                      <a:pos x="36" y="29"/>
                    </a:cxn>
                    <a:cxn ang="0">
                      <a:pos x="28" y="32"/>
                    </a:cxn>
                    <a:cxn ang="0">
                      <a:pos x="23" y="33"/>
                    </a:cxn>
                    <a:cxn ang="0">
                      <a:pos x="20" y="34"/>
                    </a:cxn>
                    <a:cxn ang="0">
                      <a:pos x="8" y="30"/>
                    </a:cxn>
                    <a:cxn ang="0">
                      <a:pos x="2" y="28"/>
                    </a:cxn>
                    <a:cxn ang="0">
                      <a:pos x="0" y="26"/>
                    </a:cxn>
                    <a:cxn ang="0">
                      <a:pos x="5" y="21"/>
                    </a:cxn>
                    <a:cxn ang="0">
                      <a:pos x="22" y="21"/>
                    </a:cxn>
                    <a:cxn ang="0">
                      <a:pos x="20" y="20"/>
                    </a:cxn>
                    <a:cxn ang="0">
                      <a:pos x="18" y="20"/>
                    </a:cxn>
                    <a:cxn ang="0">
                      <a:pos x="17" y="19"/>
                    </a:cxn>
                    <a:cxn ang="0">
                      <a:pos x="16" y="19"/>
                    </a:cxn>
                    <a:cxn ang="0">
                      <a:pos x="15" y="20"/>
                    </a:cxn>
                    <a:cxn ang="0">
                      <a:pos x="15" y="15"/>
                    </a:cxn>
                    <a:cxn ang="0">
                      <a:pos x="22" y="14"/>
                    </a:cxn>
                    <a:cxn ang="0">
                      <a:pos x="32" y="9"/>
                    </a:cxn>
                    <a:cxn ang="0">
                      <a:pos x="40" y="8"/>
                    </a:cxn>
                    <a:cxn ang="0">
                      <a:pos x="40" y="5"/>
                    </a:cxn>
                    <a:cxn ang="0">
                      <a:pos x="41" y="3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48" h="34">
                      <a:moveTo>
                        <a:pt x="46" y="0"/>
                      </a:moveTo>
                      <a:lnTo>
                        <a:pt x="47" y="0"/>
                      </a:lnTo>
                      <a:lnTo>
                        <a:pt x="47" y="5"/>
                      </a:lnTo>
                      <a:lnTo>
                        <a:pt x="43" y="9"/>
                      </a:lnTo>
                      <a:lnTo>
                        <a:pt x="43" y="10"/>
                      </a:lnTo>
                      <a:lnTo>
                        <a:pt x="40" y="13"/>
                      </a:lnTo>
                      <a:lnTo>
                        <a:pt x="35" y="15"/>
                      </a:lnTo>
                      <a:lnTo>
                        <a:pt x="31" y="16"/>
                      </a:lnTo>
                      <a:lnTo>
                        <a:pt x="27" y="19"/>
                      </a:lnTo>
                      <a:lnTo>
                        <a:pt x="25" y="21"/>
                      </a:lnTo>
                      <a:lnTo>
                        <a:pt x="33" y="23"/>
                      </a:lnTo>
                      <a:lnTo>
                        <a:pt x="48" y="28"/>
                      </a:lnTo>
                      <a:lnTo>
                        <a:pt x="46" y="29"/>
                      </a:lnTo>
                      <a:lnTo>
                        <a:pt x="36" y="29"/>
                      </a:lnTo>
                      <a:lnTo>
                        <a:pt x="28" y="32"/>
                      </a:lnTo>
                      <a:lnTo>
                        <a:pt x="23" y="33"/>
                      </a:lnTo>
                      <a:lnTo>
                        <a:pt x="20" y="34"/>
                      </a:lnTo>
                      <a:lnTo>
                        <a:pt x="8" y="30"/>
                      </a:lnTo>
                      <a:lnTo>
                        <a:pt x="2" y="28"/>
                      </a:lnTo>
                      <a:lnTo>
                        <a:pt x="0" y="26"/>
                      </a:lnTo>
                      <a:lnTo>
                        <a:pt x="5" y="21"/>
                      </a:lnTo>
                      <a:lnTo>
                        <a:pt x="22" y="21"/>
                      </a:lnTo>
                      <a:lnTo>
                        <a:pt x="20" y="20"/>
                      </a:lnTo>
                      <a:lnTo>
                        <a:pt x="18" y="20"/>
                      </a:lnTo>
                      <a:lnTo>
                        <a:pt x="17" y="19"/>
                      </a:lnTo>
                      <a:lnTo>
                        <a:pt x="16" y="19"/>
                      </a:lnTo>
                      <a:lnTo>
                        <a:pt x="15" y="20"/>
                      </a:lnTo>
                      <a:lnTo>
                        <a:pt x="15" y="15"/>
                      </a:lnTo>
                      <a:lnTo>
                        <a:pt x="22" y="14"/>
                      </a:lnTo>
                      <a:lnTo>
                        <a:pt x="32" y="9"/>
                      </a:lnTo>
                      <a:lnTo>
                        <a:pt x="40" y="8"/>
                      </a:lnTo>
                      <a:lnTo>
                        <a:pt x="40" y="5"/>
                      </a:lnTo>
                      <a:lnTo>
                        <a:pt x="41" y="3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5" name="Freeform 1384">
                  <a:extLst>
                    <a:ext uri="{FF2B5EF4-FFF2-40B4-BE49-F238E27FC236}">
                      <a16:creationId xmlns:a16="http://schemas.microsoft.com/office/drawing/2014/main" id="{EDB096FA-9C37-4005-961E-D49C2D825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15765" y="2397642"/>
                  <a:ext cx="49741" cy="39379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12" y="0"/>
                    </a:cxn>
                    <a:cxn ang="0">
                      <a:pos x="15" y="2"/>
                    </a:cxn>
                    <a:cxn ang="0">
                      <a:pos x="17" y="4"/>
                    </a:cxn>
                    <a:cxn ang="0">
                      <a:pos x="20" y="5"/>
                    </a:cxn>
                    <a:cxn ang="0">
                      <a:pos x="24" y="7"/>
                    </a:cxn>
                    <a:cxn ang="0">
                      <a:pos x="24" y="12"/>
                    </a:cxn>
                    <a:cxn ang="0">
                      <a:pos x="16" y="17"/>
                    </a:cxn>
                    <a:cxn ang="0">
                      <a:pos x="6" y="19"/>
                    </a:cxn>
                    <a:cxn ang="0">
                      <a:pos x="4" y="19"/>
                    </a:cxn>
                    <a:cxn ang="0">
                      <a:pos x="1" y="18"/>
                    </a:cxn>
                    <a:cxn ang="0">
                      <a:pos x="0" y="17"/>
                    </a:cxn>
                    <a:cxn ang="0">
                      <a:pos x="0" y="13"/>
                    </a:cxn>
                    <a:cxn ang="0">
                      <a:pos x="1" y="10"/>
                    </a:cxn>
                    <a:cxn ang="0">
                      <a:pos x="2" y="9"/>
                    </a:cxn>
                    <a:cxn ang="0">
                      <a:pos x="4" y="7"/>
                    </a:cxn>
                    <a:cxn ang="0">
                      <a:pos x="4" y="5"/>
                    </a:cxn>
                    <a:cxn ang="0">
                      <a:pos x="5" y="4"/>
                    </a:cxn>
                    <a:cxn ang="0">
                      <a:pos x="6" y="4"/>
                    </a:cxn>
                    <a:cxn ang="0">
                      <a:pos x="7" y="2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24" h="19">
                      <a:moveTo>
                        <a:pt x="9" y="0"/>
                      </a:moveTo>
                      <a:lnTo>
                        <a:pt x="12" y="0"/>
                      </a:lnTo>
                      <a:lnTo>
                        <a:pt x="15" y="2"/>
                      </a:lnTo>
                      <a:lnTo>
                        <a:pt x="17" y="4"/>
                      </a:lnTo>
                      <a:lnTo>
                        <a:pt x="20" y="5"/>
                      </a:lnTo>
                      <a:lnTo>
                        <a:pt x="24" y="7"/>
                      </a:lnTo>
                      <a:lnTo>
                        <a:pt x="24" y="12"/>
                      </a:lnTo>
                      <a:lnTo>
                        <a:pt x="16" y="17"/>
                      </a:lnTo>
                      <a:lnTo>
                        <a:pt x="6" y="19"/>
                      </a:lnTo>
                      <a:lnTo>
                        <a:pt x="4" y="19"/>
                      </a:lnTo>
                      <a:lnTo>
                        <a:pt x="1" y="18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1" y="10"/>
                      </a:lnTo>
                      <a:lnTo>
                        <a:pt x="2" y="9"/>
                      </a:lnTo>
                      <a:lnTo>
                        <a:pt x="4" y="7"/>
                      </a:lnTo>
                      <a:lnTo>
                        <a:pt x="4" y="5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7" y="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6" name="Freeform 1385">
                  <a:extLst>
                    <a:ext uri="{FF2B5EF4-FFF2-40B4-BE49-F238E27FC236}">
                      <a16:creationId xmlns:a16="http://schemas.microsoft.com/office/drawing/2014/main" id="{171691AC-6661-4E52-8022-A3C2689FD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6542" y="2364481"/>
                  <a:ext cx="39379" cy="2901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7" y="0"/>
                    </a:cxn>
                    <a:cxn ang="0">
                      <a:pos x="10" y="1"/>
                    </a:cxn>
                    <a:cxn ang="0">
                      <a:pos x="13" y="3"/>
                    </a:cxn>
                    <a:cxn ang="0">
                      <a:pos x="19" y="9"/>
                    </a:cxn>
                    <a:cxn ang="0">
                      <a:pos x="19" y="13"/>
                    </a:cxn>
                    <a:cxn ang="0">
                      <a:pos x="18" y="14"/>
                    </a:cxn>
                    <a:cxn ang="0">
                      <a:pos x="10" y="14"/>
                    </a:cxn>
                    <a:cxn ang="0">
                      <a:pos x="7" y="11"/>
                    </a:cxn>
                    <a:cxn ang="0">
                      <a:pos x="4" y="10"/>
                    </a:cxn>
                    <a:cxn ang="0">
                      <a:pos x="2" y="6"/>
                    </a:cxn>
                    <a:cxn ang="0">
                      <a:pos x="0" y="4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19" h="14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1"/>
                      </a:lnTo>
                      <a:lnTo>
                        <a:pt x="13" y="3"/>
                      </a:lnTo>
                      <a:lnTo>
                        <a:pt x="19" y="9"/>
                      </a:lnTo>
                      <a:lnTo>
                        <a:pt x="19" y="13"/>
                      </a:lnTo>
                      <a:lnTo>
                        <a:pt x="18" y="14"/>
                      </a:lnTo>
                      <a:lnTo>
                        <a:pt x="10" y="14"/>
                      </a:lnTo>
                      <a:lnTo>
                        <a:pt x="7" y="11"/>
                      </a:lnTo>
                      <a:lnTo>
                        <a:pt x="4" y="10"/>
                      </a:lnTo>
                      <a:lnTo>
                        <a:pt x="2" y="6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</p:grpSp>
          <p:sp>
            <p:nvSpPr>
              <p:cNvPr id="243" name="Freeform 1386">
                <a:extLst>
                  <a:ext uri="{FF2B5EF4-FFF2-40B4-BE49-F238E27FC236}">
                    <a16:creationId xmlns:a16="http://schemas.microsoft.com/office/drawing/2014/main" id="{EEBEAAF0-0281-440B-9782-D1001A5E9D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47894" y="2335466"/>
                <a:ext cx="1757507" cy="1189633"/>
              </a:xfrm>
              <a:custGeom>
                <a:avLst/>
                <a:gdLst/>
                <a:ahLst/>
                <a:cxnLst>
                  <a:cxn ang="0">
                    <a:pos x="278" y="43"/>
                  </a:cxn>
                  <a:cxn ang="0">
                    <a:pos x="451" y="14"/>
                  </a:cxn>
                  <a:cxn ang="0">
                    <a:pos x="582" y="79"/>
                  </a:cxn>
                  <a:cxn ang="0">
                    <a:pos x="556" y="126"/>
                  </a:cxn>
                  <a:cxn ang="0">
                    <a:pos x="617" y="61"/>
                  </a:cxn>
                  <a:cxn ang="0">
                    <a:pos x="714" y="45"/>
                  </a:cxn>
                  <a:cxn ang="0">
                    <a:pos x="779" y="52"/>
                  </a:cxn>
                  <a:cxn ang="0">
                    <a:pos x="805" y="37"/>
                  </a:cxn>
                  <a:cxn ang="0">
                    <a:pos x="848" y="82"/>
                  </a:cxn>
                  <a:cxn ang="0">
                    <a:pos x="783" y="157"/>
                  </a:cxn>
                  <a:cxn ang="0">
                    <a:pos x="773" y="237"/>
                  </a:cxn>
                  <a:cxn ang="0">
                    <a:pos x="761" y="339"/>
                  </a:cxn>
                  <a:cxn ang="0">
                    <a:pos x="781" y="375"/>
                  </a:cxn>
                  <a:cxn ang="0">
                    <a:pos x="798" y="423"/>
                  </a:cxn>
                  <a:cxn ang="0">
                    <a:pos x="775" y="435"/>
                  </a:cxn>
                  <a:cxn ang="0">
                    <a:pos x="748" y="433"/>
                  </a:cxn>
                  <a:cxn ang="0">
                    <a:pos x="721" y="423"/>
                  </a:cxn>
                  <a:cxn ang="0">
                    <a:pos x="669" y="428"/>
                  </a:cxn>
                  <a:cxn ang="0">
                    <a:pos x="669" y="498"/>
                  </a:cxn>
                  <a:cxn ang="0">
                    <a:pos x="648" y="531"/>
                  </a:cxn>
                  <a:cxn ang="0">
                    <a:pos x="587" y="497"/>
                  </a:cxn>
                  <a:cxn ang="0">
                    <a:pos x="542" y="427"/>
                  </a:cxn>
                  <a:cxn ang="0">
                    <a:pos x="520" y="448"/>
                  </a:cxn>
                  <a:cxn ang="0">
                    <a:pos x="448" y="445"/>
                  </a:cxn>
                  <a:cxn ang="0">
                    <a:pos x="426" y="507"/>
                  </a:cxn>
                  <a:cxn ang="0">
                    <a:pos x="371" y="515"/>
                  </a:cxn>
                  <a:cxn ang="0">
                    <a:pos x="382" y="549"/>
                  </a:cxn>
                  <a:cxn ang="0">
                    <a:pos x="366" y="564"/>
                  </a:cxn>
                  <a:cxn ang="0">
                    <a:pos x="331" y="517"/>
                  </a:cxn>
                  <a:cxn ang="0">
                    <a:pos x="263" y="448"/>
                  </a:cxn>
                  <a:cxn ang="0">
                    <a:pos x="265" y="473"/>
                  </a:cxn>
                  <a:cxn ang="0">
                    <a:pos x="301" y="505"/>
                  </a:cxn>
                  <a:cxn ang="0">
                    <a:pos x="303" y="534"/>
                  </a:cxn>
                  <a:cxn ang="0">
                    <a:pos x="291" y="530"/>
                  </a:cxn>
                  <a:cxn ang="0">
                    <a:pos x="243" y="491"/>
                  </a:cxn>
                  <a:cxn ang="0">
                    <a:pos x="163" y="473"/>
                  </a:cxn>
                  <a:cxn ang="0">
                    <a:pos x="105" y="534"/>
                  </a:cxn>
                  <a:cxn ang="0">
                    <a:pos x="35" y="564"/>
                  </a:cxn>
                  <a:cxn ang="0">
                    <a:pos x="9" y="496"/>
                  </a:cxn>
                  <a:cxn ang="0">
                    <a:pos x="93" y="473"/>
                  </a:cxn>
                  <a:cxn ang="0">
                    <a:pos x="80" y="415"/>
                  </a:cxn>
                  <a:cxn ang="0">
                    <a:pos x="90" y="393"/>
                  </a:cxn>
                  <a:cxn ang="0">
                    <a:pos x="135" y="361"/>
                  </a:cxn>
                  <a:cxn ang="0">
                    <a:pos x="199" y="320"/>
                  </a:cxn>
                  <a:cxn ang="0">
                    <a:pos x="224" y="262"/>
                  </a:cxn>
                  <a:cxn ang="0">
                    <a:pos x="227" y="307"/>
                  </a:cxn>
                  <a:cxn ang="0">
                    <a:pos x="273" y="313"/>
                  </a:cxn>
                  <a:cxn ang="0">
                    <a:pos x="336" y="298"/>
                  </a:cxn>
                  <a:cxn ang="0">
                    <a:pos x="386" y="256"/>
                  </a:cxn>
                  <a:cxn ang="0">
                    <a:pos x="431" y="196"/>
                  </a:cxn>
                  <a:cxn ang="0">
                    <a:pos x="355" y="185"/>
                  </a:cxn>
                  <a:cxn ang="0">
                    <a:pos x="398" y="112"/>
                  </a:cxn>
                  <a:cxn ang="0">
                    <a:pos x="301" y="184"/>
                  </a:cxn>
                  <a:cxn ang="0">
                    <a:pos x="296" y="245"/>
                  </a:cxn>
                  <a:cxn ang="0">
                    <a:pos x="256" y="289"/>
                  </a:cxn>
                  <a:cxn ang="0">
                    <a:pos x="231" y="222"/>
                  </a:cxn>
                  <a:cxn ang="0">
                    <a:pos x="177" y="220"/>
                  </a:cxn>
                  <a:cxn ang="0">
                    <a:pos x="182" y="166"/>
                  </a:cxn>
                  <a:cxn ang="0">
                    <a:pos x="249" y="103"/>
                  </a:cxn>
                  <a:cxn ang="0">
                    <a:pos x="305" y="48"/>
                  </a:cxn>
                  <a:cxn ang="0">
                    <a:pos x="335" y="24"/>
                  </a:cxn>
                  <a:cxn ang="0">
                    <a:pos x="371" y="4"/>
                  </a:cxn>
                  <a:cxn ang="0">
                    <a:pos x="409" y="6"/>
                  </a:cxn>
                </a:cxnLst>
                <a:rect l="0" t="0" r="r" b="b"/>
                <a:pathLst>
                  <a:path w="848" h="574">
                    <a:moveTo>
                      <a:pt x="288" y="39"/>
                    </a:moveTo>
                    <a:lnTo>
                      <a:pt x="290" y="42"/>
                    </a:lnTo>
                    <a:lnTo>
                      <a:pt x="290" y="47"/>
                    </a:lnTo>
                    <a:lnTo>
                      <a:pt x="293" y="47"/>
                    </a:lnTo>
                    <a:lnTo>
                      <a:pt x="296" y="48"/>
                    </a:lnTo>
                    <a:lnTo>
                      <a:pt x="297" y="49"/>
                    </a:lnTo>
                    <a:lnTo>
                      <a:pt x="288" y="52"/>
                    </a:lnTo>
                    <a:lnTo>
                      <a:pt x="281" y="56"/>
                    </a:lnTo>
                    <a:lnTo>
                      <a:pt x="273" y="57"/>
                    </a:lnTo>
                    <a:lnTo>
                      <a:pt x="275" y="54"/>
                    </a:lnTo>
                    <a:lnTo>
                      <a:pt x="280" y="52"/>
                    </a:lnTo>
                    <a:lnTo>
                      <a:pt x="281" y="51"/>
                    </a:lnTo>
                    <a:lnTo>
                      <a:pt x="278" y="51"/>
                    </a:lnTo>
                    <a:lnTo>
                      <a:pt x="277" y="49"/>
                    </a:lnTo>
                    <a:lnTo>
                      <a:pt x="275" y="49"/>
                    </a:lnTo>
                    <a:lnTo>
                      <a:pt x="277" y="44"/>
                    </a:lnTo>
                    <a:lnTo>
                      <a:pt x="278" y="43"/>
                    </a:lnTo>
                    <a:lnTo>
                      <a:pt x="283" y="43"/>
                    </a:lnTo>
                    <a:lnTo>
                      <a:pt x="285" y="44"/>
                    </a:lnTo>
                    <a:lnTo>
                      <a:pt x="287" y="42"/>
                    </a:lnTo>
                    <a:lnTo>
                      <a:pt x="288" y="39"/>
                    </a:lnTo>
                    <a:close/>
                    <a:moveTo>
                      <a:pt x="429" y="0"/>
                    </a:moveTo>
                    <a:lnTo>
                      <a:pt x="429" y="8"/>
                    </a:lnTo>
                    <a:lnTo>
                      <a:pt x="430" y="9"/>
                    </a:lnTo>
                    <a:lnTo>
                      <a:pt x="433" y="9"/>
                    </a:lnTo>
                    <a:lnTo>
                      <a:pt x="434" y="6"/>
                    </a:lnTo>
                    <a:lnTo>
                      <a:pt x="435" y="5"/>
                    </a:lnTo>
                    <a:lnTo>
                      <a:pt x="436" y="3"/>
                    </a:lnTo>
                    <a:lnTo>
                      <a:pt x="440" y="3"/>
                    </a:lnTo>
                    <a:lnTo>
                      <a:pt x="445" y="5"/>
                    </a:lnTo>
                    <a:lnTo>
                      <a:pt x="448" y="8"/>
                    </a:lnTo>
                    <a:lnTo>
                      <a:pt x="451" y="9"/>
                    </a:lnTo>
                    <a:lnTo>
                      <a:pt x="453" y="10"/>
                    </a:lnTo>
                    <a:lnTo>
                      <a:pt x="451" y="14"/>
                    </a:lnTo>
                    <a:lnTo>
                      <a:pt x="444" y="18"/>
                    </a:lnTo>
                    <a:lnTo>
                      <a:pt x="441" y="18"/>
                    </a:lnTo>
                    <a:lnTo>
                      <a:pt x="436" y="19"/>
                    </a:lnTo>
                    <a:lnTo>
                      <a:pt x="439" y="22"/>
                    </a:lnTo>
                    <a:lnTo>
                      <a:pt x="441" y="23"/>
                    </a:lnTo>
                    <a:lnTo>
                      <a:pt x="444" y="25"/>
                    </a:lnTo>
                    <a:lnTo>
                      <a:pt x="446" y="27"/>
                    </a:lnTo>
                    <a:lnTo>
                      <a:pt x="450" y="27"/>
                    </a:lnTo>
                    <a:lnTo>
                      <a:pt x="453" y="28"/>
                    </a:lnTo>
                    <a:lnTo>
                      <a:pt x="468" y="28"/>
                    </a:lnTo>
                    <a:lnTo>
                      <a:pt x="477" y="29"/>
                    </a:lnTo>
                    <a:lnTo>
                      <a:pt x="489" y="34"/>
                    </a:lnTo>
                    <a:lnTo>
                      <a:pt x="534" y="53"/>
                    </a:lnTo>
                    <a:lnTo>
                      <a:pt x="546" y="57"/>
                    </a:lnTo>
                    <a:lnTo>
                      <a:pt x="564" y="64"/>
                    </a:lnTo>
                    <a:lnTo>
                      <a:pt x="576" y="72"/>
                    </a:lnTo>
                    <a:lnTo>
                      <a:pt x="582" y="79"/>
                    </a:lnTo>
                    <a:lnTo>
                      <a:pt x="582" y="86"/>
                    </a:lnTo>
                    <a:lnTo>
                      <a:pt x="578" y="92"/>
                    </a:lnTo>
                    <a:lnTo>
                      <a:pt x="572" y="97"/>
                    </a:lnTo>
                    <a:lnTo>
                      <a:pt x="563" y="101"/>
                    </a:lnTo>
                    <a:lnTo>
                      <a:pt x="556" y="102"/>
                    </a:lnTo>
                    <a:lnTo>
                      <a:pt x="547" y="101"/>
                    </a:lnTo>
                    <a:lnTo>
                      <a:pt x="532" y="98"/>
                    </a:lnTo>
                    <a:lnTo>
                      <a:pt x="518" y="97"/>
                    </a:lnTo>
                    <a:lnTo>
                      <a:pt x="503" y="97"/>
                    </a:lnTo>
                    <a:lnTo>
                      <a:pt x="505" y="103"/>
                    </a:lnTo>
                    <a:lnTo>
                      <a:pt x="508" y="112"/>
                    </a:lnTo>
                    <a:lnTo>
                      <a:pt x="515" y="127"/>
                    </a:lnTo>
                    <a:lnTo>
                      <a:pt x="522" y="134"/>
                    </a:lnTo>
                    <a:lnTo>
                      <a:pt x="531" y="136"/>
                    </a:lnTo>
                    <a:lnTo>
                      <a:pt x="531" y="120"/>
                    </a:lnTo>
                    <a:lnTo>
                      <a:pt x="544" y="125"/>
                    </a:lnTo>
                    <a:lnTo>
                      <a:pt x="556" y="126"/>
                    </a:lnTo>
                    <a:lnTo>
                      <a:pt x="563" y="123"/>
                    </a:lnTo>
                    <a:lnTo>
                      <a:pt x="568" y="120"/>
                    </a:lnTo>
                    <a:lnTo>
                      <a:pt x="576" y="110"/>
                    </a:lnTo>
                    <a:lnTo>
                      <a:pt x="578" y="103"/>
                    </a:lnTo>
                    <a:lnTo>
                      <a:pt x="581" y="100"/>
                    </a:lnTo>
                    <a:lnTo>
                      <a:pt x="584" y="97"/>
                    </a:lnTo>
                    <a:lnTo>
                      <a:pt x="591" y="96"/>
                    </a:lnTo>
                    <a:lnTo>
                      <a:pt x="597" y="97"/>
                    </a:lnTo>
                    <a:lnTo>
                      <a:pt x="611" y="97"/>
                    </a:lnTo>
                    <a:lnTo>
                      <a:pt x="615" y="95"/>
                    </a:lnTo>
                    <a:lnTo>
                      <a:pt x="616" y="90"/>
                    </a:lnTo>
                    <a:lnTo>
                      <a:pt x="616" y="86"/>
                    </a:lnTo>
                    <a:lnTo>
                      <a:pt x="615" y="83"/>
                    </a:lnTo>
                    <a:lnTo>
                      <a:pt x="612" y="81"/>
                    </a:lnTo>
                    <a:lnTo>
                      <a:pt x="611" y="78"/>
                    </a:lnTo>
                    <a:lnTo>
                      <a:pt x="611" y="77"/>
                    </a:lnTo>
                    <a:lnTo>
                      <a:pt x="617" y="61"/>
                    </a:lnTo>
                    <a:lnTo>
                      <a:pt x="622" y="52"/>
                    </a:lnTo>
                    <a:lnTo>
                      <a:pt x="627" y="48"/>
                    </a:lnTo>
                    <a:lnTo>
                      <a:pt x="630" y="49"/>
                    </a:lnTo>
                    <a:lnTo>
                      <a:pt x="632" y="54"/>
                    </a:lnTo>
                    <a:lnTo>
                      <a:pt x="633" y="61"/>
                    </a:lnTo>
                    <a:lnTo>
                      <a:pt x="632" y="68"/>
                    </a:lnTo>
                    <a:lnTo>
                      <a:pt x="631" y="74"/>
                    </a:lnTo>
                    <a:lnTo>
                      <a:pt x="631" y="79"/>
                    </a:lnTo>
                    <a:lnTo>
                      <a:pt x="638" y="83"/>
                    </a:lnTo>
                    <a:lnTo>
                      <a:pt x="641" y="83"/>
                    </a:lnTo>
                    <a:lnTo>
                      <a:pt x="647" y="82"/>
                    </a:lnTo>
                    <a:lnTo>
                      <a:pt x="657" y="77"/>
                    </a:lnTo>
                    <a:lnTo>
                      <a:pt x="667" y="69"/>
                    </a:lnTo>
                    <a:lnTo>
                      <a:pt x="680" y="62"/>
                    </a:lnTo>
                    <a:lnTo>
                      <a:pt x="692" y="56"/>
                    </a:lnTo>
                    <a:lnTo>
                      <a:pt x="704" y="49"/>
                    </a:lnTo>
                    <a:lnTo>
                      <a:pt x="714" y="45"/>
                    </a:lnTo>
                    <a:lnTo>
                      <a:pt x="721" y="47"/>
                    </a:lnTo>
                    <a:lnTo>
                      <a:pt x="726" y="52"/>
                    </a:lnTo>
                    <a:lnTo>
                      <a:pt x="731" y="54"/>
                    </a:lnTo>
                    <a:lnTo>
                      <a:pt x="736" y="54"/>
                    </a:lnTo>
                    <a:lnTo>
                      <a:pt x="740" y="56"/>
                    </a:lnTo>
                    <a:lnTo>
                      <a:pt x="745" y="54"/>
                    </a:lnTo>
                    <a:lnTo>
                      <a:pt x="749" y="54"/>
                    </a:lnTo>
                    <a:lnTo>
                      <a:pt x="750" y="53"/>
                    </a:lnTo>
                    <a:lnTo>
                      <a:pt x="756" y="53"/>
                    </a:lnTo>
                    <a:lnTo>
                      <a:pt x="758" y="54"/>
                    </a:lnTo>
                    <a:lnTo>
                      <a:pt x="760" y="54"/>
                    </a:lnTo>
                    <a:lnTo>
                      <a:pt x="763" y="49"/>
                    </a:lnTo>
                    <a:lnTo>
                      <a:pt x="769" y="48"/>
                    </a:lnTo>
                    <a:lnTo>
                      <a:pt x="774" y="45"/>
                    </a:lnTo>
                    <a:lnTo>
                      <a:pt x="779" y="44"/>
                    </a:lnTo>
                    <a:lnTo>
                      <a:pt x="781" y="49"/>
                    </a:lnTo>
                    <a:lnTo>
                      <a:pt x="779" y="52"/>
                    </a:lnTo>
                    <a:lnTo>
                      <a:pt x="778" y="54"/>
                    </a:lnTo>
                    <a:lnTo>
                      <a:pt x="778" y="57"/>
                    </a:lnTo>
                    <a:lnTo>
                      <a:pt x="780" y="59"/>
                    </a:lnTo>
                    <a:lnTo>
                      <a:pt x="783" y="61"/>
                    </a:lnTo>
                    <a:lnTo>
                      <a:pt x="785" y="59"/>
                    </a:lnTo>
                    <a:lnTo>
                      <a:pt x="788" y="57"/>
                    </a:lnTo>
                    <a:lnTo>
                      <a:pt x="788" y="54"/>
                    </a:lnTo>
                    <a:lnTo>
                      <a:pt x="786" y="53"/>
                    </a:lnTo>
                    <a:lnTo>
                      <a:pt x="786" y="51"/>
                    </a:lnTo>
                    <a:lnTo>
                      <a:pt x="791" y="49"/>
                    </a:lnTo>
                    <a:lnTo>
                      <a:pt x="794" y="51"/>
                    </a:lnTo>
                    <a:lnTo>
                      <a:pt x="795" y="52"/>
                    </a:lnTo>
                    <a:lnTo>
                      <a:pt x="798" y="53"/>
                    </a:lnTo>
                    <a:lnTo>
                      <a:pt x="802" y="53"/>
                    </a:lnTo>
                    <a:lnTo>
                      <a:pt x="803" y="52"/>
                    </a:lnTo>
                    <a:lnTo>
                      <a:pt x="805" y="44"/>
                    </a:lnTo>
                    <a:lnTo>
                      <a:pt x="805" y="37"/>
                    </a:lnTo>
                    <a:lnTo>
                      <a:pt x="803" y="32"/>
                    </a:lnTo>
                    <a:lnTo>
                      <a:pt x="803" y="29"/>
                    </a:lnTo>
                    <a:lnTo>
                      <a:pt x="805" y="27"/>
                    </a:lnTo>
                    <a:lnTo>
                      <a:pt x="812" y="25"/>
                    </a:lnTo>
                    <a:lnTo>
                      <a:pt x="820" y="25"/>
                    </a:lnTo>
                    <a:lnTo>
                      <a:pt x="834" y="28"/>
                    </a:lnTo>
                    <a:lnTo>
                      <a:pt x="835" y="30"/>
                    </a:lnTo>
                    <a:lnTo>
                      <a:pt x="837" y="35"/>
                    </a:lnTo>
                    <a:lnTo>
                      <a:pt x="835" y="42"/>
                    </a:lnTo>
                    <a:lnTo>
                      <a:pt x="838" y="47"/>
                    </a:lnTo>
                    <a:lnTo>
                      <a:pt x="842" y="52"/>
                    </a:lnTo>
                    <a:lnTo>
                      <a:pt x="840" y="59"/>
                    </a:lnTo>
                    <a:lnTo>
                      <a:pt x="838" y="62"/>
                    </a:lnTo>
                    <a:lnTo>
                      <a:pt x="838" y="68"/>
                    </a:lnTo>
                    <a:lnTo>
                      <a:pt x="842" y="72"/>
                    </a:lnTo>
                    <a:lnTo>
                      <a:pt x="848" y="72"/>
                    </a:lnTo>
                    <a:lnTo>
                      <a:pt x="848" y="82"/>
                    </a:lnTo>
                    <a:lnTo>
                      <a:pt x="847" y="88"/>
                    </a:lnTo>
                    <a:lnTo>
                      <a:pt x="844" y="88"/>
                    </a:lnTo>
                    <a:lnTo>
                      <a:pt x="842" y="90"/>
                    </a:lnTo>
                    <a:lnTo>
                      <a:pt x="842" y="93"/>
                    </a:lnTo>
                    <a:lnTo>
                      <a:pt x="839" y="98"/>
                    </a:lnTo>
                    <a:lnTo>
                      <a:pt x="833" y="102"/>
                    </a:lnTo>
                    <a:lnTo>
                      <a:pt x="828" y="103"/>
                    </a:lnTo>
                    <a:lnTo>
                      <a:pt x="823" y="111"/>
                    </a:lnTo>
                    <a:lnTo>
                      <a:pt x="820" y="120"/>
                    </a:lnTo>
                    <a:lnTo>
                      <a:pt x="810" y="128"/>
                    </a:lnTo>
                    <a:lnTo>
                      <a:pt x="802" y="135"/>
                    </a:lnTo>
                    <a:lnTo>
                      <a:pt x="797" y="144"/>
                    </a:lnTo>
                    <a:lnTo>
                      <a:pt x="791" y="147"/>
                    </a:lnTo>
                    <a:lnTo>
                      <a:pt x="786" y="147"/>
                    </a:lnTo>
                    <a:lnTo>
                      <a:pt x="783" y="149"/>
                    </a:lnTo>
                    <a:lnTo>
                      <a:pt x="781" y="152"/>
                    </a:lnTo>
                    <a:lnTo>
                      <a:pt x="783" y="157"/>
                    </a:lnTo>
                    <a:lnTo>
                      <a:pt x="780" y="164"/>
                    </a:lnTo>
                    <a:lnTo>
                      <a:pt x="779" y="170"/>
                    </a:lnTo>
                    <a:lnTo>
                      <a:pt x="776" y="176"/>
                    </a:lnTo>
                    <a:lnTo>
                      <a:pt x="778" y="186"/>
                    </a:lnTo>
                    <a:lnTo>
                      <a:pt x="773" y="199"/>
                    </a:lnTo>
                    <a:lnTo>
                      <a:pt x="773" y="201"/>
                    </a:lnTo>
                    <a:lnTo>
                      <a:pt x="774" y="201"/>
                    </a:lnTo>
                    <a:lnTo>
                      <a:pt x="775" y="199"/>
                    </a:lnTo>
                    <a:lnTo>
                      <a:pt x="776" y="204"/>
                    </a:lnTo>
                    <a:lnTo>
                      <a:pt x="775" y="212"/>
                    </a:lnTo>
                    <a:lnTo>
                      <a:pt x="775" y="213"/>
                    </a:lnTo>
                    <a:lnTo>
                      <a:pt x="776" y="220"/>
                    </a:lnTo>
                    <a:lnTo>
                      <a:pt x="776" y="224"/>
                    </a:lnTo>
                    <a:lnTo>
                      <a:pt x="778" y="229"/>
                    </a:lnTo>
                    <a:lnTo>
                      <a:pt x="776" y="233"/>
                    </a:lnTo>
                    <a:lnTo>
                      <a:pt x="773" y="232"/>
                    </a:lnTo>
                    <a:lnTo>
                      <a:pt x="773" y="237"/>
                    </a:lnTo>
                    <a:lnTo>
                      <a:pt x="776" y="242"/>
                    </a:lnTo>
                    <a:lnTo>
                      <a:pt x="778" y="249"/>
                    </a:lnTo>
                    <a:lnTo>
                      <a:pt x="773" y="259"/>
                    </a:lnTo>
                    <a:lnTo>
                      <a:pt x="769" y="262"/>
                    </a:lnTo>
                    <a:lnTo>
                      <a:pt x="766" y="263"/>
                    </a:lnTo>
                    <a:lnTo>
                      <a:pt x="769" y="268"/>
                    </a:lnTo>
                    <a:lnTo>
                      <a:pt x="766" y="271"/>
                    </a:lnTo>
                    <a:lnTo>
                      <a:pt x="769" y="274"/>
                    </a:lnTo>
                    <a:lnTo>
                      <a:pt x="775" y="281"/>
                    </a:lnTo>
                    <a:lnTo>
                      <a:pt x="778" y="288"/>
                    </a:lnTo>
                    <a:lnTo>
                      <a:pt x="776" y="293"/>
                    </a:lnTo>
                    <a:lnTo>
                      <a:pt x="771" y="301"/>
                    </a:lnTo>
                    <a:lnTo>
                      <a:pt x="765" y="306"/>
                    </a:lnTo>
                    <a:lnTo>
                      <a:pt x="761" y="317"/>
                    </a:lnTo>
                    <a:lnTo>
                      <a:pt x="758" y="325"/>
                    </a:lnTo>
                    <a:lnTo>
                      <a:pt x="758" y="332"/>
                    </a:lnTo>
                    <a:lnTo>
                      <a:pt x="761" y="339"/>
                    </a:lnTo>
                    <a:lnTo>
                      <a:pt x="768" y="340"/>
                    </a:lnTo>
                    <a:lnTo>
                      <a:pt x="771" y="339"/>
                    </a:lnTo>
                    <a:lnTo>
                      <a:pt x="776" y="340"/>
                    </a:lnTo>
                    <a:lnTo>
                      <a:pt x="776" y="347"/>
                    </a:lnTo>
                    <a:lnTo>
                      <a:pt x="775" y="354"/>
                    </a:lnTo>
                    <a:lnTo>
                      <a:pt x="771" y="356"/>
                    </a:lnTo>
                    <a:lnTo>
                      <a:pt x="764" y="356"/>
                    </a:lnTo>
                    <a:lnTo>
                      <a:pt x="759" y="352"/>
                    </a:lnTo>
                    <a:lnTo>
                      <a:pt x="755" y="355"/>
                    </a:lnTo>
                    <a:lnTo>
                      <a:pt x="758" y="362"/>
                    </a:lnTo>
                    <a:lnTo>
                      <a:pt x="761" y="369"/>
                    </a:lnTo>
                    <a:lnTo>
                      <a:pt x="770" y="371"/>
                    </a:lnTo>
                    <a:lnTo>
                      <a:pt x="774" y="367"/>
                    </a:lnTo>
                    <a:lnTo>
                      <a:pt x="781" y="364"/>
                    </a:lnTo>
                    <a:lnTo>
                      <a:pt x="784" y="365"/>
                    </a:lnTo>
                    <a:lnTo>
                      <a:pt x="783" y="367"/>
                    </a:lnTo>
                    <a:lnTo>
                      <a:pt x="781" y="375"/>
                    </a:lnTo>
                    <a:lnTo>
                      <a:pt x="776" y="380"/>
                    </a:lnTo>
                    <a:lnTo>
                      <a:pt x="773" y="386"/>
                    </a:lnTo>
                    <a:lnTo>
                      <a:pt x="771" y="390"/>
                    </a:lnTo>
                    <a:lnTo>
                      <a:pt x="773" y="395"/>
                    </a:lnTo>
                    <a:lnTo>
                      <a:pt x="775" y="404"/>
                    </a:lnTo>
                    <a:lnTo>
                      <a:pt x="775" y="408"/>
                    </a:lnTo>
                    <a:lnTo>
                      <a:pt x="779" y="406"/>
                    </a:lnTo>
                    <a:lnTo>
                      <a:pt x="785" y="406"/>
                    </a:lnTo>
                    <a:lnTo>
                      <a:pt x="786" y="409"/>
                    </a:lnTo>
                    <a:lnTo>
                      <a:pt x="788" y="414"/>
                    </a:lnTo>
                    <a:lnTo>
                      <a:pt x="788" y="415"/>
                    </a:lnTo>
                    <a:lnTo>
                      <a:pt x="791" y="417"/>
                    </a:lnTo>
                    <a:lnTo>
                      <a:pt x="791" y="419"/>
                    </a:lnTo>
                    <a:lnTo>
                      <a:pt x="793" y="419"/>
                    </a:lnTo>
                    <a:lnTo>
                      <a:pt x="797" y="420"/>
                    </a:lnTo>
                    <a:lnTo>
                      <a:pt x="797" y="422"/>
                    </a:lnTo>
                    <a:lnTo>
                      <a:pt x="798" y="423"/>
                    </a:lnTo>
                    <a:lnTo>
                      <a:pt x="804" y="423"/>
                    </a:lnTo>
                    <a:lnTo>
                      <a:pt x="804" y="424"/>
                    </a:lnTo>
                    <a:lnTo>
                      <a:pt x="805" y="425"/>
                    </a:lnTo>
                    <a:lnTo>
                      <a:pt x="804" y="427"/>
                    </a:lnTo>
                    <a:lnTo>
                      <a:pt x="803" y="434"/>
                    </a:lnTo>
                    <a:lnTo>
                      <a:pt x="799" y="434"/>
                    </a:lnTo>
                    <a:lnTo>
                      <a:pt x="798" y="435"/>
                    </a:lnTo>
                    <a:lnTo>
                      <a:pt x="795" y="437"/>
                    </a:lnTo>
                    <a:lnTo>
                      <a:pt x="791" y="435"/>
                    </a:lnTo>
                    <a:lnTo>
                      <a:pt x="789" y="433"/>
                    </a:lnTo>
                    <a:lnTo>
                      <a:pt x="788" y="434"/>
                    </a:lnTo>
                    <a:lnTo>
                      <a:pt x="786" y="437"/>
                    </a:lnTo>
                    <a:lnTo>
                      <a:pt x="785" y="438"/>
                    </a:lnTo>
                    <a:lnTo>
                      <a:pt x="781" y="438"/>
                    </a:lnTo>
                    <a:lnTo>
                      <a:pt x="781" y="437"/>
                    </a:lnTo>
                    <a:lnTo>
                      <a:pt x="779" y="435"/>
                    </a:lnTo>
                    <a:lnTo>
                      <a:pt x="775" y="435"/>
                    </a:lnTo>
                    <a:lnTo>
                      <a:pt x="774" y="434"/>
                    </a:lnTo>
                    <a:lnTo>
                      <a:pt x="773" y="434"/>
                    </a:lnTo>
                    <a:lnTo>
                      <a:pt x="773" y="430"/>
                    </a:lnTo>
                    <a:lnTo>
                      <a:pt x="771" y="429"/>
                    </a:lnTo>
                    <a:lnTo>
                      <a:pt x="769" y="428"/>
                    </a:lnTo>
                    <a:lnTo>
                      <a:pt x="768" y="429"/>
                    </a:lnTo>
                    <a:lnTo>
                      <a:pt x="765" y="429"/>
                    </a:lnTo>
                    <a:lnTo>
                      <a:pt x="764" y="430"/>
                    </a:lnTo>
                    <a:lnTo>
                      <a:pt x="761" y="432"/>
                    </a:lnTo>
                    <a:lnTo>
                      <a:pt x="759" y="430"/>
                    </a:lnTo>
                    <a:lnTo>
                      <a:pt x="758" y="429"/>
                    </a:lnTo>
                    <a:lnTo>
                      <a:pt x="756" y="430"/>
                    </a:lnTo>
                    <a:lnTo>
                      <a:pt x="755" y="429"/>
                    </a:lnTo>
                    <a:lnTo>
                      <a:pt x="754" y="429"/>
                    </a:lnTo>
                    <a:lnTo>
                      <a:pt x="753" y="430"/>
                    </a:lnTo>
                    <a:lnTo>
                      <a:pt x="750" y="430"/>
                    </a:lnTo>
                    <a:lnTo>
                      <a:pt x="748" y="433"/>
                    </a:lnTo>
                    <a:lnTo>
                      <a:pt x="748" y="434"/>
                    </a:lnTo>
                    <a:lnTo>
                      <a:pt x="744" y="437"/>
                    </a:lnTo>
                    <a:lnTo>
                      <a:pt x="743" y="437"/>
                    </a:lnTo>
                    <a:lnTo>
                      <a:pt x="740" y="435"/>
                    </a:lnTo>
                    <a:lnTo>
                      <a:pt x="736" y="434"/>
                    </a:lnTo>
                    <a:lnTo>
                      <a:pt x="735" y="433"/>
                    </a:lnTo>
                    <a:lnTo>
                      <a:pt x="735" y="432"/>
                    </a:lnTo>
                    <a:lnTo>
                      <a:pt x="734" y="432"/>
                    </a:lnTo>
                    <a:lnTo>
                      <a:pt x="734" y="429"/>
                    </a:lnTo>
                    <a:lnTo>
                      <a:pt x="731" y="430"/>
                    </a:lnTo>
                    <a:lnTo>
                      <a:pt x="731" y="437"/>
                    </a:lnTo>
                    <a:lnTo>
                      <a:pt x="730" y="433"/>
                    </a:lnTo>
                    <a:lnTo>
                      <a:pt x="728" y="430"/>
                    </a:lnTo>
                    <a:lnTo>
                      <a:pt x="726" y="428"/>
                    </a:lnTo>
                    <a:lnTo>
                      <a:pt x="724" y="425"/>
                    </a:lnTo>
                    <a:lnTo>
                      <a:pt x="721" y="424"/>
                    </a:lnTo>
                    <a:lnTo>
                      <a:pt x="721" y="423"/>
                    </a:lnTo>
                    <a:lnTo>
                      <a:pt x="719" y="420"/>
                    </a:lnTo>
                    <a:lnTo>
                      <a:pt x="716" y="420"/>
                    </a:lnTo>
                    <a:lnTo>
                      <a:pt x="715" y="422"/>
                    </a:lnTo>
                    <a:lnTo>
                      <a:pt x="714" y="420"/>
                    </a:lnTo>
                    <a:lnTo>
                      <a:pt x="710" y="420"/>
                    </a:lnTo>
                    <a:lnTo>
                      <a:pt x="707" y="419"/>
                    </a:lnTo>
                    <a:lnTo>
                      <a:pt x="707" y="418"/>
                    </a:lnTo>
                    <a:lnTo>
                      <a:pt x="702" y="418"/>
                    </a:lnTo>
                    <a:lnTo>
                      <a:pt x="702" y="419"/>
                    </a:lnTo>
                    <a:lnTo>
                      <a:pt x="690" y="419"/>
                    </a:lnTo>
                    <a:lnTo>
                      <a:pt x="689" y="420"/>
                    </a:lnTo>
                    <a:lnTo>
                      <a:pt x="687" y="420"/>
                    </a:lnTo>
                    <a:lnTo>
                      <a:pt x="685" y="422"/>
                    </a:lnTo>
                    <a:lnTo>
                      <a:pt x="679" y="424"/>
                    </a:lnTo>
                    <a:lnTo>
                      <a:pt x="671" y="427"/>
                    </a:lnTo>
                    <a:lnTo>
                      <a:pt x="670" y="427"/>
                    </a:lnTo>
                    <a:lnTo>
                      <a:pt x="669" y="428"/>
                    </a:lnTo>
                    <a:lnTo>
                      <a:pt x="665" y="429"/>
                    </a:lnTo>
                    <a:lnTo>
                      <a:pt x="657" y="433"/>
                    </a:lnTo>
                    <a:lnTo>
                      <a:pt x="656" y="433"/>
                    </a:lnTo>
                    <a:lnTo>
                      <a:pt x="655" y="434"/>
                    </a:lnTo>
                    <a:lnTo>
                      <a:pt x="653" y="437"/>
                    </a:lnTo>
                    <a:lnTo>
                      <a:pt x="651" y="440"/>
                    </a:lnTo>
                    <a:lnTo>
                      <a:pt x="650" y="444"/>
                    </a:lnTo>
                    <a:lnTo>
                      <a:pt x="647" y="447"/>
                    </a:lnTo>
                    <a:lnTo>
                      <a:pt x="646" y="450"/>
                    </a:lnTo>
                    <a:lnTo>
                      <a:pt x="646" y="452"/>
                    </a:lnTo>
                    <a:lnTo>
                      <a:pt x="647" y="454"/>
                    </a:lnTo>
                    <a:lnTo>
                      <a:pt x="648" y="458"/>
                    </a:lnTo>
                    <a:lnTo>
                      <a:pt x="651" y="461"/>
                    </a:lnTo>
                    <a:lnTo>
                      <a:pt x="655" y="468"/>
                    </a:lnTo>
                    <a:lnTo>
                      <a:pt x="657" y="477"/>
                    </a:lnTo>
                    <a:lnTo>
                      <a:pt x="661" y="488"/>
                    </a:lnTo>
                    <a:lnTo>
                      <a:pt x="669" y="498"/>
                    </a:lnTo>
                    <a:lnTo>
                      <a:pt x="676" y="507"/>
                    </a:lnTo>
                    <a:lnTo>
                      <a:pt x="682" y="512"/>
                    </a:lnTo>
                    <a:lnTo>
                      <a:pt x="677" y="517"/>
                    </a:lnTo>
                    <a:lnTo>
                      <a:pt x="675" y="525"/>
                    </a:lnTo>
                    <a:lnTo>
                      <a:pt x="671" y="532"/>
                    </a:lnTo>
                    <a:lnTo>
                      <a:pt x="666" y="531"/>
                    </a:lnTo>
                    <a:lnTo>
                      <a:pt x="666" y="528"/>
                    </a:lnTo>
                    <a:lnTo>
                      <a:pt x="665" y="527"/>
                    </a:lnTo>
                    <a:lnTo>
                      <a:pt x="664" y="525"/>
                    </a:lnTo>
                    <a:lnTo>
                      <a:pt x="664" y="523"/>
                    </a:lnTo>
                    <a:lnTo>
                      <a:pt x="662" y="521"/>
                    </a:lnTo>
                    <a:lnTo>
                      <a:pt x="660" y="521"/>
                    </a:lnTo>
                    <a:lnTo>
                      <a:pt x="658" y="522"/>
                    </a:lnTo>
                    <a:lnTo>
                      <a:pt x="657" y="522"/>
                    </a:lnTo>
                    <a:lnTo>
                      <a:pt x="655" y="523"/>
                    </a:lnTo>
                    <a:lnTo>
                      <a:pt x="650" y="528"/>
                    </a:lnTo>
                    <a:lnTo>
                      <a:pt x="648" y="531"/>
                    </a:lnTo>
                    <a:lnTo>
                      <a:pt x="646" y="532"/>
                    </a:lnTo>
                    <a:lnTo>
                      <a:pt x="642" y="532"/>
                    </a:lnTo>
                    <a:lnTo>
                      <a:pt x="636" y="530"/>
                    </a:lnTo>
                    <a:lnTo>
                      <a:pt x="631" y="526"/>
                    </a:lnTo>
                    <a:lnTo>
                      <a:pt x="627" y="521"/>
                    </a:lnTo>
                    <a:lnTo>
                      <a:pt x="622" y="517"/>
                    </a:lnTo>
                    <a:lnTo>
                      <a:pt x="621" y="517"/>
                    </a:lnTo>
                    <a:lnTo>
                      <a:pt x="620" y="516"/>
                    </a:lnTo>
                    <a:lnTo>
                      <a:pt x="615" y="513"/>
                    </a:lnTo>
                    <a:lnTo>
                      <a:pt x="612" y="511"/>
                    </a:lnTo>
                    <a:lnTo>
                      <a:pt x="611" y="507"/>
                    </a:lnTo>
                    <a:lnTo>
                      <a:pt x="608" y="502"/>
                    </a:lnTo>
                    <a:lnTo>
                      <a:pt x="608" y="500"/>
                    </a:lnTo>
                    <a:lnTo>
                      <a:pt x="606" y="497"/>
                    </a:lnTo>
                    <a:lnTo>
                      <a:pt x="601" y="495"/>
                    </a:lnTo>
                    <a:lnTo>
                      <a:pt x="592" y="495"/>
                    </a:lnTo>
                    <a:lnTo>
                      <a:pt x="587" y="497"/>
                    </a:lnTo>
                    <a:lnTo>
                      <a:pt x="586" y="497"/>
                    </a:lnTo>
                    <a:lnTo>
                      <a:pt x="583" y="487"/>
                    </a:lnTo>
                    <a:lnTo>
                      <a:pt x="578" y="478"/>
                    </a:lnTo>
                    <a:lnTo>
                      <a:pt x="571" y="472"/>
                    </a:lnTo>
                    <a:lnTo>
                      <a:pt x="562" y="467"/>
                    </a:lnTo>
                    <a:lnTo>
                      <a:pt x="552" y="463"/>
                    </a:lnTo>
                    <a:lnTo>
                      <a:pt x="542" y="458"/>
                    </a:lnTo>
                    <a:lnTo>
                      <a:pt x="534" y="452"/>
                    </a:lnTo>
                    <a:lnTo>
                      <a:pt x="529" y="444"/>
                    </a:lnTo>
                    <a:lnTo>
                      <a:pt x="536" y="442"/>
                    </a:lnTo>
                    <a:lnTo>
                      <a:pt x="539" y="440"/>
                    </a:lnTo>
                    <a:lnTo>
                      <a:pt x="543" y="438"/>
                    </a:lnTo>
                    <a:lnTo>
                      <a:pt x="544" y="435"/>
                    </a:lnTo>
                    <a:lnTo>
                      <a:pt x="544" y="432"/>
                    </a:lnTo>
                    <a:lnTo>
                      <a:pt x="543" y="429"/>
                    </a:lnTo>
                    <a:lnTo>
                      <a:pt x="542" y="428"/>
                    </a:lnTo>
                    <a:lnTo>
                      <a:pt x="542" y="427"/>
                    </a:lnTo>
                    <a:lnTo>
                      <a:pt x="541" y="425"/>
                    </a:lnTo>
                    <a:lnTo>
                      <a:pt x="543" y="423"/>
                    </a:lnTo>
                    <a:lnTo>
                      <a:pt x="546" y="422"/>
                    </a:lnTo>
                    <a:lnTo>
                      <a:pt x="547" y="419"/>
                    </a:lnTo>
                    <a:lnTo>
                      <a:pt x="548" y="418"/>
                    </a:lnTo>
                    <a:lnTo>
                      <a:pt x="541" y="420"/>
                    </a:lnTo>
                    <a:lnTo>
                      <a:pt x="529" y="425"/>
                    </a:lnTo>
                    <a:lnTo>
                      <a:pt x="519" y="429"/>
                    </a:lnTo>
                    <a:lnTo>
                      <a:pt x="508" y="437"/>
                    </a:lnTo>
                    <a:lnTo>
                      <a:pt x="508" y="439"/>
                    </a:lnTo>
                    <a:lnTo>
                      <a:pt x="509" y="440"/>
                    </a:lnTo>
                    <a:lnTo>
                      <a:pt x="512" y="442"/>
                    </a:lnTo>
                    <a:lnTo>
                      <a:pt x="513" y="443"/>
                    </a:lnTo>
                    <a:lnTo>
                      <a:pt x="520" y="443"/>
                    </a:lnTo>
                    <a:lnTo>
                      <a:pt x="523" y="444"/>
                    </a:lnTo>
                    <a:lnTo>
                      <a:pt x="526" y="444"/>
                    </a:lnTo>
                    <a:lnTo>
                      <a:pt x="520" y="448"/>
                    </a:lnTo>
                    <a:lnTo>
                      <a:pt x="513" y="452"/>
                    </a:lnTo>
                    <a:lnTo>
                      <a:pt x="504" y="456"/>
                    </a:lnTo>
                    <a:lnTo>
                      <a:pt x="498" y="457"/>
                    </a:lnTo>
                    <a:lnTo>
                      <a:pt x="494" y="454"/>
                    </a:lnTo>
                    <a:lnTo>
                      <a:pt x="488" y="449"/>
                    </a:lnTo>
                    <a:lnTo>
                      <a:pt x="483" y="442"/>
                    </a:lnTo>
                    <a:lnTo>
                      <a:pt x="477" y="434"/>
                    </a:lnTo>
                    <a:lnTo>
                      <a:pt x="470" y="429"/>
                    </a:lnTo>
                    <a:lnTo>
                      <a:pt x="467" y="427"/>
                    </a:lnTo>
                    <a:lnTo>
                      <a:pt x="463" y="427"/>
                    </a:lnTo>
                    <a:lnTo>
                      <a:pt x="460" y="429"/>
                    </a:lnTo>
                    <a:lnTo>
                      <a:pt x="458" y="430"/>
                    </a:lnTo>
                    <a:lnTo>
                      <a:pt x="455" y="433"/>
                    </a:lnTo>
                    <a:lnTo>
                      <a:pt x="454" y="435"/>
                    </a:lnTo>
                    <a:lnTo>
                      <a:pt x="451" y="438"/>
                    </a:lnTo>
                    <a:lnTo>
                      <a:pt x="448" y="439"/>
                    </a:lnTo>
                    <a:lnTo>
                      <a:pt x="448" y="445"/>
                    </a:lnTo>
                    <a:lnTo>
                      <a:pt x="445" y="447"/>
                    </a:lnTo>
                    <a:lnTo>
                      <a:pt x="443" y="447"/>
                    </a:lnTo>
                    <a:lnTo>
                      <a:pt x="441" y="448"/>
                    </a:lnTo>
                    <a:lnTo>
                      <a:pt x="439" y="449"/>
                    </a:lnTo>
                    <a:lnTo>
                      <a:pt x="439" y="454"/>
                    </a:lnTo>
                    <a:lnTo>
                      <a:pt x="438" y="457"/>
                    </a:lnTo>
                    <a:lnTo>
                      <a:pt x="436" y="457"/>
                    </a:lnTo>
                    <a:lnTo>
                      <a:pt x="436" y="468"/>
                    </a:lnTo>
                    <a:lnTo>
                      <a:pt x="431" y="476"/>
                    </a:lnTo>
                    <a:lnTo>
                      <a:pt x="428" y="479"/>
                    </a:lnTo>
                    <a:lnTo>
                      <a:pt x="425" y="487"/>
                    </a:lnTo>
                    <a:lnTo>
                      <a:pt x="428" y="495"/>
                    </a:lnTo>
                    <a:lnTo>
                      <a:pt x="431" y="497"/>
                    </a:lnTo>
                    <a:lnTo>
                      <a:pt x="439" y="505"/>
                    </a:lnTo>
                    <a:lnTo>
                      <a:pt x="438" y="506"/>
                    </a:lnTo>
                    <a:lnTo>
                      <a:pt x="430" y="506"/>
                    </a:lnTo>
                    <a:lnTo>
                      <a:pt x="426" y="507"/>
                    </a:lnTo>
                    <a:lnTo>
                      <a:pt x="423" y="507"/>
                    </a:lnTo>
                    <a:lnTo>
                      <a:pt x="420" y="508"/>
                    </a:lnTo>
                    <a:lnTo>
                      <a:pt x="414" y="515"/>
                    </a:lnTo>
                    <a:lnTo>
                      <a:pt x="409" y="515"/>
                    </a:lnTo>
                    <a:lnTo>
                      <a:pt x="405" y="512"/>
                    </a:lnTo>
                    <a:lnTo>
                      <a:pt x="400" y="510"/>
                    </a:lnTo>
                    <a:lnTo>
                      <a:pt x="398" y="507"/>
                    </a:lnTo>
                    <a:lnTo>
                      <a:pt x="390" y="507"/>
                    </a:lnTo>
                    <a:lnTo>
                      <a:pt x="387" y="508"/>
                    </a:lnTo>
                    <a:lnTo>
                      <a:pt x="386" y="510"/>
                    </a:lnTo>
                    <a:lnTo>
                      <a:pt x="381" y="512"/>
                    </a:lnTo>
                    <a:lnTo>
                      <a:pt x="381" y="521"/>
                    </a:lnTo>
                    <a:lnTo>
                      <a:pt x="379" y="521"/>
                    </a:lnTo>
                    <a:lnTo>
                      <a:pt x="376" y="520"/>
                    </a:lnTo>
                    <a:lnTo>
                      <a:pt x="375" y="517"/>
                    </a:lnTo>
                    <a:lnTo>
                      <a:pt x="374" y="516"/>
                    </a:lnTo>
                    <a:lnTo>
                      <a:pt x="371" y="515"/>
                    </a:lnTo>
                    <a:lnTo>
                      <a:pt x="369" y="515"/>
                    </a:lnTo>
                    <a:lnTo>
                      <a:pt x="367" y="516"/>
                    </a:lnTo>
                    <a:lnTo>
                      <a:pt x="366" y="518"/>
                    </a:lnTo>
                    <a:lnTo>
                      <a:pt x="366" y="520"/>
                    </a:lnTo>
                    <a:lnTo>
                      <a:pt x="374" y="528"/>
                    </a:lnTo>
                    <a:lnTo>
                      <a:pt x="374" y="531"/>
                    </a:lnTo>
                    <a:lnTo>
                      <a:pt x="372" y="532"/>
                    </a:lnTo>
                    <a:lnTo>
                      <a:pt x="372" y="535"/>
                    </a:lnTo>
                    <a:lnTo>
                      <a:pt x="375" y="536"/>
                    </a:lnTo>
                    <a:lnTo>
                      <a:pt x="376" y="539"/>
                    </a:lnTo>
                    <a:lnTo>
                      <a:pt x="379" y="541"/>
                    </a:lnTo>
                    <a:lnTo>
                      <a:pt x="382" y="542"/>
                    </a:lnTo>
                    <a:lnTo>
                      <a:pt x="384" y="545"/>
                    </a:lnTo>
                    <a:lnTo>
                      <a:pt x="386" y="545"/>
                    </a:lnTo>
                    <a:lnTo>
                      <a:pt x="387" y="546"/>
                    </a:lnTo>
                    <a:lnTo>
                      <a:pt x="387" y="549"/>
                    </a:lnTo>
                    <a:lnTo>
                      <a:pt x="382" y="549"/>
                    </a:lnTo>
                    <a:lnTo>
                      <a:pt x="381" y="550"/>
                    </a:lnTo>
                    <a:lnTo>
                      <a:pt x="381" y="551"/>
                    </a:lnTo>
                    <a:lnTo>
                      <a:pt x="380" y="551"/>
                    </a:lnTo>
                    <a:lnTo>
                      <a:pt x="377" y="550"/>
                    </a:lnTo>
                    <a:lnTo>
                      <a:pt x="374" y="547"/>
                    </a:lnTo>
                    <a:lnTo>
                      <a:pt x="371" y="546"/>
                    </a:lnTo>
                    <a:lnTo>
                      <a:pt x="370" y="545"/>
                    </a:lnTo>
                    <a:lnTo>
                      <a:pt x="370" y="547"/>
                    </a:lnTo>
                    <a:lnTo>
                      <a:pt x="371" y="549"/>
                    </a:lnTo>
                    <a:lnTo>
                      <a:pt x="371" y="551"/>
                    </a:lnTo>
                    <a:lnTo>
                      <a:pt x="372" y="552"/>
                    </a:lnTo>
                    <a:lnTo>
                      <a:pt x="372" y="556"/>
                    </a:lnTo>
                    <a:lnTo>
                      <a:pt x="371" y="557"/>
                    </a:lnTo>
                    <a:lnTo>
                      <a:pt x="371" y="560"/>
                    </a:lnTo>
                    <a:lnTo>
                      <a:pt x="370" y="561"/>
                    </a:lnTo>
                    <a:lnTo>
                      <a:pt x="372" y="564"/>
                    </a:lnTo>
                    <a:lnTo>
                      <a:pt x="366" y="564"/>
                    </a:lnTo>
                    <a:lnTo>
                      <a:pt x="361" y="562"/>
                    </a:lnTo>
                    <a:lnTo>
                      <a:pt x="357" y="560"/>
                    </a:lnTo>
                    <a:lnTo>
                      <a:pt x="355" y="556"/>
                    </a:lnTo>
                    <a:lnTo>
                      <a:pt x="354" y="551"/>
                    </a:lnTo>
                    <a:lnTo>
                      <a:pt x="354" y="549"/>
                    </a:lnTo>
                    <a:lnTo>
                      <a:pt x="355" y="547"/>
                    </a:lnTo>
                    <a:lnTo>
                      <a:pt x="357" y="546"/>
                    </a:lnTo>
                    <a:lnTo>
                      <a:pt x="359" y="546"/>
                    </a:lnTo>
                    <a:lnTo>
                      <a:pt x="360" y="545"/>
                    </a:lnTo>
                    <a:lnTo>
                      <a:pt x="351" y="545"/>
                    </a:lnTo>
                    <a:lnTo>
                      <a:pt x="351" y="542"/>
                    </a:lnTo>
                    <a:lnTo>
                      <a:pt x="350" y="541"/>
                    </a:lnTo>
                    <a:lnTo>
                      <a:pt x="350" y="540"/>
                    </a:lnTo>
                    <a:lnTo>
                      <a:pt x="349" y="536"/>
                    </a:lnTo>
                    <a:lnTo>
                      <a:pt x="346" y="534"/>
                    </a:lnTo>
                    <a:lnTo>
                      <a:pt x="344" y="530"/>
                    </a:lnTo>
                    <a:lnTo>
                      <a:pt x="331" y="517"/>
                    </a:lnTo>
                    <a:lnTo>
                      <a:pt x="330" y="513"/>
                    </a:lnTo>
                    <a:lnTo>
                      <a:pt x="330" y="500"/>
                    </a:lnTo>
                    <a:lnTo>
                      <a:pt x="329" y="496"/>
                    </a:lnTo>
                    <a:lnTo>
                      <a:pt x="327" y="493"/>
                    </a:lnTo>
                    <a:lnTo>
                      <a:pt x="322" y="486"/>
                    </a:lnTo>
                    <a:lnTo>
                      <a:pt x="318" y="483"/>
                    </a:lnTo>
                    <a:lnTo>
                      <a:pt x="316" y="482"/>
                    </a:lnTo>
                    <a:lnTo>
                      <a:pt x="308" y="479"/>
                    </a:lnTo>
                    <a:lnTo>
                      <a:pt x="306" y="478"/>
                    </a:lnTo>
                    <a:lnTo>
                      <a:pt x="303" y="473"/>
                    </a:lnTo>
                    <a:lnTo>
                      <a:pt x="297" y="473"/>
                    </a:lnTo>
                    <a:lnTo>
                      <a:pt x="291" y="471"/>
                    </a:lnTo>
                    <a:lnTo>
                      <a:pt x="285" y="464"/>
                    </a:lnTo>
                    <a:lnTo>
                      <a:pt x="280" y="457"/>
                    </a:lnTo>
                    <a:lnTo>
                      <a:pt x="278" y="449"/>
                    </a:lnTo>
                    <a:lnTo>
                      <a:pt x="265" y="449"/>
                    </a:lnTo>
                    <a:lnTo>
                      <a:pt x="263" y="448"/>
                    </a:lnTo>
                    <a:lnTo>
                      <a:pt x="262" y="445"/>
                    </a:lnTo>
                    <a:lnTo>
                      <a:pt x="262" y="440"/>
                    </a:lnTo>
                    <a:lnTo>
                      <a:pt x="261" y="439"/>
                    </a:lnTo>
                    <a:lnTo>
                      <a:pt x="258" y="440"/>
                    </a:lnTo>
                    <a:lnTo>
                      <a:pt x="257" y="440"/>
                    </a:lnTo>
                    <a:lnTo>
                      <a:pt x="253" y="442"/>
                    </a:lnTo>
                    <a:lnTo>
                      <a:pt x="251" y="443"/>
                    </a:lnTo>
                    <a:lnTo>
                      <a:pt x="249" y="443"/>
                    </a:lnTo>
                    <a:lnTo>
                      <a:pt x="247" y="445"/>
                    </a:lnTo>
                    <a:lnTo>
                      <a:pt x="247" y="447"/>
                    </a:lnTo>
                    <a:lnTo>
                      <a:pt x="248" y="448"/>
                    </a:lnTo>
                    <a:lnTo>
                      <a:pt x="249" y="448"/>
                    </a:lnTo>
                    <a:lnTo>
                      <a:pt x="248" y="452"/>
                    </a:lnTo>
                    <a:lnTo>
                      <a:pt x="248" y="459"/>
                    </a:lnTo>
                    <a:lnTo>
                      <a:pt x="249" y="462"/>
                    </a:lnTo>
                    <a:lnTo>
                      <a:pt x="257" y="466"/>
                    </a:lnTo>
                    <a:lnTo>
                      <a:pt x="265" y="473"/>
                    </a:lnTo>
                    <a:lnTo>
                      <a:pt x="267" y="478"/>
                    </a:lnTo>
                    <a:lnTo>
                      <a:pt x="268" y="483"/>
                    </a:lnTo>
                    <a:lnTo>
                      <a:pt x="271" y="487"/>
                    </a:lnTo>
                    <a:lnTo>
                      <a:pt x="272" y="491"/>
                    </a:lnTo>
                    <a:lnTo>
                      <a:pt x="275" y="492"/>
                    </a:lnTo>
                    <a:lnTo>
                      <a:pt x="278" y="493"/>
                    </a:lnTo>
                    <a:lnTo>
                      <a:pt x="281" y="495"/>
                    </a:lnTo>
                    <a:lnTo>
                      <a:pt x="285" y="495"/>
                    </a:lnTo>
                    <a:lnTo>
                      <a:pt x="287" y="493"/>
                    </a:lnTo>
                    <a:lnTo>
                      <a:pt x="291" y="493"/>
                    </a:lnTo>
                    <a:lnTo>
                      <a:pt x="291" y="495"/>
                    </a:lnTo>
                    <a:lnTo>
                      <a:pt x="290" y="497"/>
                    </a:lnTo>
                    <a:lnTo>
                      <a:pt x="290" y="500"/>
                    </a:lnTo>
                    <a:lnTo>
                      <a:pt x="292" y="502"/>
                    </a:lnTo>
                    <a:lnTo>
                      <a:pt x="295" y="502"/>
                    </a:lnTo>
                    <a:lnTo>
                      <a:pt x="300" y="505"/>
                    </a:lnTo>
                    <a:lnTo>
                      <a:pt x="301" y="505"/>
                    </a:lnTo>
                    <a:lnTo>
                      <a:pt x="305" y="506"/>
                    </a:lnTo>
                    <a:lnTo>
                      <a:pt x="307" y="508"/>
                    </a:lnTo>
                    <a:lnTo>
                      <a:pt x="311" y="510"/>
                    </a:lnTo>
                    <a:lnTo>
                      <a:pt x="316" y="515"/>
                    </a:lnTo>
                    <a:lnTo>
                      <a:pt x="317" y="517"/>
                    </a:lnTo>
                    <a:lnTo>
                      <a:pt x="317" y="521"/>
                    </a:lnTo>
                    <a:lnTo>
                      <a:pt x="315" y="520"/>
                    </a:lnTo>
                    <a:lnTo>
                      <a:pt x="311" y="516"/>
                    </a:lnTo>
                    <a:lnTo>
                      <a:pt x="308" y="515"/>
                    </a:lnTo>
                    <a:lnTo>
                      <a:pt x="301" y="515"/>
                    </a:lnTo>
                    <a:lnTo>
                      <a:pt x="298" y="516"/>
                    </a:lnTo>
                    <a:lnTo>
                      <a:pt x="296" y="521"/>
                    </a:lnTo>
                    <a:lnTo>
                      <a:pt x="296" y="523"/>
                    </a:lnTo>
                    <a:lnTo>
                      <a:pt x="298" y="525"/>
                    </a:lnTo>
                    <a:lnTo>
                      <a:pt x="300" y="527"/>
                    </a:lnTo>
                    <a:lnTo>
                      <a:pt x="303" y="531"/>
                    </a:lnTo>
                    <a:lnTo>
                      <a:pt x="303" y="534"/>
                    </a:lnTo>
                    <a:lnTo>
                      <a:pt x="302" y="534"/>
                    </a:lnTo>
                    <a:lnTo>
                      <a:pt x="301" y="535"/>
                    </a:lnTo>
                    <a:lnTo>
                      <a:pt x="297" y="535"/>
                    </a:lnTo>
                    <a:lnTo>
                      <a:pt x="296" y="536"/>
                    </a:lnTo>
                    <a:lnTo>
                      <a:pt x="295" y="539"/>
                    </a:lnTo>
                    <a:lnTo>
                      <a:pt x="295" y="541"/>
                    </a:lnTo>
                    <a:lnTo>
                      <a:pt x="292" y="546"/>
                    </a:lnTo>
                    <a:lnTo>
                      <a:pt x="291" y="547"/>
                    </a:lnTo>
                    <a:lnTo>
                      <a:pt x="287" y="547"/>
                    </a:lnTo>
                    <a:lnTo>
                      <a:pt x="286" y="546"/>
                    </a:lnTo>
                    <a:lnTo>
                      <a:pt x="285" y="546"/>
                    </a:lnTo>
                    <a:lnTo>
                      <a:pt x="285" y="545"/>
                    </a:lnTo>
                    <a:lnTo>
                      <a:pt x="287" y="544"/>
                    </a:lnTo>
                    <a:lnTo>
                      <a:pt x="288" y="542"/>
                    </a:lnTo>
                    <a:lnTo>
                      <a:pt x="290" y="540"/>
                    </a:lnTo>
                    <a:lnTo>
                      <a:pt x="291" y="536"/>
                    </a:lnTo>
                    <a:lnTo>
                      <a:pt x="291" y="530"/>
                    </a:lnTo>
                    <a:lnTo>
                      <a:pt x="290" y="528"/>
                    </a:lnTo>
                    <a:lnTo>
                      <a:pt x="288" y="526"/>
                    </a:lnTo>
                    <a:lnTo>
                      <a:pt x="288" y="525"/>
                    </a:lnTo>
                    <a:lnTo>
                      <a:pt x="287" y="522"/>
                    </a:lnTo>
                    <a:lnTo>
                      <a:pt x="286" y="522"/>
                    </a:lnTo>
                    <a:lnTo>
                      <a:pt x="285" y="520"/>
                    </a:lnTo>
                    <a:lnTo>
                      <a:pt x="282" y="518"/>
                    </a:lnTo>
                    <a:lnTo>
                      <a:pt x="280" y="516"/>
                    </a:lnTo>
                    <a:lnTo>
                      <a:pt x="278" y="513"/>
                    </a:lnTo>
                    <a:lnTo>
                      <a:pt x="276" y="511"/>
                    </a:lnTo>
                    <a:lnTo>
                      <a:pt x="276" y="510"/>
                    </a:lnTo>
                    <a:lnTo>
                      <a:pt x="272" y="510"/>
                    </a:lnTo>
                    <a:lnTo>
                      <a:pt x="268" y="506"/>
                    </a:lnTo>
                    <a:lnTo>
                      <a:pt x="258" y="503"/>
                    </a:lnTo>
                    <a:lnTo>
                      <a:pt x="252" y="498"/>
                    </a:lnTo>
                    <a:lnTo>
                      <a:pt x="246" y="492"/>
                    </a:lnTo>
                    <a:lnTo>
                      <a:pt x="243" y="491"/>
                    </a:lnTo>
                    <a:lnTo>
                      <a:pt x="242" y="489"/>
                    </a:lnTo>
                    <a:lnTo>
                      <a:pt x="237" y="487"/>
                    </a:lnTo>
                    <a:lnTo>
                      <a:pt x="236" y="484"/>
                    </a:lnTo>
                    <a:lnTo>
                      <a:pt x="232" y="478"/>
                    </a:lnTo>
                    <a:lnTo>
                      <a:pt x="229" y="472"/>
                    </a:lnTo>
                    <a:lnTo>
                      <a:pt x="224" y="466"/>
                    </a:lnTo>
                    <a:lnTo>
                      <a:pt x="219" y="461"/>
                    </a:lnTo>
                    <a:lnTo>
                      <a:pt x="211" y="459"/>
                    </a:lnTo>
                    <a:lnTo>
                      <a:pt x="207" y="459"/>
                    </a:lnTo>
                    <a:lnTo>
                      <a:pt x="206" y="461"/>
                    </a:lnTo>
                    <a:lnTo>
                      <a:pt x="203" y="462"/>
                    </a:lnTo>
                    <a:lnTo>
                      <a:pt x="199" y="466"/>
                    </a:lnTo>
                    <a:lnTo>
                      <a:pt x="192" y="471"/>
                    </a:lnTo>
                    <a:lnTo>
                      <a:pt x="185" y="474"/>
                    </a:lnTo>
                    <a:lnTo>
                      <a:pt x="178" y="477"/>
                    </a:lnTo>
                    <a:lnTo>
                      <a:pt x="170" y="476"/>
                    </a:lnTo>
                    <a:lnTo>
                      <a:pt x="163" y="473"/>
                    </a:lnTo>
                    <a:lnTo>
                      <a:pt x="155" y="472"/>
                    </a:lnTo>
                    <a:lnTo>
                      <a:pt x="152" y="472"/>
                    </a:lnTo>
                    <a:lnTo>
                      <a:pt x="148" y="474"/>
                    </a:lnTo>
                    <a:lnTo>
                      <a:pt x="144" y="476"/>
                    </a:lnTo>
                    <a:lnTo>
                      <a:pt x="143" y="479"/>
                    </a:lnTo>
                    <a:lnTo>
                      <a:pt x="142" y="482"/>
                    </a:lnTo>
                    <a:lnTo>
                      <a:pt x="144" y="492"/>
                    </a:lnTo>
                    <a:lnTo>
                      <a:pt x="143" y="496"/>
                    </a:lnTo>
                    <a:lnTo>
                      <a:pt x="140" y="498"/>
                    </a:lnTo>
                    <a:lnTo>
                      <a:pt x="137" y="500"/>
                    </a:lnTo>
                    <a:lnTo>
                      <a:pt x="133" y="502"/>
                    </a:lnTo>
                    <a:lnTo>
                      <a:pt x="125" y="505"/>
                    </a:lnTo>
                    <a:lnTo>
                      <a:pt x="119" y="508"/>
                    </a:lnTo>
                    <a:lnTo>
                      <a:pt x="113" y="515"/>
                    </a:lnTo>
                    <a:lnTo>
                      <a:pt x="108" y="523"/>
                    </a:lnTo>
                    <a:lnTo>
                      <a:pt x="105" y="532"/>
                    </a:lnTo>
                    <a:lnTo>
                      <a:pt x="105" y="534"/>
                    </a:lnTo>
                    <a:lnTo>
                      <a:pt x="106" y="535"/>
                    </a:lnTo>
                    <a:lnTo>
                      <a:pt x="109" y="536"/>
                    </a:lnTo>
                    <a:lnTo>
                      <a:pt x="110" y="537"/>
                    </a:lnTo>
                    <a:lnTo>
                      <a:pt x="103" y="547"/>
                    </a:lnTo>
                    <a:lnTo>
                      <a:pt x="99" y="551"/>
                    </a:lnTo>
                    <a:lnTo>
                      <a:pt x="91" y="555"/>
                    </a:lnTo>
                    <a:lnTo>
                      <a:pt x="88" y="562"/>
                    </a:lnTo>
                    <a:lnTo>
                      <a:pt x="83" y="565"/>
                    </a:lnTo>
                    <a:lnTo>
                      <a:pt x="71" y="565"/>
                    </a:lnTo>
                    <a:lnTo>
                      <a:pt x="69" y="566"/>
                    </a:lnTo>
                    <a:lnTo>
                      <a:pt x="68" y="566"/>
                    </a:lnTo>
                    <a:lnTo>
                      <a:pt x="59" y="569"/>
                    </a:lnTo>
                    <a:lnTo>
                      <a:pt x="51" y="571"/>
                    </a:lnTo>
                    <a:lnTo>
                      <a:pt x="42" y="574"/>
                    </a:lnTo>
                    <a:lnTo>
                      <a:pt x="41" y="573"/>
                    </a:lnTo>
                    <a:lnTo>
                      <a:pt x="39" y="571"/>
                    </a:lnTo>
                    <a:lnTo>
                      <a:pt x="35" y="564"/>
                    </a:lnTo>
                    <a:lnTo>
                      <a:pt x="32" y="561"/>
                    </a:lnTo>
                    <a:lnTo>
                      <a:pt x="27" y="559"/>
                    </a:lnTo>
                    <a:lnTo>
                      <a:pt x="22" y="559"/>
                    </a:lnTo>
                    <a:lnTo>
                      <a:pt x="19" y="560"/>
                    </a:lnTo>
                    <a:lnTo>
                      <a:pt x="14" y="561"/>
                    </a:lnTo>
                    <a:lnTo>
                      <a:pt x="7" y="561"/>
                    </a:lnTo>
                    <a:lnTo>
                      <a:pt x="6" y="560"/>
                    </a:lnTo>
                    <a:lnTo>
                      <a:pt x="6" y="542"/>
                    </a:lnTo>
                    <a:lnTo>
                      <a:pt x="4" y="542"/>
                    </a:lnTo>
                    <a:lnTo>
                      <a:pt x="0" y="539"/>
                    </a:lnTo>
                    <a:lnTo>
                      <a:pt x="0" y="534"/>
                    </a:lnTo>
                    <a:lnTo>
                      <a:pt x="1" y="531"/>
                    </a:lnTo>
                    <a:lnTo>
                      <a:pt x="4" y="530"/>
                    </a:lnTo>
                    <a:lnTo>
                      <a:pt x="5" y="528"/>
                    </a:lnTo>
                    <a:lnTo>
                      <a:pt x="5" y="527"/>
                    </a:lnTo>
                    <a:lnTo>
                      <a:pt x="6" y="511"/>
                    </a:lnTo>
                    <a:lnTo>
                      <a:pt x="9" y="496"/>
                    </a:lnTo>
                    <a:lnTo>
                      <a:pt x="9" y="492"/>
                    </a:lnTo>
                    <a:lnTo>
                      <a:pt x="7" y="488"/>
                    </a:lnTo>
                    <a:lnTo>
                      <a:pt x="5" y="484"/>
                    </a:lnTo>
                    <a:lnTo>
                      <a:pt x="4" y="482"/>
                    </a:lnTo>
                    <a:lnTo>
                      <a:pt x="4" y="478"/>
                    </a:lnTo>
                    <a:lnTo>
                      <a:pt x="11" y="474"/>
                    </a:lnTo>
                    <a:lnTo>
                      <a:pt x="14" y="472"/>
                    </a:lnTo>
                    <a:lnTo>
                      <a:pt x="19" y="469"/>
                    </a:lnTo>
                    <a:lnTo>
                      <a:pt x="21" y="469"/>
                    </a:lnTo>
                    <a:lnTo>
                      <a:pt x="22" y="471"/>
                    </a:lnTo>
                    <a:lnTo>
                      <a:pt x="44" y="471"/>
                    </a:lnTo>
                    <a:lnTo>
                      <a:pt x="51" y="473"/>
                    </a:lnTo>
                    <a:lnTo>
                      <a:pt x="76" y="473"/>
                    </a:lnTo>
                    <a:lnTo>
                      <a:pt x="79" y="474"/>
                    </a:lnTo>
                    <a:lnTo>
                      <a:pt x="85" y="474"/>
                    </a:lnTo>
                    <a:lnTo>
                      <a:pt x="88" y="473"/>
                    </a:lnTo>
                    <a:lnTo>
                      <a:pt x="93" y="473"/>
                    </a:lnTo>
                    <a:lnTo>
                      <a:pt x="93" y="469"/>
                    </a:lnTo>
                    <a:lnTo>
                      <a:pt x="94" y="466"/>
                    </a:lnTo>
                    <a:lnTo>
                      <a:pt x="98" y="458"/>
                    </a:lnTo>
                    <a:lnTo>
                      <a:pt x="98" y="450"/>
                    </a:lnTo>
                    <a:lnTo>
                      <a:pt x="96" y="448"/>
                    </a:lnTo>
                    <a:lnTo>
                      <a:pt x="96" y="444"/>
                    </a:lnTo>
                    <a:lnTo>
                      <a:pt x="98" y="440"/>
                    </a:lnTo>
                    <a:lnTo>
                      <a:pt x="98" y="435"/>
                    </a:lnTo>
                    <a:lnTo>
                      <a:pt x="95" y="433"/>
                    </a:lnTo>
                    <a:lnTo>
                      <a:pt x="95" y="432"/>
                    </a:lnTo>
                    <a:lnTo>
                      <a:pt x="91" y="432"/>
                    </a:lnTo>
                    <a:lnTo>
                      <a:pt x="89" y="429"/>
                    </a:lnTo>
                    <a:lnTo>
                      <a:pt x="85" y="422"/>
                    </a:lnTo>
                    <a:lnTo>
                      <a:pt x="85" y="418"/>
                    </a:lnTo>
                    <a:lnTo>
                      <a:pt x="84" y="418"/>
                    </a:lnTo>
                    <a:lnTo>
                      <a:pt x="81" y="415"/>
                    </a:lnTo>
                    <a:lnTo>
                      <a:pt x="80" y="415"/>
                    </a:lnTo>
                    <a:lnTo>
                      <a:pt x="74" y="413"/>
                    </a:lnTo>
                    <a:lnTo>
                      <a:pt x="65" y="410"/>
                    </a:lnTo>
                    <a:lnTo>
                      <a:pt x="58" y="406"/>
                    </a:lnTo>
                    <a:lnTo>
                      <a:pt x="55" y="403"/>
                    </a:lnTo>
                    <a:lnTo>
                      <a:pt x="55" y="401"/>
                    </a:lnTo>
                    <a:lnTo>
                      <a:pt x="56" y="400"/>
                    </a:lnTo>
                    <a:lnTo>
                      <a:pt x="58" y="398"/>
                    </a:lnTo>
                    <a:lnTo>
                      <a:pt x="65" y="395"/>
                    </a:lnTo>
                    <a:lnTo>
                      <a:pt x="68" y="395"/>
                    </a:lnTo>
                    <a:lnTo>
                      <a:pt x="70" y="394"/>
                    </a:lnTo>
                    <a:lnTo>
                      <a:pt x="71" y="395"/>
                    </a:lnTo>
                    <a:lnTo>
                      <a:pt x="79" y="399"/>
                    </a:lnTo>
                    <a:lnTo>
                      <a:pt x="84" y="399"/>
                    </a:lnTo>
                    <a:lnTo>
                      <a:pt x="89" y="396"/>
                    </a:lnTo>
                    <a:lnTo>
                      <a:pt x="91" y="396"/>
                    </a:lnTo>
                    <a:lnTo>
                      <a:pt x="91" y="394"/>
                    </a:lnTo>
                    <a:lnTo>
                      <a:pt x="90" y="393"/>
                    </a:lnTo>
                    <a:lnTo>
                      <a:pt x="89" y="390"/>
                    </a:lnTo>
                    <a:lnTo>
                      <a:pt x="89" y="383"/>
                    </a:lnTo>
                    <a:lnTo>
                      <a:pt x="93" y="383"/>
                    </a:lnTo>
                    <a:lnTo>
                      <a:pt x="95" y="384"/>
                    </a:lnTo>
                    <a:lnTo>
                      <a:pt x="99" y="386"/>
                    </a:lnTo>
                    <a:lnTo>
                      <a:pt x="101" y="388"/>
                    </a:lnTo>
                    <a:lnTo>
                      <a:pt x="108" y="388"/>
                    </a:lnTo>
                    <a:lnTo>
                      <a:pt x="110" y="386"/>
                    </a:lnTo>
                    <a:lnTo>
                      <a:pt x="111" y="384"/>
                    </a:lnTo>
                    <a:lnTo>
                      <a:pt x="111" y="381"/>
                    </a:lnTo>
                    <a:lnTo>
                      <a:pt x="116" y="381"/>
                    </a:lnTo>
                    <a:lnTo>
                      <a:pt x="120" y="379"/>
                    </a:lnTo>
                    <a:lnTo>
                      <a:pt x="123" y="378"/>
                    </a:lnTo>
                    <a:lnTo>
                      <a:pt x="128" y="370"/>
                    </a:lnTo>
                    <a:lnTo>
                      <a:pt x="130" y="362"/>
                    </a:lnTo>
                    <a:lnTo>
                      <a:pt x="133" y="362"/>
                    </a:lnTo>
                    <a:lnTo>
                      <a:pt x="135" y="361"/>
                    </a:lnTo>
                    <a:lnTo>
                      <a:pt x="139" y="360"/>
                    </a:lnTo>
                    <a:lnTo>
                      <a:pt x="152" y="355"/>
                    </a:lnTo>
                    <a:lnTo>
                      <a:pt x="155" y="352"/>
                    </a:lnTo>
                    <a:lnTo>
                      <a:pt x="157" y="351"/>
                    </a:lnTo>
                    <a:lnTo>
                      <a:pt x="158" y="349"/>
                    </a:lnTo>
                    <a:lnTo>
                      <a:pt x="158" y="339"/>
                    </a:lnTo>
                    <a:lnTo>
                      <a:pt x="159" y="337"/>
                    </a:lnTo>
                    <a:lnTo>
                      <a:pt x="162" y="336"/>
                    </a:lnTo>
                    <a:lnTo>
                      <a:pt x="162" y="335"/>
                    </a:lnTo>
                    <a:lnTo>
                      <a:pt x="174" y="325"/>
                    </a:lnTo>
                    <a:lnTo>
                      <a:pt x="183" y="323"/>
                    </a:lnTo>
                    <a:lnTo>
                      <a:pt x="189" y="323"/>
                    </a:lnTo>
                    <a:lnTo>
                      <a:pt x="189" y="322"/>
                    </a:lnTo>
                    <a:lnTo>
                      <a:pt x="192" y="320"/>
                    </a:lnTo>
                    <a:lnTo>
                      <a:pt x="194" y="318"/>
                    </a:lnTo>
                    <a:lnTo>
                      <a:pt x="197" y="318"/>
                    </a:lnTo>
                    <a:lnTo>
                      <a:pt x="199" y="320"/>
                    </a:lnTo>
                    <a:lnTo>
                      <a:pt x="203" y="320"/>
                    </a:lnTo>
                    <a:lnTo>
                      <a:pt x="208" y="317"/>
                    </a:lnTo>
                    <a:lnTo>
                      <a:pt x="209" y="315"/>
                    </a:lnTo>
                    <a:lnTo>
                      <a:pt x="211" y="313"/>
                    </a:lnTo>
                    <a:lnTo>
                      <a:pt x="211" y="311"/>
                    </a:lnTo>
                    <a:lnTo>
                      <a:pt x="209" y="308"/>
                    </a:lnTo>
                    <a:lnTo>
                      <a:pt x="209" y="306"/>
                    </a:lnTo>
                    <a:lnTo>
                      <a:pt x="208" y="303"/>
                    </a:lnTo>
                    <a:lnTo>
                      <a:pt x="208" y="302"/>
                    </a:lnTo>
                    <a:lnTo>
                      <a:pt x="206" y="293"/>
                    </a:lnTo>
                    <a:lnTo>
                      <a:pt x="202" y="287"/>
                    </a:lnTo>
                    <a:lnTo>
                      <a:pt x="201" y="278"/>
                    </a:lnTo>
                    <a:lnTo>
                      <a:pt x="202" y="271"/>
                    </a:lnTo>
                    <a:lnTo>
                      <a:pt x="207" y="264"/>
                    </a:lnTo>
                    <a:lnTo>
                      <a:pt x="226" y="253"/>
                    </a:lnTo>
                    <a:lnTo>
                      <a:pt x="226" y="258"/>
                    </a:lnTo>
                    <a:lnTo>
                      <a:pt x="224" y="262"/>
                    </a:lnTo>
                    <a:lnTo>
                      <a:pt x="223" y="264"/>
                    </a:lnTo>
                    <a:lnTo>
                      <a:pt x="223" y="271"/>
                    </a:lnTo>
                    <a:lnTo>
                      <a:pt x="226" y="272"/>
                    </a:lnTo>
                    <a:lnTo>
                      <a:pt x="227" y="272"/>
                    </a:lnTo>
                    <a:lnTo>
                      <a:pt x="229" y="273"/>
                    </a:lnTo>
                    <a:lnTo>
                      <a:pt x="231" y="273"/>
                    </a:lnTo>
                    <a:lnTo>
                      <a:pt x="231" y="277"/>
                    </a:lnTo>
                    <a:lnTo>
                      <a:pt x="224" y="283"/>
                    </a:lnTo>
                    <a:lnTo>
                      <a:pt x="221" y="286"/>
                    </a:lnTo>
                    <a:lnTo>
                      <a:pt x="219" y="288"/>
                    </a:lnTo>
                    <a:lnTo>
                      <a:pt x="217" y="292"/>
                    </a:lnTo>
                    <a:lnTo>
                      <a:pt x="217" y="298"/>
                    </a:lnTo>
                    <a:lnTo>
                      <a:pt x="218" y="301"/>
                    </a:lnTo>
                    <a:lnTo>
                      <a:pt x="221" y="302"/>
                    </a:lnTo>
                    <a:lnTo>
                      <a:pt x="222" y="302"/>
                    </a:lnTo>
                    <a:lnTo>
                      <a:pt x="222" y="307"/>
                    </a:lnTo>
                    <a:lnTo>
                      <a:pt x="227" y="307"/>
                    </a:lnTo>
                    <a:lnTo>
                      <a:pt x="229" y="308"/>
                    </a:lnTo>
                    <a:lnTo>
                      <a:pt x="232" y="308"/>
                    </a:lnTo>
                    <a:lnTo>
                      <a:pt x="232" y="311"/>
                    </a:lnTo>
                    <a:lnTo>
                      <a:pt x="234" y="313"/>
                    </a:lnTo>
                    <a:lnTo>
                      <a:pt x="244" y="311"/>
                    </a:lnTo>
                    <a:lnTo>
                      <a:pt x="253" y="307"/>
                    </a:lnTo>
                    <a:lnTo>
                      <a:pt x="262" y="306"/>
                    </a:lnTo>
                    <a:lnTo>
                      <a:pt x="261" y="307"/>
                    </a:lnTo>
                    <a:lnTo>
                      <a:pt x="261" y="308"/>
                    </a:lnTo>
                    <a:lnTo>
                      <a:pt x="260" y="310"/>
                    </a:lnTo>
                    <a:lnTo>
                      <a:pt x="260" y="311"/>
                    </a:lnTo>
                    <a:lnTo>
                      <a:pt x="262" y="312"/>
                    </a:lnTo>
                    <a:lnTo>
                      <a:pt x="265" y="315"/>
                    </a:lnTo>
                    <a:lnTo>
                      <a:pt x="267" y="316"/>
                    </a:lnTo>
                    <a:lnTo>
                      <a:pt x="270" y="316"/>
                    </a:lnTo>
                    <a:lnTo>
                      <a:pt x="272" y="313"/>
                    </a:lnTo>
                    <a:lnTo>
                      <a:pt x="273" y="313"/>
                    </a:lnTo>
                    <a:lnTo>
                      <a:pt x="275" y="312"/>
                    </a:lnTo>
                    <a:lnTo>
                      <a:pt x="280" y="310"/>
                    </a:lnTo>
                    <a:lnTo>
                      <a:pt x="283" y="310"/>
                    </a:lnTo>
                    <a:lnTo>
                      <a:pt x="287" y="308"/>
                    </a:lnTo>
                    <a:lnTo>
                      <a:pt x="292" y="307"/>
                    </a:lnTo>
                    <a:lnTo>
                      <a:pt x="295" y="306"/>
                    </a:lnTo>
                    <a:lnTo>
                      <a:pt x="297" y="303"/>
                    </a:lnTo>
                    <a:lnTo>
                      <a:pt x="305" y="301"/>
                    </a:lnTo>
                    <a:lnTo>
                      <a:pt x="307" y="300"/>
                    </a:lnTo>
                    <a:lnTo>
                      <a:pt x="318" y="300"/>
                    </a:lnTo>
                    <a:lnTo>
                      <a:pt x="321" y="301"/>
                    </a:lnTo>
                    <a:lnTo>
                      <a:pt x="320" y="302"/>
                    </a:lnTo>
                    <a:lnTo>
                      <a:pt x="320" y="306"/>
                    </a:lnTo>
                    <a:lnTo>
                      <a:pt x="325" y="306"/>
                    </a:lnTo>
                    <a:lnTo>
                      <a:pt x="330" y="305"/>
                    </a:lnTo>
                    <a:lnTo>
                      <a:pt x="334" y="305"/>
                    </a:lnTo>
                    <a:lnTo>
                      <a:pt x="336" y="298"/>
                    </a:lnTo>
                    <a:lnTo>
                      <a:pt x="340" y="293"/>
                    </a:lnTo>
                    <a:lnTo>
                      <a:pt x="344" y="289"/>
                    </a:lnTo>
                    <a:lnTo>
                      <a:pt x="347" y="284"/>
                    </a:lnTo>
                    <a:lnTo>
                      <a:pt x="349" y="277"/>
                    </a:lnTo>
                    <a:lnTo>
                      <a:pt x="350" y="268"/>
                    </a:lnTo>
                    <a:lnTo>
                      <a:pt x="354" y="258"/>
                    </a:lnTo>
                    <a:lnTo>
                      <a:pt x="359" y="251"/>
                    </a:lnTo>
                    <a:lnTo>
                      <a:pt x="364" y="248"/>
                    </a:lnTo>
                    <a:lnTo>
                      <a:pt x="366" y="248"/>
                    </a:lnTo>
                    <a:lnTo>
                      <a:pt x="369" y="251"/>
                    </a:lnTo>
                    <a:lnTo>
                      <a:pt x="371" y="252"/>
                    </a:lnTo>
                    <a:lnTo>
                      <a:pt x="372" y="254"/>
                    </a:lnTo>
                    <a:lnTo>
                      <a:pt x="375" y="256"/>
                    </a:lnTo>
                    <a:lnTo>
                      <a:pt x="377" y="258"/>
                    </a:lnTo>
                    <a:lnTo>
                      <a:pt x="380" y="258"/>
                    </a:lnTo>
                    <a:lnTo>
                      <a:pt x="382" y="257"/>
                    </a:lnTo>
                    <a:lnTo>
                      <a:pt x="386" y="256"/>
                    </a:lnTo>
                    <a:lnTo>
                      <a:pt x="387" y="252"/>
                    </a:lnTo>
                    <a:lnTo>
                      <a:pt x="387" y="247"/>
                    </a:lnTo>
                    <a:lnTo>
                      <a:pt x="384" y="240"/>
                    </a:lnTo>
                    <a:lnTo>
                      <a:pt x="376" y="232"/>
                    </a:lnTo>
                    <a:lnTo>
                      <a:pt x="375" y="228"/>
                    </a:lnTo>
                    <a:lnTo>
                      <a:pt x="379" y="224"/>
                    </a:lnTo>
                    <a:lnTo>
                      <a:pt x="385" y="220"/>
                    </a:lnTo>
                    <a:lnTo>
                      <a:pt x="393" y="219"/>
                    </a:lnTo>
                    <a:lnTo>
                      <a:pt x="399" y="218"/>
                    </a:lnTo>
                    <a:lnTo>
                      <a:pt x="410" y="219"/>
                    </a:lnTo>
                    <a:lnTo>
                      <a:pt x="419" y="220"/>
                    </a:lnTo>
                    <a:lnTo>
                      <a:pt x="426" y="219"/>
                    </a:lnTo>
                    <a:lnTo>
                      <a:pt x="441" y="212"/>
                    </a:lnTo>
                    <a:lnTo>
                      <a:pt x="439" y="206"/>
                    </a:lnTo>
                    <a:lnTo>
                      <a:pt x="436" y="203"/>
                    </a:lnTo>
                    <a:lnTo>
                      <a:pt x="434" y="200"/>
                    </a:lnTo>
                    <a:lnTo>
                      <a:pt x="431" y="196"/>
                    </a:lnTo>
                    <a:lnTo>
                      <a:pt x="426" y="201"/>
                    </a:lnTo>
                    <a:lnTo>
                      <a:pt x="418" y="204"/>
                    </a:lnTo>
                    <a:lnTo>
                      <a:pt x="409" y="205"/>
                    </a:lnTo>
                    <a:lnTo>
                      <a:pt x="401" y="205"/>
                    </a:lnTo>
                    <a:lnTo>
                      <a:pt x="389" y="209"/>
                    </a:lnTo>
                    <a:lnTo>
                      <a:pt x="376" y="212"/>
                    </a:lnTo>
                    <a:lnTo>
                      <a:pt x="372" y="212"/>
                    </a:lnTo>
                    <a:lnTo>
                      <a:pt x="370" y="210"/>
                    </a:lnTo>
                    <a:lnTo>
                      <a:pt x="369" y="209"/>
                    </a:lnTo>
                    <a:lnTo>
                      <a:pt x="367" y="206"/>
                    </a:lnTo>
                    <a:lnTo>
                      <a:pt x="364" y="206"/>
                    </a:lnTo>
                    <a:lnTo>
                      <a:pt x="359" y="204"/>
                    </a:lnTo>
                    <a:lnTo>
                      <a:pt x="355" y="203"/>
                    </a:lnTo>
                    <a:lnTo>
                      <a:pt x="352" y="199"/>
                    </a:lnTo>
                    <a:lnTo>
                      <a:pt x="350" y="191"/>
                    </a:lnTo>
                    <a:lnTo>
                      <a:pt x="352" y="186"/>
                    </a:lnTo>
                    <a:lnTo>
                      <a:pt x="355" y="185"/>
                    </a:lnTo>
                    <a:lnTo>
                      <a:pt x="356" y="183"/>
                    </a:lnTo>
                    <a:lnTo>
                      <a:pt x="354" y="181"/>
                    </a:lnTo>
                    <a:lnTo>
                      <a:pt x="351" y="176"/>
                    </a:lnTo>
                    <a:lnTo>
                      <a:pt x="350" y="173"/>
                    </a:lnTo>
                    <a:lnTo>
                      <a:pt x="349" y="170"/>
                    </a:lnTo>
                    <a:lnTo>
                      <a:pt x="349" y="159"/>
                    </a:lnTo>
                    <a:lnTo>
                      <a:pt x="357" y="156"/>
                    </a:lnTo>
                    <a:lnTo>
                      <a:pt x="365" y="151"/>
                    </a:lnTo>
                    <a:lnTo>
                      <a:pt x="372" y="144"/>
                    </a:lnTo>
                    <a:lnTo>
                      <a:pt x="379" y="136"/>
                    </a:lnTo>
                    <a:lnTo>
                      <a:pt x="385" y="131"/>
                    </a:lnTo>
                    <a:lnTo>
                      <a:pt x="387" y="130"/>
                    </a:lnTo>
                    <a:lnTo>
                      <a:pt x="391" y="127"/>
                    </a:lnTo>
                    <a:lnTo>
                      <a:pt x="395" y="126"/>
                    </a:lnTo>
                    <a:lnTo>
                      <a:pt x="398" y="123"/>
                    </a:lnTo>
                    <a:lnTo>
                      <a:pt x="400" y="118"/>
                    </a:lnTo>
                    <a:lnTo>
                      <a:pt x="398" y="112"/>
                    </a:lnTo>
                    <a:lnTo>
                      <a:pt x="393" y="108"/>
                    </a:lnTo>
                    <a:lnTo>
                      <a:pt x="384" y="106"/>
                    </a:lnTo>
                    <a:lnTo>
                      <a:pt x="376" y="106"/>
                    </a:lnTo>
                    <a:lnTo>
                      <a:pt x="366" y="107"/>
                    </a:lnTo>
                    <a:lnTo>
                      <a:pt x="359" y="110"/>
                    </a:lnTo>
                    <a:lnTo>
                      <a:pt x="354" y="115"/>
                    </a:lnTo>
                    <a:lnTo>
                      <a:pt x="352" y="122"/>
                    </a:lnTo>
                    <a:lnTo>
                      <a:pt x="352" y="132"/>
                    </a:lnTo>
                    <a:lnTo>
                      <a:pt x="350" y="139"/>
                    </a:lnTo>
                    <a:lnTo>
                      <a:pt x="342" y="145"/>
                    </a:lnTo>
                    <a:lnTo>
                      <a:pt x="325" y="154"/>
                    </a:lnTo>
                    <a:lnTo>
                      <a:pt x="310" y="164"/>
                    </a:lnTo>
                    <a:lnTo>
                      <a:pt x="306" y="167"/>
                    </a:lnTo>
                    <a:lnTo>
                      <a:pt x="305" y="170"/>
                    </a:lnTo>
                    <a:lnTo>
                      <a:pt x="305" y="180"/>
                    </a:lnTo>
                    <a:lnTo>
                      <a:pt x="303" y="183"/>
                    </a:lnTo>
                    <a:lnTo>
                      <a:pt x="301" y="184"/>
                    </a:lnTo>
                    <a:lnTo>
                      <a:pt x="301" y="191"/>
                    </a:lnTo>
                    <a:lnTo>
                      <a:pt x="303" y="195"/>
                    </a:lnTo>
                    <a:lnTo>
                      <a:pt x="305" y="199"/>
                    </a:lnTo>
                    <a:lnTo>
                      <a:pt x="310" y="200"/>
                    </a:lnTo>
                    <a:lnTo>
                      <a:pt x="315" y="203"/>
                    </a:lnTo>
                    <a:lnTo>
                      <a:pt x="318" y="206"/>
                    </a:lnTo>
                    <a:lnTo>
                      <a:pt x="321" y="210"/>
                    </a:lnTo>
                    <a:lnTo>
                      <a:pt x="322" y="215"/>
                    </a:lnTo>
                    <a:lnTo>
                      <a:pt x="321" y="218"/>
                    </a:lnTo>
                    <a:lnTo>
                      <a:pt x="320" y="222"/>
                    </a:lnTo>
                    <a:lnTo>
                      <a:pt x="315" y="227"/>
                    </a:lnTo>
                    <a:lnTo>
                      <a:pt x="311" y="229"/>
                    </a:lnTo>
                    <a:lnTo>
                      <a:pt x="308" y="232"/>
                    </a:lnTo>
                    <a:lnTo>
                      <a:pt x="306" y="232"/>
                    </a:lnTo>
                    <a:lnTo>
                      <a:pt x="301" y="234"/>
                    </a:lnTo>
                    <a:lnTo>
                      <a:pt x="297" y="238"/>
                    </a:lnTo>
                    <a:lnTo>
                      <a:pt x="296" y="245"/>
                    </a:lnTo>
                    <a:lnTo>
                      <a:pt x="295" y="252"/>
                    </a:lnTo>
                    <a:lnTo>
                      <a:pt x="295" y="254"/>
                    </a:lnTo>
                    <a:lnTo>
                      <a:pt x="296" y="257"/>
                    </a:lnTo>
                    <a:lnTo>
                      <a:pt x="297" y="258"/>
                    </a:lnTo>
                    <a:lnTo>
                      <a:pt x="300" y="258"/>
                    </a:lnTo>
                    <a:lnTo>
                      <a:pt x="301" y="259"/>
                    </a:lnTo>
                    <a:lnTo>
                      <a:pt x="298" y="267"/>
                    </a:lnTo>
                    <a:lnTo>
                      <a:pt x="296" y="269"/>
                    </a:lnTo>
                    <a:lnTo>
                      <a:pt x="293" y="271"/>
                    </a:lnTo>
                    <a:lnTo>
                      <a:pt x="292" y="273"/>
                    </a:lnTo>
                    <a:lnTo>
                      <a:pt x="290" y="276"/>
                    </a:lnTo>
                    <a:lnTo>
                      <a:pt x="290" y="278"/>
                    </a:lnTo>
                    <a:lnTo>
                      <a:pt x="278" y="278"/>
                    </a:lnTo>
                    <a:lnTo>
                      <a:pt x="273" y="281"/>
                    </a:lnTo>
                    <a:lnTo>
                      <a:pt x="265" y="289"/>
                    </a:lnTo>
                    <a:lnTo>
                      <a:pt x="258" y="292"/>
                    </a:lnTo>
                    <a:lnTo>
                      <a:pt x="256" y="289"/>
                    </a:lnTo>
                    <a:lnTo>
                      <a:pt x="253" y="283"/>
                    </a:lnTo>
                    <a:lnTo>
                      <a:pt x="249" y="272"/>
                    </a:lnTo>
                    <a:lnTo>
                      <a:pt x="251" y="269"/>
                    </a:lnTo>
                    <a:lnTo>
                      <a:pt x="251" y="268"/>
                    </a:lnTo>
                    <a:lnTo>
                      <a:pt x="246" y="262"/>
                    </a:lnTo>
                    <a:lnTo>
                      <a:pt x="243" y="254"/>
                    </a:lnTo>
                    <a:lnTo>
                      <a:pt x="242" y="247"/>
                    </a:lnTo>
                    <a:lnTo>
                      <a:pt x="241" y="244"/>
                    </a:lnTo>
                    <a:lnTo>
                      <a:pt x="237" y="242"/>
                    </a:lnTo>
                    <a:lnTo>
                      <a:pt x="237" y="239"/>
                    </a:lnTo>
                    <a:lnTo>
                      <a:pt x="234" y="238"/>
                    </a:lnTo>
                    <a:lnTo>
                      <a:pt x="233" y="235"/>
                    </a:lnTo>
                    <a:lnTo>
                      <a:pt x="233" y="229"/>
                    </a:lnTo>
                    <a:lnTo>
                      <a:pt x="234" y="228"/>
                    </a:lnTo>
                    <a:lnTo>
                      <a:pt x="236" y="225"/>
                    </a:lnTo>
                    <a:lnTo>
                      <a:pt x="232" y="224"/>
                    </a:lnTo>
                    <a:lnTo>
                      <a:pt x="231" y="222"/>
                    </a:lnTo>
                    <a:lnTo>
                      <a:pt x="228" y="219"/>
                    </a:lnTo>
                    <a:lnTo>
                      <a:pt x="227" y="217"/>
                    </a:lnTo>
                    <a:lnTo>
                      <a:pt x="219" y="225"/>
                    </a:lnTo>
                    <a:lnTo>
                      <a:pt x="211" y="234"/>
                    </a:lnTo>
                    <a:lnTo>
                      <a:pt x="201" y="242"/>
                    </a:lnTo>
                    <a:lnTo>
                      <a:pt x="188" y="244"/>
                    </a:lnTo>
                    <a:lnTo>
                      <a:pt x="187" y="244"/>
                    </a:lnTo>
                    <a:lnTo>
                      <a:pt x="184" y="243"/>
                    </a:lnTo>
                    <a:lnTo>
                      <a:pt x="182" y="240"/>
                    </a:lnTo>
                    <a:lnTo>
                      <a:pt x="178" y="239"/>
                    </a:lnTo>
                    <a:lnTo>
                      <a:pt x="175" y="237"/>
                    </a:lnTo>
                    <a:lnTo>
                      <a:pt x="173" y="235"/>
                    </a:lnTo>
                    <a:lnTo>
                      <a:pt x="170" y="233"/>
                    </a:lnTo>
                    <a:lnTo>
                      <a:pt x="173" y="228"/>
                    </a:lnTo>
                    <a:lnTo>
                      <a:pt x="175" y="227"/>
                    </a:lnTo>
                    <a:lnTo>
                      <a:pt x="177" y="227"/>
                    </a:lnTo>
                    <a:lnTo>
                      <a:pt x="177" y="220"/>
                    </a:lnTo>
                    <a:lnTo>
                      <a:pt x="170" y="220"/>
                    </a:lnTo>
                    <a:lnTo>
                      <a:pt x="169" y="222"/>
                    </a:lnTo>
                    <a:lnTo>
                      <a:pt x="167" y="223"/>
                    </a:lnTo>
                    <a:lnTo>
                      <a:pt x="167" y="220"/>
                    </a:lnTo>
                    <a:lnTo>
                      <a:pt x="169" y="217"/>
                    </a:lnTo>
                    <a:lnTo>
                      <a:pt x="170" y="214"/>
                    </a:lnTo>
                    <a:lnTo>
                      <a:pt x="173" y="212"/>
                    </a:lnTo>
                    <a:lnTo>
                      <a:pt x="168" y="203"/>
                    </a:lnTo>
                    <a:lnTo>
                      <a:pt x="167" y="194"/>
                    </a:lnTo>
                    <a:lnTo>
                      <a:pt x="167" y="180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72" y="176"/>
                    </a:lnTo>
                    <a:lnTo>
                      <a:pt x="174" y="175"/>
                    </a:lnTo>
                    <a:lnTo>
                      <a:pt x="175" y="174"/>
                    </a:lnTo>
                    <a:lnTo>
                      <a:pt x="178" y="170"/>
                    </a:lnTo>
                    <a:lnTo>
                      <a:pt x="182" y="166"/>
                    </a:lnTo>
                    <a:lnTo>
                      <a:pt x="184" y="162"/>
                    </a:lnTo>
                    <a:lnTo>
                      <a:pt x="188" y="160"/>
                    </a:lnTo>
                    <a:lnTo>
                      <a:pt x="193" y="159"/>
                    </a:lnTo>
                    <a:lnTo>
                      <a:pt x="198" y="156"/>
                    </a:lnTo>
                    <a:lnTo>
                      <a:pt x="202" y="152"/>
                    </a:lnTo>
                    <a:lnTo>
                      <a:pt x="208" y="150"/>
                    </a:lnTo>
                    <a:lnTo>
                      <a:pt x="217" y="149"/>
                    </a:lnTo>
                    <a:lnTo>
                      <a:pt x="213" y="147"/>
                    </a:lnTo>
                    <a:lnTo>
                      <a:pt x="211" y="147"/>
                    </a:lnTo>
                    <a:lnTo>
                      <a:pt x="207" y="146"/>
                    </a:lnTo>
                    <a:lnTo>
                      <a:pt x="219" y="141"/>
                    </a:lnTo>
                    <a:lnTo>
                      <a:pt x="228" y="134"/>
                    </a:lnTo>
                    <a:lnTo>
                      <a:pt x="236" y="125"/>
                    </a:lnTo>
                    <a:lnTo>
                      <a:pt x="244" y="117"/>
                    </a:lnTo>
                    <a:lnTo>
                      <a:pt x="248" y="110"/>
                    </a:lnTo>
                    <a:lnTo>
                      <a:pt x="249" y="106"/>
                    </a:lnTo>
                    <a:lnTo>
                      <a:pt x="249" y="103"/>
                    </a:lnTo>
                    <a:lnTo>
                      <a:pt x="252" y="101"/>
                    </a:lnTo>
                    <a:lnTo>
                      <a:pt x="252" y="100"/>
                    </a:lnTo>
                    <a:lnTo>
                      <a:pt x="253" y="98"/>
                    </a:lnTo>
                    <a:lnTo>
                      <a:pt x="254" y="96"/>
                    </a:lnTo>
                    <a:lnTo>
                      <a:pt x="254" y="95"/>
                    </a:lnTo>
                    <a:lnTo>
                      <a:pt x="256" y="93"/>
                    </a:lnTo>
                    <a:lnTo>
                      <a:pt x="256" y="92"/>
                    </a:lnTo>
                    <a:lnTo>
                      <a:pt x="260" y="86"/>
                    </a:lnTo>
                    <a:lnTo>
                      <a:pt x="263" y="81"/>
                    </a:lnTo>
                    <a:lnTo>
                      <a:pt x="268" y="77"/>
                    </a:lnTo>
                    <a:lnTo>
                      <a:pt x="275" y="74"/>
                    </a:lnTo>
                    <a:lnTo>
                      <a:pt x="283" y="68"/>
                    </a:lnTo>
                    <a:lnTo>
                      <a:pt x="292" y="59"/>
                    </a:lnTo>
                    <a:lnTo>
                      <a:pt x="297" y="49"/>
                    </a:lnTo>
                    <a:lnTo>
                      <a:pt x="300" y="51"/>
                    </a:lnTo>
                    <a:lnTo>
                      <a:pt x="302" y="51"/>
                    </a:lnTo>
                    <a:lnTo>
                      <a:pt x="305" y="48"/>
                    </a:lnTo>
                    <a:lnTo>
                      <a:pt x="307" y="43"/>
                    </a:lnTo>
                    <a:lnTo>
                      <a:pt x="310" y="40"/>
                    </a:lnTo>
                    <a:lnTo>
                      <a:pt x="308" y="39"/>
                    </a:lnTo>
                    <a:lnTo>
                      <a:pt x="303" y="39"/>
                    </a:lnTo>
                    <a:lnTo>
                      <a:pt x="305" y="37"/>
                    </a:lnTo>
                    <a:lnTo>
                      <a:pt x="307" y="34"/>
                    </a:lnTo>
                    <a:lnTo>
                      <a:pt x="310" y="33"/>
                    </a:lnTo>
                    <a:lnTo>
                      <a:pt x="317" y="33"/>
                    </a:lnTo>
                    <a:lnTo>
                      <a:pt x="321" y="32"/>
                    </a:lnTo>
                    <a:lnTo>
                      <a:pt x="320" y="30"/>
                    </a:lnTo>
                    <a:lnTo>
                      <a:pt x="318" y="30"/>
                    </a:lnTo>
                    <a:lnTo>
                      <a:pt x="317" y="29"/>
                    </a:lnTo>
                    <a:lnTo>
                      <a:pt x="320" y="27"/>
                    </a:lnTo>
                    <a:lnTo>
                      <a:pt x="324" y="25"/>
                    </a:lnTo>
                    <a:lnTo>
                      <a:pt x="327" y="25"/>
                    </a:lnTo>
                    <a:lnTo>
                      <a:pt x="331" y="24"/>
                    </a:lnTo>
                    <a:lnTo>
                      <a:pt x="335" y="24"/>
                    </a:lnTo>
                    <a:lnTo>
                      <a:pt x="335" y="29"/>
                    </a:lnTo>
                    <a:lnTo>
                      <a:pt x="337" y="28"/>
                    </a:lnTo>
                    <a:lnTo>
                      <a:pt x="339" y="27"/>
                    </a:lnTo>
                    <a:lnTo>
                      <a:pt x="340" y="24"/>
                    </a:lnTo>
                    <a:lnTo>
                      <a:pt x="346" y="18"/>
                    </a:lnTo>
                    <a:lnTo>
                      <a:pt x="350" y="18"/>
                    </a:lnTo>
                    <a:lnTo>
                      <a:pt x="350" y="24"/>
                    </a:lnTo>
                    <a:lnTo>
                      <a:pt x="356" y="18"/>
                    </a:lnTo>
                    <a:lnTo>
                      <a:pt x="362" y="17"/>
                    </a:lnTo>
                    <a:lnTo>
                      <a:pt x="370" y="13"/>
                    </a:lnTo>
                    <a:lnTo>
                      <a:pt x="367" y="12"/>
                    </a:lnTo>
                    <a:lnTo>
                      <a:pt x="365" y="12"/>
                    </a:lnTo>
                    <a:lnTo>
                      <a:pt x="364" y="10"/>
                    </a:lnTo>
                    <a:lnTo>
                      <a:pt x="364" y="8"/>
                    </a:lnTo>
                    <a:lnTo>
                      <a:pt x="366" y="5"/>
                    </a:lnTo>
                    <a:lnTo>
                      <a:pt x="369" y="5"/>
                    </a:lnTo>
                    <a:lnTo>
                      <a:pt x="371" y="4"/>
                    </a:lnTo>
                    <a:lnTo>
                      <a:pt x="372" y="3"/>
                    </a:lnTo>
                    <a:lnTo>
                      <a:pt x="375" y="5"/>
                    </a:lnTo>
                    <a:lnTo>
                      <a:pt x="380" y="8"/>
                    </a:lnTo>
                    <a:lnTo>
                      <a:pt x="385" y="6"/>
                    </a:lnTo>
                    <a:lnTo>
                      <a:pt x="390" y="4"/>
                    </a:lnTo>
                    <a:lnTo>
                      <a:pt x="396" y="3"/>
                    </a:lnTo>
                    <a:lnTo>
                      <a:pt x="401" y="1"/>
                    </a:lnTo>
                    <a:lnTo>
                      <a:pt x="403" y="3"/>
                    </a:lnTo>
                    <a:lnTo>
                      <a:pt x="403" y="5"/>
                    </a:lnTo>
                    <a:lnTo>
                      <a:pt x="396" y="12"/>
                    </a:lnTo>
                    <a:lnTo>
                      <a:pt x="394" y="17"/>
                    </a:lnTo>
                    <a:lnTo>
                      <a:pt x="396" y="17"/>
                    </a:lnTo>
                    <a:lnTo>
                      <a:pt x="399" y="15"/>
                    </a:lnTo>
                    <a:lnTo>
                      <a:pt x="401" y="13"/>
                    </a:lnTo>
                    <a:lnTo>
                      <a:pt x="404" y="12"/>
                    </a:lnTo>
                    <a:lnTo>
                      <a:pt x="406" y="8"/>
                    </a:lnTo>
                    <a:lnTo>
                      <a:pt x="409" y="6"/>
                    </a:lnTo>
                    <a:lnTo>
                      <a:pt x="411" y="4"/>
                    </a:lnTo>
                    <a:lnTo>
                      <a:pt x="413" y="8"/>
                    </a:lnTo>
                    <a:lnTo>
                      <a:pt x="413" y="12"/>
                    </a:lnTo>
                    <a:lnTo>
                      <a:pt x="416" y="8"/>
                    </a:lnTo>
                    <a:lnTo>
                      <a:pt x="419" y="6"/>
                    </a:lnTo>
                    <a:lnTo>
                      <a:pt x="423" y="4"/>
                    </a:lnTo>
                    <a:lnTo>
                      <a:pt x="425" y="3"/>
                    </a:lnTo>
                    <a:lnTo>
                      <a:pt x="4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954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DA685-5A30-4643-B969-45041E9E6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3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7B2245B2-DCFD-4A83-A4F3-8D428CE16C8E}"/>
              </a:ext>
            </a:extLst>
          </p:cNvPr>
          <p:cNvSpPr/>
          <p:nvPr userDrawn="1"/>
        </p:nvSpPr>
        <p:spPr>
          <a:xfrm>
            <a:off x="452343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A89B5811-F02E-497C-BA96-41AED13B3B2C}"/>
              </a:ext>
            </a:extLst>
          </p:cNvPr>
          <p:cNvSpPr/>
          <p:nvPr userDrawn="1"/>
        </p:nvSpPr>
        <p:spPr>
          <a:xfrm>
            <a:off x="3525059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F32FF743-6CA6-46F4-8544-6D01C8710B9C}"/>
              </a:ext>
            </a:extLst>
          </p:cNvPr>
          <p:cNvSpPr/>
          <p:nvPr userDrawn="1"/>
        </p:nvSpPr>
        <p:spPr>
          <a:xfrm>
            <a:off x="6597775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97422094-D1D5-439F-AB47-C406857EB7CC}"/>
              </a:ext>
            </a:extLst>
          </p:cNvPr>
          <p:cNvSpPr/>
          <p:nvPr userDrawn="1"/>
        </p:nvSpPr>
        <p:spPr>
          <a:xfrm>
            <a:off x="9670492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407A0FC3-1C72-4529-A955-6C520F03EA9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2927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F82C871D-31F3-4712-A68F-C003610779D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35643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34F5E0C2-CF24-4F59-A7D9-3AD954C7F69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908359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5" name="Content Placeholder 17">
            <a:extLst>
              <a:ext uri="{FF2B5EF4-FFF2-40B4-BE49-F238E27FC236}">
                <a16:creationId xmlns:a16="http://schemas.microsoft.com/office/drawing/2014/main" id="{D9E268CE-D7A7-40C2-A880-C5BBB86FCFD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81076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B4B37AE-07EE-4D1C-AB30-54AAB8F6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B9291D2-30B9-46DE-ABFE-E69CB991B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269007D-384B-48A0-A69C-6D34A56935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71179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EB1E78F-EB1A-43FC-AD4A-E3E00BFA8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3895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0D3B480-B597-4183-8AA9-8BB20F97E6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16612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cxnSp>
        <p:nvCxnSpPr>
          <p:cNvPr id="21" name="Google Shape;69;p14">
            <a:extLst>
              <a:ext uri="{FF2B5EF4-FFF2-40B4-BE49-F238E27FC236}">
                <a16:creationId xmlns:a16="http://schemas.microsoft.com/office/drawing/2014/main" id="{10C92B54-72DD-4BAE-8EF5-A95DDA96B8D8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779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without Detail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750E1-70AA-4004-9B90-86219E24C75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829265" y="2212976"/>
            <a:ext cx="4638071" cy="2430000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76481759-0647-4BFE-821E-0E0E42C27F5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829266" y="4777975"/>
            <a:ext cx="1689254" cy="1486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0F771D30-E021-452D-B91A-946F788F6C2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53507" y="4777975"/>
            <a:ext cx="2813829" cy="1486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BE908C80-BE51-4408-B559-87557F46CA9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6590" y="2212975"/>
            <a:ext cx="2700867" cy="4051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738CE82A-9949-474B-944B-4D3CE48EBE7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602322" y="2212975"/>
            <a:ext cx="4589678" cy="4047503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126495E-EAC9-486D-AE2A-F585E5FB2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67DABE6-8935-4E95-A17E-8DC2B9615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cxnSp>
        <p:nvCxnSpPr>
          <p:cNvPr id="9" name="Google Shape;69;p14">
            <a:extLst>
              <a:ext uri="{FF2B5EF4-FFF2-40B4-BE49-F238E27FC236}">
                <a16:creationId xmlns:a16="http://schemas.microsoft.com/office/drawing/2014/main" id="{F42BD69C-F7C9-4FE3-96BA-FE835AC316A6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256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Detail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750E1-70AA-4004-9B90-86219E24C75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627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4C81E13F-B7AC-4243-9C30-6B26074B591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4840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E8D5AFDE-C180-4ABD-A565-DD698ACA34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9053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F75237A-E795-4B66-9735-134D40F9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AB0C5B0-ED1E-461D-A2AC-AD64545FB6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14D5222-1AF3-4327-8E82-3615A50095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8408" y="5567215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BEC8AEA-57B5-45F0-B3BC-72E43802D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99502" y="5567214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4A9B53A-4D66-4391-8DA8-EB8DA91257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7314" y="5567214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cxnSp>
        <p:nvCxnSpPr>
          <p:cNvPr id="15" name="Google Shape;69;p14">
            <a:extLst>
              <a:ext uri="{FF2B5EF4-FFF2-40B4-BE49-F238E27FC236}">
                <a16:creationId xmlns:a16="http://schemas.microsoft.com/office/drawing/2014/main" id="{454B0AC3-CAD2-4CB6-8D76-FEF910EBAFAC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635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4874">
          <p15:clr>
            <a:srgbClr val="FBAE40"/>
          </p15:clr>
        </p15:guide>
        <p15:guide id="3" pos="2320">
          <p15:clr>
            <a:srgbClr val="FBAE40"/>
          </p15:clr>
        </p15:guide>
        <p15:guide id="4" pos="3840">
          <p15:clr>
            <a:srgbClr val="FBAE40"/>
          </p15:clr>
        </p15:guide>
        <p15:guide id="5" pos="2806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s and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>
            <a:extLst>
              <a:ext uri="{FF2B5EF4-FFF2-40B4-BE49-F238E27FC236}">
                <a16:creationId xmlns:a16="http://schemas.microsoft.com/office/drawing/2014/main" id="{0539B535-CCCA-4D17-98C9-3F9CF0605BEB}"/>
              </a:ext>
            </a:extLst>
          </p:cNvPr>
          <p:cNvSpPr/>
          <p:nvPr userDrawn="1"/>
        </p:nvSpPr>
        <p:spPr>
          <a:xfrm>
            <a:off x="398463" y="2223652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6AB3DE25-E7EA-490C-A67E-9FF037605DDB}"/>
              </a:ext>
            </a:extLst>
          </p:cNvPr>
          <p:cNvSpPr/>
          <p:nvPr userDrawn="1"/>
        </p:nvSpPr>
        <p:spPr>
          <a:xfrm>
            <a:off x="398463" y="3730920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573D455C-D577-415B-8B71-23F03D3A1B3C}"/>
              </a:ext>
            </a:extLst>
          </p:cNvPr>
          <p:cNvSpPr/>
          <p:nvPr userDrawn="1"/>
        </p:nvSpPr>
        <p:spPr>
          <a:xfrm>
            <a:off x="398463" y="5238188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56FA8-F12C-400C-B88E-A406BD62A7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4392" y="2223652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5F11B2D-651A-4B3D-95F9-40CCFE50C6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4392" y="3730920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C7D2171-6878-4D7D-996F-C0EC454033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4392" y="5238188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58264FAB-ECF2-46EC-A81C-CD08372E5E4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8463" y="2223652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A6B3A772-A605-469C-90E7-67E33B1C0E6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8463" y="3730920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7DE37A0D-E826-4B40-9B4B-B1826C3C31D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98463" y="5238188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89013AE-29C5-4B07-81BB-066AF26D1A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9C978EE-8DF0-4BE3-BF7C-EA80354A59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cxnSp>
        <p:nvCxnSpPr>
          <p:cNvPr id="21" name="Google Shape;69;p14">
            <a:extLst>
              <a:ext uri="{FF2B5EF4-FFF2-40B4-BE49-F238E27FC236}">
                <a16:creationId xmlns:a16="http://schemas.microsoft.com/office/drawing/2014/main" id="{7C6DB154-E7FF-4C2E-8578-5B9171469B51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6451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341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orient="horz" pos="3294">
          <p15:clr>
            <a:srgbClr val="FBAE40"/>
          </p15:clr>
        </p15:guide>
        <p15:guide id="5" pos="1232">
          <p15:clr>
            <a:srgbClr val="FBAE40"/>
          </p15:clr>
        </p15:guide>
        <p15:guide id="6" pos="114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9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A2156A-11CA-4184-9B26-EB987F3BBDA1}"/>
              </a:ext>
            </a:extLst>
          </p:cNvPr>
          <p:cNvSpPr/>
          <p:nvPr userDrawn="1"/>
        </p:nvSpPr>
        <p:spPr>
          <a:xfrm>
            <a:off x="0" y="0"/>
            <a:ext cx="2674961" cy="996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5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A755E93D-4A34-7449-994D-E79B0135D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5057422" cy="3381904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Museo Sans 900" panose="02000000000000000000" pitchFamily="50" charset="0"/>
              </a:defRPr>
            </a:lvl1pPr>
          </a:lstStyle>
          <a:p>
            <a:r>
              <a:rPr lang="en-US" noProof="0"/>
              <a:t>Insert your Header here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073C4210-17BC-5C47-A60D-12C0B70561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651022"/>
            <a:ext cx="5479591" cy="6067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Insert Subtitle here</a:t>
            </a:r>
          </a:p>
        </p:txBody>
      </p:sp>
      <p:sp>
        <p:nvSpPr>
          <p:cNvPr id="17" name="Rechteck 6">
            <a:extLst>
              <a:ext uri="{FF2B5EF4-FFF2-40B4-BE49-F238E27FC236}">
                <a16:creationId xmlns:a16="http://schemas.microsoft.com/office/drawing/2014/main" id="{2AD4462A-4CFB-8D40-A4E0-23F7C5B45EAE}"/>
              </a:ext>
            </a:extLst>
          </p:cNvPr>
          <p:cNvSpPr/>
          <p:nvPr userDrawn="1"/>
        </p:nvSpPr>
        <p:spPr>
          <a:xfrm rot="19908600">
            <a:off x="8451125" y="3205998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B2A6D21-3F2F-E7AB-F375-7F3953B103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79442" y="288886"/>
            <a:ext cx="1740368" cy="40853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EDEF343-BFC4-DB08-110E-B2B395C155FC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1571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tch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9F2374-8A89-8FC9-8403-83EE0F74D477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8D1F67B-6604-8DD7-FCCD-2FF5E9A9A1C6}"/>
              </a:ext>
            </a:extLst>
          </p:cNvPr>
          <p:cNvSpPr/>
          <p:nvPr userDrawn="1"/>
        </p:nvSpPr>
        <p:spPr>
          <a:xfrm>
            <a:off x="0" y="5207267"/>
            <a:ext cx="12192000" cy="1650733"/>
          </a:xfrm>
          <a:prstGeom prst="rect">
            <a:avLst/>
          </a:prstGeom>
          <a:gradFill>
            <a:gsLst>
              <a:gs pos="0">
                <a:srgbClr val="2C3747"/>
              </a:gs>
              <a:gs pos="100000">
                <a:schemeClr val="tx1">
                  <a:alpha val="13199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8E2013B-7ED7-55B3-A34B-AEB19873A052}"/>
              </a:ext>
            </a:extLst>
          </p:cNvPr>
          <p:cNvSpPr/>
          <p:nvPr userDrawn="1"/>
        </p:nvSpPr>
        <p:spPr>
          <a:xfrm>
            <a:off x="0" y="6240544"/>
            <a:ext cx="12192000" cy="617456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B1AD8-7331-B495-2FC7-8AB3CD8390F5}"/>
              </a:ext>
            </a:extLst>
          </p:cNvPr>
          <p:cNvSpPr/>
          <p:nvPr userDrawn="1"/>
        </p:nvSpPr>
        <p:spPr>
          <a:xfrm>
            <a:off x="188533" y="6427113"/>
            <a:ext cx="4292851" cy="273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228600">
              <a:lnSpc>
                <a:spcPts val="1100"/>
              </a:lnSpc>
            </a:pPr>
            <a:r>
              <a:rPr lang="de-DE" sz="800" b="1" spc="10">
                <a:solidFill>
                  <a:schemeClr val="bg1"/>
                </a:solidFill>
                <a:latin typeface="Museo Sans 9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Deutschland GmbH </a:t>
            </a:r>
            <a: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| Mühldorfstraße 8 | 81671 Munich | Germany </a:t>
            </a:r>
            <a:b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b="1" spc="10">
                <a:solidFill>
                  <a:schemeClr val="bg1"/>
                </a:solidFill>
                <a:latin typeface="Museo Sans 9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GmbH </a:t>
            </a:r>
            <a: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| Marxergasse 17/1/33-34 | 1030 Wien | Austria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5711DC0-1D72-BED3-0A78-23D3BA57722B}"/>
              </a:ext>
            </a:extLst>
          </p:cNvPr>
          <p:cNvGrpSpPr/>
          <p:nvPr userDrawn="1"/>
        </p:nvGrpSpPr>
        <p:grpSpPr>
          <a:xfrm>
            <a:off x="642785" y="631905"/>
            <a:ext cx="10670622" cy="2262156"/>
            <a:chOff x="1297410" y="775250"/>
            <a:chExt cx="3095686" cy="656281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45FB640-9602-FB64-4FBC-5E6E5592BF44}"/>
                </a:ext>
              </a:extLst>
            </p:cNvPr>
            <p:cNvSpPr txBox="1"/>
            <p:nvPr/>
          </p:nvSpPr>
          <p:spPr>
            <a:xfrm>
              <a:off x="1948071" y="775250"/>
              <a:ext cx="2445025" cy="656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  <a:t>Enabling teams. </a:t>
              </a:r>
              <a:b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</a:br>
              <a: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  <a:t>Transforming landscapes. </a:t>
              </a:r>
            </a:p>
            <a:p>
              <a:r>
                <a:rPr lang="en-US" sz="4700" b="1">
                  <a:solidFill>
                    <a:srgbClr val="07B1EB"/>
                  </a:solidFill>
                  <a:latin typeface="Museo Sans 900" panose="02000000000000000000" pitchFamily="2" charset="77"/>
                </a:rPr>
                <a:t>Digitizing businesses. </a:t>
              </a:r>
            </a:p>
          </p:txBody>
        </p: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C73CBF75-9C5A-C1A1-8FB2-07A05AFA7C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22929"/>
            <a:stretch/>
          </p:blipFill>
          <p:spPr>
            <a:xfrm>
              <a:off x="1297410" y="783701"/>
              <a:ext cx="622637" cy="625412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878B7A6-6A15-5CA6-1ABE-6D83E2D7C2A9}"/>
              </a:ext>
            </a:extLst>
          </p:cNvPr>
          <p:cNvSpPr txBox="1"/>
          <p:nvPr userDrawn="1"/>
        </p:nvSpPr>
        <p:spPr>
          <a:xfrm>
            <a:off x="3007746" y="3387656"/>
            <a:ext cx="318129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de-DE" spc="50">
                <a:solidFill>
                  <a:schemeClr val="bg1"/>
                </a:solidFill>
                <a:latin typeface="Museo Sans 300"/>
                <a:cs typeface="Museo Sans 300"/>
              </a:rPr>
              <a:t>                 INTRODUCTION |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939A648-4162-1A8C-3F6C-6EE144D05D8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56"/>
          <a:stretch/>
        </p:blipFill>
        <p:spPr>
          <a:xfrm>
            <a:off x="2983869" y="3377617"/>
            <a:ext cx="1104031" cy="260353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E7224F27-4B4A-A65E-5DEE-CDABB79E1662}"/>
              </a:ext>
            </a:extLst>
          </p:cNvPr>
          <p:cNvSpPr/>
          <p:nvPr userDrawn="1"/>
        </p:nvSpPr>
        <p:spPr>
          <a:xfrm>
            <a:off x="4525754" y="6427113"/>
            <a:ext cx="817771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spc="10" err="1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www.squer.io</a:t>
            </a:r>
            <a:b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spc="10" err="1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office@squer.io</a:t>
            </a:r>
            <a:endParaRPr lang="de-DE" sz="800">
              <a:solidFill>
                <a:schemeClr val="bg1"/>
              </a:solidFill>
              <a:latin typeface="Museo Sans 300" panose="02000000000000000000" pitchFamily="2" charset="77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A6B0B0C0-25E9-2619-B612-00EB56B0E026}"/>
              </a:ext>
            </a:extLst>
          </p:cNvPr>
          <p:cNvCxnSpPr>
            <a:cxnSpLocks/>
          </p:cNvCxnSpPr>
          <p:nvPr userDrawn="1"/>
        </p:nvCxnSpPr>
        <p:spPr>
          <a:xfrm>
            <a:off x="4390767" y="6435725"/>
            <a:ext cx="0" cy="2571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CC405BF9-2C73-3082-9F2F-F0B74A110F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A755E93D-4A34-7449-994D-E79B0135D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7746" y="3798186"/>
            <a:ext cx="3681812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1800" b="0" i="0" noProof="0">
                <a:solidFill>
                  <a:schemeClr val="bg1"/>
                </a:solidFill>
                <a:latin typeface="Museo Sans 300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For Client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073C4210-17BC-5C47-A60D-12C0B70561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1130" y="3418988"/>
            <a:ext cx="2489734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00 Month 2024</a:t>
            </a:r>
          </a:p>
        </p:txBody>
      </p:sp>
    </p:spTree>
    <p:extLst>
      <p:ext uri="{BB962C8B-B14F-4D97-AF65-F5344CB8AC3E}">
        <p14:creationId xmlns:p14="http://schemas.microsoft.com/office/powerpoint/2010/main" val="35777655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7DB6A9D-CC82-AED4-5E48-EC2F4DFD6C01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F3B9D9-65A9-0641-BC74-4B6775AA89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2400" y="0"/>
            <a:ext cx="110196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A56375-F92C-2041-86BC-9D2B07406B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4297363"/>
            <a:ext cx="5805488" cy="831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66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Sqart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5F1AB5-FD80-AC45-8390-CC91AB49BB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6700" y="5137089"/>
            <a:ext cx="5805488" cy="547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>
            <a:lvl1pPr marL="0" indent="0">
              <a:buNone/>
              <a:defRPr sz="2000" b="0" i="0">
                <a:solidFill>
                  <a:srgbClr val="2C3747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SUBTITLE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A6DDD6BD-04ED-8346-9360-6FB718879596}"/>
              </a:ext>
            </a:extLst>
          </p:cNvPr>
          <p:cNvSpPr txBox="1"/>
          <p:nvPr userDrawn="1"/>
        </p:nvSpPr>
        <p:spPr>
          <a:xfrm>
            <a:off x="396607" y="1438101"/>
            <a:ext cx="353943" cy="510936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1100" i="1">
                <a:solidFill>
                  <a:schemeClr val="bg1"/>
                </a:solidFill>
                <a:latin typeface="Museo Sans 500" panose="02000000000000000000" pitchFamily="2" charset="77"/>
              </a:rPr>
              <a:t>Connecting Ideas. Delivering Impact.</a:t>
            </a:r>
          </a:p>
        </p:txBody>
      </p:sp>
      <p:pic>
        <p:nvPicPr>
          <p:cNvPr id="6" name="Grafik 1">
            <a:extLst>
              <a:ext uri="{FF2B5EF4-FFF2-40B4-BE49-F238E27FC236}">
                <a16:creationId xmlns:a16="http://schemas.microsoft.com/office/drawing/2014/main" id="{BFCF7F8D-22FF-044E-91FD-86FEF5E7F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47" y="226895"/>
            <a:ext cx="861061" cy="167284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6C026A-FA18-CC49-AE5F-AE36C7483D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5882" y="6371780"/>
            <a:ext cx="5644030" cy="2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800" b="1" spc="10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GmbH </a:t>
            </a:r>
            <a:r>
              <a:rPr lang="de-DE" sz="800" spc="10" err="1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Marxergasse</a:t>
            </a:r>
            <a:r>
              <a:rPr lang="de-DE" sz="800" spc="10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17/1/33-34, 1030 Wien \ 0676 849 963 200 \ </a:t>
            </a:r>
            <a:r>
              <a:rPr lang="de-DE" sz="800" spc="10" err="1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office@squer.at</a:t>
            </a:r>
            <a:endParaRPr lang="en-AT" sz="800">
              <a:solidFill>
                <a:srgbClr val="2C3747"/>
              </a:solidFill>
              <a:effectLst/>
              <a:latin typeface="Museo Sans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404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f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25B937-D870-2841-BD20-2F920C5A5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322073" cy="517787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Your Navigator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5041A5C3-BAEA-9F41-AE07-33E3D7FBD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2035786"/>
            <a:ext cx="5320800" cy="4247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1" i="0" cap="none" spc="100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Lisa </a:t>
            </a:r>
            <a:r>
              <a:rPr lang="de-DE" err="1"/>
              <a:t>Example</a:t>
            </a:r>
            <a:endParaRPr lang="en-AT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8F9D06DA-7E1D-2B42-932A-118B5D3EA4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7231" y="0"/>
            <a:ext cx="5174768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BF7A303-1A27-1742-BC48-B243F56BFE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3657599"/>
            <a:ext cx="5322073" cy="275262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8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AT"/>
              <a:t>Add Text here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06520E-FE02-B564-75BD-5587FEDE37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426216"/>
            <a:ext cx="5322888" cy="541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de-DE"/>
              <a:t>Job Title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600FE2-C852-778B-10AE-47D60A02B6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3337082"/>
            <a:ext cx="5322995" cy="2585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de-DE"/>
              <a:t>Main </a:t>
            </a:r>
            <a:r>
              <a:rPr lang="de-DE" err="1"/>
              <a:t>focus</a:t>
            </a:r>
            <a:r>
              <a:rPr lang="de-DE"/>
              <a:t> on</a:t>
            </a:r>
          </a:p>
        </p:txBody>
      </p:sp>
    </p:spTree>
    <p:extLst>
      <p:ext uri="{BB962C8B-B14F-4D97-AF65-F5344CB8AC3E}">
        <p14:creationId xmlns:p14="http://schemas.microsoft.com/office/powerpoint/2010/main" val="32611335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564E1B7-951A-D247-B1C7-C2104BBC7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4033837" cy="470653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GB" noProof="0"/>
              <a:t>Meet the team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D9C7A58-596F-DE42-9136-0E6C214B5E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403383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5" name="Picture Placeholder 20">
            <a:extLst>
              <a:ext uri="{FF2B5EF4-FFF2-40B4-BE49-F238E27FC236}">
                <a16:creationId xmlns:a16="http://schemas.microsoft.com/office/drawing/2014/main" id="{13DBC8C0-F776-A844-BC0B-1DEAE565B0F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6991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8" name="Content Placeholder 24">
            <a:extLst>
              <a:ext uri="{FF2B5EF4-FFF2-40B4-BE49-F238E27FC236}">
                <a16:creationId xmlns:a16="http://schemas.microsoft.com/office/drawing/2014/main" id="{C570A387-8BC5-554C-83CF-E06224D5E44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6991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MAX MUSTERMANN</a:t>
            </a:r>
          </a:p>
        </p:txBody>
      </p:sp>
      <p:sp>
        <p:nvSpPr>
          <p:cNvPr id="9" name="Content Placeholder 26">
            <a:extLst>
              <a:ext uri="{FF2B5EF4-FFF2-40B4-BE49-F238E27FC236}">
                <a16:creationId xmlns:a16="http://schemas.microsoft.com/office/drawing/2014/main" id="{686E29A8-86B2-2745-98B4-8B013BED34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6991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14" name="Picture Placeholder 20">
            <a:extLst>
              <a:ext uri="{FF2B5EF4-FFF2-40B4-BE49-F238E27FC236}">
                <a16:creationId xmlns:a16="http://schemas.microsoft.com/office/drawing/2014/main" id="{26BF3C2A-A86A-A648-BD39-6250924D6E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0770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Content Placeholder 24">
            <a:extLst>
              <a:ext uri="{FF2B5EF4-FFF2-40B4-BE49-F238E27FC236}">
                <a16:creationId xmlns:a16="http://schemas.microsoft.com/office/drawing/2014/main" id="{BB856A34-255B-1E4C-BF2F-FB0822CA919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80770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LISA EXAMPLE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7F67E893-12C6-7748-8CFF-346CEA8A15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80770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A305B660-28C3-DC43-B520-516B96A3203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14549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8" name="Content Placeholder 24">
            <a:extLst>
              <a:ext uri="{FF2B5EF4-FFF2-40B4-BE49-F238E27FC236}">
                <a16:creationId xmlns:a16="http://schemas.microsoft.com/office/drawing/2014/main" id="{4EBBF643-3B7A-9B4C-A2CF-E94790B91F1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14549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BART SIMPSON</a:t>
            </a:r>
          </a:p>
        </p:txBody>
      </p:sp>
      <p:sp>
        <p:nvSpPr>
          <p:cNvPr id="19" name="Content Placeholder 26">
            <a:extLst>
              <a:ext uri="{FF2B5EF4-FFF2-40B4-BE49-F238E27FC236}">
                <a16:creationId xmlns:a16="http://schemas.microsoft.com/office/drawing/2014/main" id="{A291CC66-44A8-4148-BA0C-C602F228E51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14549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849BF3D1-F165-A803-A0DF-DFF581471E7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048328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6" name="Content Placeholder 24">
            <a:extLst>
              <a:ext uri="{FF2B5EF4-FFF2-40B4-BE49-F238E27FC236}">
                <a16:creationId xmlns:a16="http://schemas.microsoft.com/office/drawing/2014/main" id="{9C2115AD-49A9-12E3-6064-914E00D0F15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48328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BART SIMPSON</a:t>
            </a:r>
          </a:p>
        </p:txBody>
      </p:sp>
      <p:sp>
        <p:nvSpPr>
          <p:cNvPr id="7" name="Content Placeholder 26">
            <a:extLst>
              <a:ext uri="{FF2B5EF4-FFF2-40B4-BE49-F238E27FC236}">
                <a16:creationId xmlns:a16="http://schemas.microsoft.com/office/drawing/2014/main" id="{917999C6-304C-2476-40CD-02E30DE59AA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328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</p:spTree>
    <p:extLst>
      <p:ext uri="{BB962C8B-B14F-4D97-AF65-F5344CB8AC3E}">
        <p14:creationId xmlns:p14="http://schemas.microsoft.com/office/powerpoint/2010/main" val="27134276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4033837" cy="648487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Timeline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403383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0836D38-E280-9749-B766-AD0199403DE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05469" y="1848849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Things that happened first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626D839-FCA5-9C45-823E-186640E3989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05469" y="2174404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4AD1EA7-44AA-6C40-8877-171C3DD7003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05469" y="3129290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things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D978A2B-F44C-C94D-97E7-1A27CFFF863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05469" y="3454845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6D808414-DAFE-8E4A-9E1B-ACE4F200486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005469" y="4404651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thing, maybe Q3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A232AE8-0E30-3042-8333-1E2C05C0139C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05469" y="4730205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5B345DC-47C2-6B46-8636-C5CAED0BD8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005469" y="5695251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Things that happen last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BB93560C-EE20-4640-BE7D-5468A286D5D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005469" y="6027894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B15BAEE-514F-F9B1-0982-25F0813EA471}"/>
              </a:ext>
            </a:extLst>
          </p:cNvPr>
          <p:cNvGrpSpPr/>
          <p:nvPr userDrawn="1"/>
        </p:nvGrpSpPr>
        <p:grpSpPr>
          <a:xfrm>
            <a:off x="838199" y="1941360"/>
            <a:ext cx="86467" cy="3941276"/>
            <a:chOff x="838199" y="1941360"/>
            <a:chExt cx="86467" cy="39412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CCF2A68-6C10-1141-BC4C-9C3CF8E9E7D1}"/>
                </a:ext>
              </a:extLst>
            </p:cNvPr>
            <p:cNvSpPr/>
            <p:nvPr/>
          </p:nvSpPr>
          <p:spPr>
            <a:xfrm rot="5400000">
              <a:off x="838233" y="1941326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7756157-C697-B147-A88E-DC4498201B51}"/>
                </a:ext>
              </a:extLst>
            </p:cNvPr>
            <p:cNvSpPr/>
            <p:nvPr/>
          </p:nvSpPr>
          <p:spPr>
            <a:xfrm rot="5400000">
              <a:off x="838233" y="3226285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78C9BCD-3073-744D-B887-98B9A2BFFB6B}"/>
                </a:ext>
              </a:extLst>
            </p:cNvPr>
            <p:cNvSpPr/>
            <p:nvPr/>
          </p:nvSpPr>
          <p:spPr>
            <a:xfrm rot="5400000">
              <a:off x="838233" y="4511244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9E5E51D-A4DE-8447-90BA-B6A320057337}"/>
                </a:ext>
              </a:extLst>
            </p:cNvPr>
            <p:cNvSpPr/>
            <p:nvPr/>
          </p:nvSpPr>
          <p:spPr>
            <a:xfrm rot="5400000">
              <a:off x="838233" y="5796202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cxnSp>
          <p:nvCxnSpPr>
            <p:cNvPr id="24" name="Gerade Verbindung 23">
              <a:extLst>
                <a:ext uri="{FF2B5EF4-FFF2-40B4-BE49-F238E27FC236}">
                  <a16:creationId xmlns:a16="http://schemas.microsoft.com/office/drawing/2014/main" id="{59671F72-B4C5-7BA5-1C49-C2C47E7261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199136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24">
              <a:extLst>
                <a:ext uri="{FF2B5EF4-FFF2-40B4-BE49-F238E27FC236}">
                  <a16:creationId xmlns:a16="http://schemas.microsoft.com/office/drawing/2014/main" id="{F8D996C4-13E1-7ECE-3FBE-717D81EF1E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328168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25">
              <a:extLst>
                <a:ext uri="{FF2B5EF4-FFF2-40B4-BE49-F238E27FC236}">
                  <a16:creationId xmlns:a16="http://schemas.microsoft.com/office/drawing/2014/main" id="{FC8A0A2B-7AF8-5497-B165-FA1908DF14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456184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E89C4B68-1D71-AE00-02C1-A042054CD6A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7231" y="0"/>
            <a:ext cx="5174768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95459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54275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3744676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2861174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6">
            <a:extLst>
              <a:ext uri="{FF2B5EF4-FFF2-40B4-BE49-F238E27FC236}">
                <a16:creationId xmlns:a16="http://schemas.microsoft.com/office/drawing/2014/main" id="{84AE57D8-4593-A642-81DA-EF7B8EDE361D}"/>
              </a:ext>
            </a:extLst>
          </p:cNvPr>
          <p:cNvSpPr/>
          <p:nvPr userDrawn="1"/>
        </p:nvSpPr>
        <p:spPr>
          <a:xfrm rot="19908600">
            <a:off x="1965688" y="3463446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29E1B71-FB28-2A42-85D9-84FAA8D864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25" y="2935088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439ABC-468F-5C4A-990C-FA71CC557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4625" y="3428999"/>
            <a:ext cx="5851138" cy="1103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Two lines make more sense for a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94845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blatt Sqachs">
    <p:bg>
      <p:bgPr>
        <a:solidFill>
          <a:srgbClr val="1EA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2861B0B-B83B-4C80-83D3-F49B772656A4}"/>
              </a:ext>
            </a:extLst>
          </p:cNvPr>
          <p:cNvSpPr/>
          <p:nvPr userDrawn="1"/>
        </p:nvSpPr>
        <p:spPr>
          <a:xfrm rot="19908600">
            <a:off x="1965688" y="3463446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301C0A6-E167-1FD5-7197-7934B535AB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25" y="2935088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2C3747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4B3D647-73C2-DC31-0B6A-E2DDFF1223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4625" y="3428999"/>
            <a:ext cx="5851138" cy="1103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Two lines make more sense for a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865040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395986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E06979-F699-7A4D-9863-7E6148C7FC2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146812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500206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E203AB-06E5-024D-9720-7EEE21D7D1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500206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7F05CA-43D2-3A45-8FE1-E6C81BBE67C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</p:spTree>
    <p:extLst>
      <p:ext uri="{BB962C8B-B14F-4D97-AF65-F5344CB8AC3E}">
        <p14:creationId xmlns:p14="http://schemas.microsoft.com/office/powerpoint/2010/main" val="4209696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5" pos="4180">
          <p15:clr>
            <a:srgbClr val="FBAE40"/>
          </p15:clr>
        </p15:guide>
        <p15:guide id="6" pos="5745">
          <p15:clr>
            <a:srgbClr val="FBAE40"/>
          </p15:clr>
        </p15:guide>
        <p15:guide id="8" pos="7333">
          <p15:clr>
            <a:srgbClr val="FBAE40"/>
          </p15:clr>
        </p15:guide>
        <p15:guide id="9" orient="horz" pos="370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with Contras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11386BA0-976B-002A-40D7-FC45CB0B48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BA1C25-3EB2-79BB-19FA-F9AB766A38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9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eft wit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90F388-45A8-156C-31C0-450E0C92E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78612" y="1532731"/>
            <a:ext cx="4930775" cy="3792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AT"/>
              <a:t>Add Diagrams here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C01CC7-7F25-BE54-9E74-F99E834A7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86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 with Contras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5556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641D8-B526-B641-AC33-2B41EA400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4993756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BD8C60-32D3-4E4A-854F-1B01412900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4993756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332E889C-B840-A7F6-386F-C93654DEAC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CDF3FFB-D554-97E9-B31A-48AB9326FF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</p:spTree>
    <p:extLst>
      <p:ext uri="{BB962C8B-B14F-4D97-AF65-F5344CB8AC3E}">
        <p14:creationId xmlns:p14="http://schemas.microsoft.com/office/powerpoint/2010/main" val="3960974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Right wit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0" y="0"/>
            <a:ext cx="61015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641D8-B526-B641-AC33-2B41EA400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4993756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BD8C60-32D3-4E4A-854F-1B01412900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4993756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CDF3FFB-D554-97E9-B31A-48AB9326FF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535149-D882-024E-F5DF-5BAED34330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5527" y="1532731"/>
            <a:ext cx="4930775" cy="3792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AT"/>
              <a:t>Add Diagrams here</a:t>
            </a:r>
          </a:p>
        </p:txBody>
      </p:sp>
    </p:spTree>
    <p:extLst>
      <p:ext uri="{BB962C8B-B14F-4D97-AF65-F5344CB8AC3E}">
        <p14:creationId xmlns:p14="http://schemas.microsoft.com/office/powerpoint/2010/main" val="115111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813E285-2CF7-3D37-895F-42CC38DF741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1111281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9706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1366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A85FEF2-4462-1EC4-3860-32288E51C157}"/>
              </a:ext>
            </a:extLst>
          </p:cNvPr>
          <p:cNvSpPr/>
          <p:nvPr userDrawn="1"/>
        </p:nvSpPr>
        <p:spPr>
          <a:xfrm>
            <a:off x="10495280" y="6309360"/>
            <a:ext cx="1544320" cy="416560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813E285-2CF7-3D37-895F-42CC38DF741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719105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E47B1531-907C-63AD-C662-33977B64506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34960" y="2346960"/>
            <a:ext cx="3718560" cy="39928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62801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B30A351-6096-9B31-A114-3407B973B2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rgbClr val="2F2B2B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2D94B52-E3B4-79DA-3DF5-46D0538428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1111281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rgbClr val="2F2B2B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B869DEA-CFB3-780F-CA48-C560F5B18D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26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B30A351-6096-9B31-A114-3407B973B2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rgbClr val="2F2B2B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1CB13EC-6EFE-159D-7768-396C7CEC2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1"/>
            <a:ext cx="5004000" cy="301498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illum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C7C43B86-E7E1-714E-AA74-0CBB5047DE0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35752" y="2786381"/>
            <a:ext cx="5005387" cy="301498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illum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275" y="2363908"/>
            <a:ext cx="5004000" cy="369332"/>
          </a:xfrm>
          <a:prstGeom prst="rect">
            <a:avLst/>
          </a:prstGeom>
        </p:spPr>
        <p:txBody>
          <a:bodyPr l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 i="0" cap="none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Subtitle for the following bullets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7E0973B8-8E0E-0091-7458-6CA49C7569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35752" y="2363908"/>
            <a:ext cx="5004000" cy="369332"/>
          </a:xfrm>
          <a:prstGeom prst="rect">
            <a:avLst/>
          </a:prstGeom>
        </p:spPr>
        <p:txBody>
          <a:bodyPr l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 i="0" cap="none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Subtitle for the following bullets</a:t>
            </a:r>
          </a:p>
        </p:txBody>
      </p:sp>
    </p:spTree>
    <p:extLst>
      <p:ext uri="{BB962C8B-B14F-4D97-AF65-F5344CB8AC3E}">
        <p14:creationId xmlns:p14="http://schemas.microsoft.com/office/powerpoint/2010/main" val="179947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ullet Poi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688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2290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0892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D4E4E6-0C2A-65F9-7E01-80F1E1CA2D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86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A3C20A83-2E9B-D1CB-9152-051747756B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3688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4860B0B7-61F0-445C-61EF-EAA5F0D04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290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6E6D5FC0-91E8-1D14-0A2B-7722CE108E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892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8980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ullet Poi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76776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002689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228602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454515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46610474-567F-E483-E157-62C53C517D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086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9BE087C-A593-72FB-6C83-D6C79A1091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77178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20979ACA-3468-FD8B-E32E-2A9B4A1972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0349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8335EE57-525C-92E3-D4FA-4931A89562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5612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B5713736-BFBF-F7E8-68C5-59F6F0677D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29808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484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ullet Point Boxes –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E5219EED-C034-C81F-E5C5-A09543A024AA}"/>
              </a:ext>
            </a:extLst>
          </p:cNvPr>
          <p:cNvSpPr txBox="1"/>
          <p:nvPr userDrawn="1"/>
        </p:nvSpPr>
        <p:spPr>
          <a:xfrm>
            <a:off x="5461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D88369-EAB2-EAD2-A04B-58B49EB7DA50}"/>
              </a:ext>
            </a:extLst>
          </p:cNvPr>
          <p:cNvSpPr txBox="1"/>
          <p:nvPr userDrawn="1"/>
        </p:nvSpPr>
        <p:spPr>
          <a:xfrm>
            <a:off x="240455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998EA53-FC12-73DE-1DC8-28B81B03098D}"/>
              </a:ext>
            </a:extLst>
          </p:cNvPr>
          <p:cNvSpPr txBox="1"/>
          <p:nvPr userDrawn="1"/>
        </p:nvSpPr>
        <p:spPr>
          <a:xfrm>
            <a:off x="42630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4589632-13F6-1E15-95C3-AD09CD0ACC9B}"/>
              </a:ext>
            </a:extLst>
          </p:cNvPr>
          <p:cNvSpPr txBox="1"/>
          <p:nvPr userDrawn="1"/>
        </p:nvSpPr>
        <p:spPr>
          <a:xfrm>
            <a:off x="612145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DB7F5E-79CA-BF2B-EA87-03D77E90B1BB}"/>
              </a:ext>
            </a:extLst>
          </p:cNvPr>
          <p:cNvSpPr txBox="1"/>
          <p:nvPr userDrawn="1"/>
        </p:nvSpPr>
        <p:spPr>
          <a:xfrm>
            <a:off x="79799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67A4E6E-AA6C-E7B7-1CD5-66E2FCD5913C}"/>
              </a:ext>
            </a:extLst>
          </p:cNvPr>
          <p:cNvSpPr txBox="1"/>
          <p:nvPr userDrawn="1"/>
        </p:nvSpPr>
        <p:spPr>
          <a:xfrm>
            <a:off x="9838348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 noProof="0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LONGER</a:t>
            </a:r>
            <a:br>
              <a:rPr lang="en-US" noProof="0"/>
            </a:br>
            <a:r>
              <a:rPr lang="en-US" noProof="0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409675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7F0C143-2B04-51B8-F3FB-AE112548A2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09675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68487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1B8D47B-0217-1D07-A070-9F95AEB377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8487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27299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E9B273BD-F58E-0931-B934-18FD60030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7299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986111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BB49A380-C693-67FB-F40E-D17EB79240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6111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6F05FFF-62C8-03FF-EDB0-0A9C960B253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844923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B50676E-3B4C-172D-6F00-B44A161AC7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44923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F369F0-8F2E-F059-F147-49C7B7256257}"/>
              </a:ext>
            </a:extLst>
          </p:cNvPr>
          <p:cNvSpPr/>
          <p:nvPr userDrawn="1"/>
        </p:nvSpPr>
        <p:spPr>
          <a:xfrm>
            <a:off x="638910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DAFF76-3C72-7630-E396-443F82B53D8D}"/>
              </a:ext>
            </a:extLst>
          </p:cNvPr>
          <p:cNvSpPr/>
          <p:nvPr userDrawn="1"/>
        </p:nvSpPr>
        <p:spPr>
          <a:xfrm>
            <a:off x="2484377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FD7C6A-DFA9-CA51-68CF-1EC2CF63DEE5}"/>
              </a:ext>
            </a:extLst>
          </p:cNvPr>
          <p:cNvSpPr/>
          <p:nvPr userDrawn="1"/>
        </p:nvSpPr>
        <p:spPr>
          <a:xfrm>
            <a:off x="4329844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64FEA1-1347-9A46-544E-93D6B73261DE}"/>
              </a:ext>
            </a:extLst>
          </p:cNvPr>
          <p:cNvSpPr/>
          <p:nvPr userDrawn="1"/>
        </p:nvSpPr>
        <p:spPr>
          <a:xfrm>
            <a:off x="6175311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3DFB3A-39D2-9D61-077B-1BD8F1029470}"/>
              </a:ext>
            </a:extLst>
          </p:cNvPr>
          <p:cNvSpPr/>
          <p:nvPr userDrawn="1"/>
        </p:nvSpPr>
        <p:spPr>
          <a:xfrm>
            <a:off x="8020778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777057-1F2A-D368-283E-CF3DDC26B6DD}"/>
              </a:ext>
            </a:extLst>
          </p:cNvPr>
          <p:cNvSpPr/>
          <p:nvPr userDrawn="1"/>
        </p:nvSpPr>
        <p:spPr>
          <a:xfrm>
            <a:off x="9866247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98457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ullet Point Boxes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E5219EED-C034-C81F-E5C5-A09543A024AA}"/>
              </a:ext>
            </a:extLst>
          </p:cNvPr>
          <p:cNvSpPr txBox="1"/>
          <p:nvPr userDrawn="1"/>
        </p:nvSpPr>
        <p:spPr>
          <a:xfrm>
            <a:off x="5461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D88369-EAB2-EAD2-A04B-58B49EB7DA50}"/>
              </a:ext>
            </a:extLst>
          </p:cNvPr>
          <p:cNvSpPr txBox="1"/>
          <p:nvPr userDrawn="1"/>
        </p:nvSpPr>
        <p:spPr>
          <a:xfrm>
            <a:off x="240455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998EA53-FC12-73DE-1DC8-28B81B03098D}"/>
              </a:ext>
            </a:extLst>
          </p:cNvPr>
          <p:cNvSpPr txBox="1"/>
          <p:nvPr userDrawn="1"/>
        </p:nvSpPr>
        <p:spPr>
          <a:xfrm>
            <a:off x="42630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4589632-13F6-1E15-95C3-AD09CD0ACC9B}"/>
              </a:ext>
            </a:extLst>
          </p:cNvPr>
          <p:cNvSpPr txBox="1"/>
          <p:nvPr userDrawn="1"/>
        </p:nvSpPr>
        <p:spPr>
          <a:xfrm>
            <a:off x="612145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DB7F5E-79CA-BF2B-EA87-03D77E90B1BB}"/>
              </a:ext>
            </a:extLst>
          </p:cNvPr>
          <p:cNvSpPr txBox="1"/>
          <p:nvPr userDrawn="1"/>
        </p:nvSpPr>
        <p:spPr>
          <a:xfrm>
            <a:off x="79799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67A4E6E-AA6C-E7B7-1CD5-66E2FCD5913C}"/>
              </a:ext>
            </a:extLst>
          </p:cNvPr>
          <p:cNvSpPr txBox="1"/>
          <p:nvPr userDrawn="1"/>
        </p:nvSpPr>
        <p:spPr>
          <a:xfrm>
            <a:off x="9838348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535531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 noProof="0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LONGER</a:t>
            </a:r>
            <a:br>
              <a:rPr lang="en-US" noProof="0"/>
            </a:br>
            <a:r>
              <a:rPr lang="en-US" noProof="0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409675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7F0C143-2B04-51B8-F3FB-AE112548A2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09675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68487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1B8D47B-0217-1D07-A070-9F95AEB377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8487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27299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E9B273BD-F58E-0931-B934-18FD60030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7299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986111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BB49A380-C693-67FB-F40E-D17EB79240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6111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6F05FFF-62C8-03FF-EDB0-0A9C960B253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844923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B50676E-3B4C-172D-6F00-B44A161AC7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44923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F369F0-8F2E-F059-F147-49C7B7256257}"/>
              </a:ext>
            </a:extLst>
          </p:cNvPr>
          <p:cNvSpPr>
            <a:spLocks noChangeAspect="1"/>
          </p:cNvSpPr>
          <p:nvPr userDrawn="1"/>
        </p:nvSpPr>
        <p:spPr>
          <a:xfrm>
            <a:off x="629483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DAFF76-3C72-7630-E396-443F82B53D8D}"/>
              </a:ext>
            </a:extLst>
          </p:cNvPr>
          <p:cNvSpPr>
            <a:spLocks noChangeAspect="1"/>
          </p:cNvSpPr>
          <p:nvPr userDrawn="1"/>
        </p:nvSpPr>
        <p:spPr>
          <a:xfrm>
            <a:off x="2491919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FD7C6A-DFA9-CA51-68CF-1EC2CF63DEE5}"/>
              </a:ext>
            </a:extLst>
          </p:cNvPr>
          <p:cNvSpPr>
            <a:spLocks noChangeAspect="1"/>
          </p:cNvSpPr>
          <p:nvPr userDrawn="1"/>
        </p:nvSpPr>
        <p:spPr>
          <a:xfrm>
            <a:off x="4354355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64FEA1-1347-9A46-544E-93D6B73261DE}"/>
              </a:ext>
            </a:extLst>
          </p:cNvPr>
          <p:cNvSpPr>
            <a:spLocks noChangeAspect="1"/>
          </p:cNvSpPr>
          <p:nvPr userDrawn="1"/>
        </p:nvSpPr>
        <p:spPr>
          <a:xfrm>
            <a:off x="6216791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3DFB3A-39D2-9D61-077B-1BD8F1029470}"/>
              </a:ext>
            </a:extLst>
          </p:cNvPr>
          <p:cNvSpPr>
            <a:spLocks noChangeAspect="1"/>
          </p:cNvSpPr>
          <p:nvPr userDrawn="1"/>
        </p:nvSpPr>
        <p:spPr>
          <a:xfrm>
            <a:off x="8079227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777057-1F2A-D368-283E-CF3DDC26B6DD}"/>
              </a:ext>
            </a:extLst>
          </p:cNvPr>
          <p:cNvSpPr>
            <a:spLocks noChangeAspect="1"/>
          </p:cNvSpPr>
          <p:nvPr userDrawn="1"/>
        </p:nvSpPr>
        <p:spPr>
          <a:xfrm>
            <a:off x="9941663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04501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5387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538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30797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</a:t>
            </a:r>
            <a:r>
              <a:rPr lang="en-US" err="1"/>
              <a:t>autem</a:t>
            </a:r>
            <a:r>
              <a:rPr lang="en-US"/>
              <a:t>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</a:t>
            </a:r>
            <a:r>
              <a:rPr lang="en-US" err="1"/>
              <a:t>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at </a:t>
            </a:r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dolore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feugait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7E14F85-33D1-ED47-95C5-C6859AF5AA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51659" y="981075"/>
            <a:ext cx="5005387" cy="48958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</a:t>
            </a:r>
            <a:r>
              <a:rPr lang="en-US" err="1"/>
              <a:t>autem</a:t>
            </a:r>
            <a:r>
              <a:rPr lang="en-US"/>
              <a:t>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</a:t>
            </a:r>
            <a:r>
              <a:rPr lang="en-US" err="1"/>
              <a:t>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at </a:t>
            </a:r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dolore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feugait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5278B1B-D497-DA49-BD37-41C161FCC8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659" y="5334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890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with four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0545923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0545923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E692620-799D-BF40-9B95-17A4208AB3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863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B18B3CB-18D2-C949-817E-E185E7A8C5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B612837-3CE8-A849-9600-8C38C1B52D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0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CCCD31B-8330-E548-8B10-5435D6D078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9A68E3C-B768-2447-AB4D-D5B4B71E8FE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0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DF96A91-ACF6-834D-A588-408909F1C6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58808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three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5387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538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E692620-799D-BF40-9B95-17A4208AB3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863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B18B3CB-18D2-C949-817E-E185E7A8C5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B612837-3CE8-A849-9600-8C38C1B52D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0" y="2797175"/>
            <a:ext cx="5005387" cy="31988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CCCD31B-8330-E548-8B10-5435D6D078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83419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9AB2873-1CC1-C5D0-CB6B-15F4910BF2A0}"/>
              </a:ext>
            </a:extLst>
          </p:cNvPr>
          <p:cNvSpPr/>
          <p:nvPr userDrawn="1"/>
        </p:nvSpPr>
        <p:spPr>
          <a:xfrm>
            <a:off x="10387914" y="6219568"/>
            <a:ext cx="1655805" cy="494270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B43AA60-99CB-CF43-E531-B1F243AC58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992" t="73115" r="52997" b="9522"/>
          <a:stretch/>
        </p:blipFill>
        <p:spPr>
          <a:xfrm>
            <a:off x="609600" y="2254899"/>
            <a:ext cx="6549081" cy="258071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4CFE16B-4CBA-3B09-357F-EFDFDD771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791" t="44665" r="52804" b="36722"/>
          <a:stretch/>
        </p:blipFill>
        <p:spPr>
          <a:xfrm>
            <a:off x="10041924" y="4102443"/>
            <a:ext cx="1474574" cy="1458097"/>
          </a:xfrm>
          <a:prstGeom prst="rect">
            <a:avLst/>
          </a:prstGeom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3344666-F82A-1998-038D-6F4D31CFB728}"/>
              </a:ext>
            </a:extLst>
          </p:cNvPr>
          <p:cNvGrpSpPr/>
          <p:nvPr userDrawn="1"/>
        </p:nvGrpSpPr>
        <p:grpSpPr>
          <a:xfrm>
            <a:off x="8031893" y="2065681"/>
            <a:ext cx="2622999" cy="1216071"/>
            <a:chOff x="7933039" y="1003000"/>
            <a:chExt cx="2622999" cy="1216071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E0D566DD-1094-D4C2-1379-F5ECBED19956}"/>
                </a:ext>
              </a:extLst>
            </p:cNvPr>
            <p:cNvSpPr txBox="1"/>
            <p:nvPr userDrawn="1"/>
          </p:nvSpPr>
          <p:spPr>
            <a:xfrm>
              <a:off x="7933039" y="1561070"/>
              <a:ext cx="2119491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Enabling teams.</a:t>
              </a:r>
            </a:p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Transforming IT landscapes.</a:t>
              </a:r>
            </a:p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Digitalizing enterprises.</a:t>
              </a:r>
            </a:p>
          </p:txBody>
        </p:sp>
        <p:pic>
          <p:nvPicPr>
            <p:cNvPr id="20" name="Squer Logo QF_white Kopie.pdf" descr="Squer Logo QF_white Kopie.pdf">
              <a:extLst>
                <a:ext uri="{FF2B5EF4-FFF2-40B4-BE49-F238E27FC236}">
                  <a16:creationId xmlns:a16="http://schemas.microsoft.com/office/drawing/2014/main" id="{81F4EE31-7ABF-4CB7-AA4F-BC926A3F1A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33118" y="1003000"/>
              <a:ext cx="2522920" cy="47981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4B78580F-91FE-24D1-E1C1-5912E13F4310}"/>
              </a:ext>
            </a:extLst>
          </p:cNvPr>
          <p:cNvGrpSpPr/>
          <p:nvPr userDrawn="1"/>
        </p:nvGrpSpPr>
        <p:grpSpPr>
          <a:xfrm>
            <a:off x="8031893" y="4053016"/>
            <a:ext cx="1726755" cy="2190238"/>
            <a:chOff x="8031893" y="4053016"/>
            <a:chExt cx="1726755" cy="2190238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33C6386C-07AF-8704-9950-E7A8B7E7EBEF}"/>
                </a:ext>
              </a:extLst>
            </p:cNvPr>
            <p:cNvSpPr txBox="1"/>
            <p:nvPr userDrawn="1"/>
          </p:nvSpPr>
          <p:spPr>
            <a:xfrm>
              <a:off x="8031893" y="4053016"/>
              <a:ext cx="1726755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Marxergasse 17/1/33-34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1030 Vienna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(+43) 676 849963 200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BD48983-1AC6-61FC-EFB8-C8490E583203}"/>
                </a:ext>
              </a:extLst>
            </p:cNvPr>
            <p:cNvSpPr txBox="1"/>
            <p:nvPr userDrawn="1"/>
          </p:nvSpPr>
          <p:spPr>
            <a:xfrm>
              <a:off x="8031893" y="4819135"/>
              <a:ext cx="1417376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Mühldorfstraße 8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81671 Munich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(+49) 175 7284 701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45EBC009-C81D-75C2-5CF9-75157ECDD741}"/>
                </a:ext>
              </a:extLst>
            </p:cNvPr>
            <p:cNvSpPr txBox="1"/>
            <p:nvPr userDrawn="1"/>
          </p:nvSpPr>
          <p:spPr>
            <a:xfrm>
              <a:off x="8031893" y="5585253"/>
              <a:ext cx="1636987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office@squer.io</a:t>
              </a:r>
              <a:b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</a:b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www.squer.io</a:t>
              </a:r>
              <a:b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</a:b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www.code-crafts.com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03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453675E-FCBF-A66A-04D5-D732411D5DC8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3515193" y="2624530"/>
            <a:ext cx="2527200" cy="252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r>
              <a:rPr lang="de-AT"/>
              <a:t>QR CODE</a:t>
            </a:r>
            <a:endParaRPr lang="en-AT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1113978-6664-C3D0-0053-51C33E5F2B4F}"/>
              </a:ext>
            </a:extLst>
          </p:cNvPr>
          <p:cNvSpPr txBox="1"/>
          <p:nvPr userDrawn="1"/>
        </p:nvSpPr>
        <p:spPr>
          <a:xfrm>
            <a:off x="1801091" y="1178190"/>
            <a:ext cx="85066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chemeClr val="bg1"/>
                </a:solidFill>
                <a:latin typeface="Museo Sans 900" panose="02000000000000000000" pitchFamily="2" charset="77"/>
              </a:rPr>
              <a:t>Get in touch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5C41E47-24FE-CB2B-8C25-A6A7C91BD40D}"/>
              </a:ext>
            </a:extLst>
          </p:cNvPr>
          <p:cNvSpPr/>
          <p:nvPr/>
        </p:nvSpPr>
        <p:spPr>
          <a:xfrm>
            <a:off x="6255849" y="2623374"/>
            <a:ext cx="2528356" cy="2528356"/>
          </a:xfrm>
          <a:prstGeom prst="rect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DBAF159-E0CB-C235-B711-C4CCB659F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2473" y="2798277"/>
            <a:ext cx="2291970" cy="6709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8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GB"/>
              <a:t>Mary</a:t>
            </a:r>
            <a:br>
              <a:rPr lang="en-GB"/>
            </a:br>
            <a:r>
              <a:rPr lang="en-GB"/>
              <a:t>Example</a:t>
            </a:r>
            <a:endParaRPr lang="en-AT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A3FED04C-F74A-EC99-3A3C-D0042AD1E4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2474" y="3551145"/>
            <a:ext cx="2300207" cy="61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rgbClr val="FFFFFF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/>
              <a:t>Job Title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AF1C9FB9-015A-FBD2-F2EF-0FCCDE0D4B2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7314" y="4004526"/>
            <a:ext cx="1904400" cy="1904400"/>
          </a:xfrm>
          <a:prstGeom prst="ellipse">
            <a:avLst/>
          </a:prstGeom>
          <a:solidFill>
            <a:srgbClr val="FFFFFF">
              <a:alpha val="59082"/>
            </a:srgbClr>
          </a:solidFill>
        </p:spPr>
        <p:txBody>
          <a:bodyPr anchor="ctr" anchorCtr="0"/>
          <a:lstStyle>
            <a:lvl1pPr marL="0" indent="0" algn="ctr">
              <a:buNone/>
              <a:defRPr sz="16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de-AT"/>
              <a:t>YOUR PICTURE</a:t>
            </a:r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257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54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31" Type="http://schemas.openxmlformats.org/officeDocument/2006/relationships/image" Target="../media/image7.sv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52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34" Type="http://schemas.openxmlformats.org/officeDocument/2006/relationships/image" Target="../media/image21.svg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3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86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85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4.xml"/><Relationship Id="rId8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26-4-2026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91" r:id="rId8"/>
    <p:sldLayoutId id="2147483687" r:id="rId9"/>
    <p:sldLayoutId id="2147483688" r:id="rId10"/>
    <p:sldLayoutId id="2147483689" r:id="rId11"/>
    <p:sldLayoutId id="2147483690" r:id="rId12"/>
    <p:sldLayoutId id="214748369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8217A"/>
          </a:solidFill>
          <a:latin typeface="Consolas" panose="020B06090202040302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70906" y="-217"/>
            <a:ext cx="935477" cy="5654619"/>
            <a:chOff x="12618967" y="-221"/>
            <a:chExt cx="954235" cy="57671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-221"/>
              <a:ext cx="954235" cy="5767187"/>
              <a:chOff x="12618967" y="-221"/>
              <a:chExt cx="954235" cy="5767187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49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49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49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49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7813" y="258334"/>
                <a:ext cx="843944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6691" y="4228746"/>
                <a:ext cx="2647253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98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98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49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49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6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  <a:prstGeom prst="rect">
            <a:avLst/>
          </a:prstGeom>
        </p:spPr>
        <p:txBody>
          <a:bodyPr lIns="0" tIns="0" rIns="0" bIns="0" anchor="b"/>
          <a:lstStyle/>
          <a:p>
            <a:pPr marL="0" lvl="0" defTabSz="914400" eaLnBrk="1" latinLnBrk="0" hangingPunct="1"/>
            <a:endParaRPr lang="de-AT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BB2BB7-6A13-44E4-9255-585B98ADCB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75D9-B0AE-4B35-B2E1-F1145D205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464" y="2223652"/>
            <a:ext cx="11394716" cy="42946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</p:spTree>
    <p:extLst>
      <p:ext uri="{BB962C8B-B14F-4D97-AF65-F5344CB8AC3E}">
        <p14:creationId xmlns:p14="http://schemas.microsoft.com/office/powerpoint/2010/main" val="1025055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kern="0" cap="none" baseline="0" dirty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450"/>
        </a:spcAft>
        <a:buClr>
          <a:srgbClr val="000000"/>
        </a:buClr>
        <a:buFont typeface="Arial"/>
        <a:buNone/>
        <a:defRPr sz="18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L="0" marR="0" lvl="1" indent="0" algn="l" rtl="0">
        <a:lnSpc>
          <a:spcPct val="100000"/>
        </a:lnSpc>
        <a:spcBef>
          <a:spcPts val="900"/>
        </a:spcBef>
        <a:spcAft>
          <a:spcPts val="0"/>
        </a:spcAft>
        <a:buClr>
          <a:srgbClr val="000000"/>
        </a:buClr>
        <a:buFont typeface="Wingdings" panose="05000000000000000000" pitchFamily="2" charset="2"/>
        <a:buNone/>
        <a:defRPr sz="1800" b="1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2pPr>
      <a:lvl3pPr marL="204788" marR="0" lvl="2" indent="-204788" algn="l" rtl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8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3pPr>
      <a:lvl4pPr marL="409575" marR="0" lvl="3" indent="-20478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666750" marR="0" lvl="4" indent="-25717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tabLst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1350"/>
        </a:spcBef>
        <a:spcAft>
          <a:spcPts val="0"/>
        </a:spcAft>
        <a:buClr>
          <a:srgbClr val="000000"/>
        </a:buClr>
        <a:buFont typeface="Arial"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>
          <p15:clr>
            <a:srgbClr val="F26B43"/>
          </p15:clr>
        </p15:guide>
        <p15:guide id="2" pos="3840">
          <p15:clr>
            <a:srgbClr val="F26B43"/>
          </p15:clr>
        </p15:guide>
        <p15:guide id="3" pos="251">
          <p15:clr>
            <a:srgbClr val="F26B43"/>
          </p15:clr>
        </p15:guide>
        <p15:guide id="4" pos="7429">
          <p15:clr>
            <a:srgbClr val="F26B43"/>
          </p15:clr>
        </p15:guide>
        <p15:guide id="5" orient="horz" pos="255">
          <p15:clr>
            <a:srgbClr val="F26B43"/>
          </p15:clr>
        </p15:guide>
        <p15:guide id="6" orient="horz" pos="4065">
          <p15:clr>
            <a:srgbClr val="F26B43"/>
          </p15:clr>
        </p15:guide>
        <p15:guide id="7" orient="horz" pos="4158">
          <p15:clr>
            <a:srgbClr val="F26B43"/>
          </p15:clr>
        </p15:guide>
        <p15:guide id="8" orient="horz" pos="4106">
          <p15:clr>
            <a:srgbClr val="F26B43"/>
          </p15:clr>
        </p15:guide>
        <p15:guide id="9" orient="horz" pos="1394">
          <p15:clr>
            <a:srgbClr val="F26B43"/>
          </p15:clr>
        </p15:guide>
        <p15:guide id="10" orient="horz" pos="103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3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AFABA20-517B-FE84-4559-2E3F9BEA14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1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59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1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8E5856-76F5-93FA-10CC-035F592AE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.NET </a:t>
            </a:r>
            <a:r>
              <a:rPr lang="en-US" dirty="0"/>
              <a:t>Community</a:t>
            </a:r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 Austria</a:t>
            </a:r>
            <a:b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April 2026</a:t>
            </a:r>
            <a:endParaRPr lang="en-AT" b="1" dirty="0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2FC0FB-328F-3DC8-623E-BF5E14D2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96088"/>
          </a:xfrm>
        </p:spPr>
        <p:txBody>
          <a:bodyPr/>
          <a:lstStyle/>
          <a:p>
            <a:endParaRPr lang="en-US"/>
          </a:p>
          <a:p>
            <a:r>
              <a:rPr lang="en-US" b="1">
                <a:solidFill>
                  <a:srgbClr val="68217A"/>
                </a:solidFill>
                <a:latin typeface="Consolas" panose="020B0609020204030204" pitchFamily="49" charset="0"/>
              </a:rPr>
              <a:t>Presented by DotNetDevs.at</a:t>
            </a:r>
            <a:endParaRPr lang="en-AT" b="1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4A1480-CF3B-3905-411E-5AFF817A1752}"/>
              </a:ext>
            </a:extLst>
          </p:cNvPr>
          <p:cNvGrpSpPr/>
          <p:nvPr/>
        </p:nvGrpSpPr>
        <p:grpSpPr>
          <a:xfrm>
            <a:off x="1119555" y="5069962"/>
            <a:ext cx="5579015" cy="360000"/>
            <a:chOff x="1119555" y="5046812"/>
            <a:chExt cx="5579015" cy="360000"/>
          </a:xfrm>
        </p:grpSpPr>
        <p:pic>
          <p:nvPicPr>
            <p:cNvPr id="7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4D4D73D-41E5-9564-F4B6-9983A854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555" y="5046812"/>
              <a:ext cx="1605841" cy="36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B3C426-D525-C0E8-FA79-AA1BADD8EE61}"/>
                </a:ext>
              </a:extLst>
            </p:cNvPr>
            <p:cNvSpPr txBox="1"/>
            <p:nvPr/>
          </p:nvSpPr>
          <p:spPr>
            <a:xfrm>
              <a:off x="2738570" y="5046812"/>
              <a:ext cx="3960000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https://go.dotnetdevs.at/youtube</a:t>
              </a:r>
              <a:endParaRPr lang="en-AT" sz="1600" b="1">
                <a:solidFill>
                  <a:srgbClr val="68217A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5FDA58-23EA-2E2D-332A-24E175E71F7F}"/>
              </a:ext>
            </a:extLst>
          </p:cNvPr>
          <p:cNvGrpSpPr/>
          <p:nvPr/>
        </p:nvGrpSpPr>
        <p:grpSpPr>
          <a:xfrm>
            <a:off x="1154723" y="5611923"/>
            <a:ext cx="5543847" cy="363923"/>
            <a:chOff x="1154723" y="5611923"/>
            <a:chExt cx="5543847" cy="363923"/>
          </a:xfrm>
        </p:grpSpPr>
        <p:pic>
          <p:nvPicPr>
            <p:cNvPr id="9" name="Picture 8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FB30276E-A3B0-CE26-1545-32F21E96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723" y="5611923"/>
              <a:ext cx="1583847" cy="3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C60826-FFE2-98A7-B581-ADD8F772C604}"/>
                </a:ext>
              </a:extLst>
            </p:cNvPr>
            <p:cNvSpPr txBox="1"/>
            <p:nvPr/>
          </p:nvSpPr>
          <p:spPr>
            <a:xfrm>
              <a:off x="2738570" y="5615846"/>
              <a:ext cx="396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https://go.dotnetdevs.at/twitch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188A454-9469-9F11-294D-4FD3EB9D1554}"/>
              </a:ext>
            </a:extLst>
          </p:cNvPr>
          <p:cNvSpPr txBox="1"/>
          <p:nvPr/>
        </p:nvSpPr>
        <p:spPr>
          <a:xfrm>
            <a:off x="7058570" y="5069962"/>
            <a:ext cx="39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600" b="1">
                <a:solidFill>
                  <a:srgbClr val="68217A"/>
                </a:solidFill>
                <a:latin typeface="Consolas" panose="020B0609020204030204" pitchFamily="49" charset="0"/>
              </a:rPr>
              <a:t>https://go.dotnetdevs.at/bluesky</a:t>
            </a:r>
            <a:endParaRPr lang="en-AT" sz="1600" b="1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246B69-FE1E-CFD5-9018-2E1B0571DB38}"/>
              </a:ext>
            </a:extLst>
          </p:cNvPr>
          <p:cNvGrpSpPr/>
          <p:nvPr/>
        </p:nvGrpSpPr>
        <p:grpSpPr>
          <a:xfrm>
            <a:off x="6698570" y="5611923"/>
            <a:ext cx="4320000" cy="360000"/>
            <a:chOff x="7272277" y="5555637"/>
            <a:chExt cx="4320000" cy="3600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A7BCE2-5264-BF4D-0142-E3C1E42CBFE7}"/>
                </a:ext>
              </a:extLst>
            </p:cNvPr>
            <p:cNvSpPr txBox="1"/>
            <p:nvPr/>
          </p:nvSpPr>
          <p:spPr>
            <a:xfrm>
              <a:off x="7632277" y="5555637"/>
              <a:ext cx="396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https://go.dotnetdevs.at/linkedin</a:t>
              </a:r>
            </a:p>
          </p:txBody>
        </p:sp>
        <p:pic>
          <p:nvPicPr>
            <p:cNvPr id="18" name="Picture 17" descr="A blue and black logo&#10;&#10;Description automatically generated">
              <a:extLst>
                <a:ext uri="{FF2B5EF4-FFF2-40B4-BE49-F238E27FC236}">
                  <a16:creationId xmlns:a16="http://schemas.microsoft.com/office/drawing/2014/main" id="{277627C2-E82E-EF19-6EDA-BB7047FC1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2277" y="5555637"/>
              <a:ext cx="423333" cy="360000"/>
            </a:xfrm>
            <a:prstGeom prst="rect">
              <a:avLst/>
            </a:prstGeom>
          </p:spPr>
        </p:pic>
      </p:grpSp>
      <p:pic>
        <p:nvPicPr>
          <p:cNvPr id="1026" name="Picture 2" descr="Bluesky Logo PNG Vector (SVG) Free Download">
            <a:extLst>
              <a:ext uri="{FF2B5EF4-FFF2-40B4-BE49-F238E27FC236}">
                <a16:creationId xmlns:a16="http://schemas.microsoft.com/office/drawing/2014/main" id="{A95C2890-DB1D-BD31-A90A-2420E6377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249" y="5069962"/>
            <a:ext cx="384321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43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>
                <a:solidFill>
                  <a:srgbClr val="68217A"/>
                </a:solidFill>
                <a:latin typeface="Consolas" panose="020B0609020204030204" pitchFamily="49" charset="0"/>
              </a:rPr>
              <a:t>Thank you for </a:t>
            </a:r>
            <a:r>
              <a:rPr lang="en-AT" sz="7200">
                <a:solidFill>
                  <a:srgbClr val="68217A"/>
                </a:solidFill>
                <a:latin typeface="Consolas" panose="020B0609020204030204" pitchFamily="49" charset="0"/>
              </a:rPr>
              <a:t>j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o</a:t>
            </a:r>
            <a:r>
              <a:rPr lang="en-AT" sz="7200" err="1">
                <a:solidFill>
                  <a:srgbClr val="68217A"/>
                </a:solidFill>
                <a:latin typeface="Consolas" panose="020B0609020204030204" pitchFamily="49" charset="0"/>
              </a:rPr>
              <a:t>i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n</a:t>
            </a:r>
            <a:r>
              <a:rPr lang="en-AT" sz="7200" err="1">
                <a:solidFill>
                  <a:srgbClr val="68217A"/>
                </a:solidFill>
                <a:latin typeface="Consolas" panose="020B0609020204030204" pitchFamily="49" charset="0"/>
              </a:rPr>
              <a:t>i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n</a:t>
            </a:r>
            <a:r>
              <a:rPr lang="en-AT" sz="7200">
                <a:solidFill>
                  <a:srgbClr val="68217A"/>
                </a:solidFill>
                <a:latin typeface="Consolas" panose="020B0609020204030204" pitchFamily="49" charset="0"/>
              </a:rPr>
              <a:t>g</a:t>
            </a:r>
            <a:r>
              <a:rPr lang="en-US" sz="7200">
                <a:solidFill>
                  <a:srgbClr val="68217A"/>
                </a:solidFill>
                <a:latin typeface="Consolas" panose="020B0609020204030204" pitchFamily="49" charset="0"/>
              </a:rPr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33C0A-78F8-A396-230F-0DC19201B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30C8-5917-FC2A-C96F-E1175ED2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41EA-0FBF-8F23-C2ED-762D3D9F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>
                <a:solidFill>
                  <a:srgbClr val="68217A"/>
                </a:solidFill>
                <a:latin typeface="Consolas"/>
              </a:rPr>
              <a:t>Thanks for </a:t>
            </a:r>
            <a:r>
              <a:rPr lang="en-US" sz="7200">
                <a:latin typeface="Consolas"/>
              </a:rPr>
              <a:t>h</a:t>
            </a:r>
            <a:r>
              <a:rPr lang="en-AT" sz="7200" err="1">
                <a:latin typeface="Consolas"/>
              </a:rPr>
              <a:t>osting</a:t>
            </a:r>
            <a:r>
              <a:rPr lang="en-US" sz="7200">
                <a:solidFill>
                  <a:srgbClr val="68217A"/>
                </a:solidFill>
                <a:latin typeface="Consolas"/>
              </a:rPr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2D17B-AC50-7338-00E6-3A39C9163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4811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FBE2-EE79-617A-D68C-76004A56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need your help!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19C98-FD68-7FD4-DD00-68E5EA598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9881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C466008-BF17-116F-6EAD-555AFC632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25707" y="379307"/>
            <a:ext cx="5278120" cy="5278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DF470-431E-6A31-2BDF-4EE8C988ED3E}"/>
              </a:ext>
            </a:extLst>
          </p:cNvPr>
          <p:cNvSpPr txBox="1"/>
          <p:nvPr/>
        </p:nvSpPr>
        <p:spPr>
          <a:xfrm>
            <a:off x="1" y="565742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200" b="1" dirty="0">
                <a:solidFill>
                  <a:srgbClr val="68217A"/>
                </a:solidFill>
              </a:rPr>
              <a:t>https://go.dotnetdevs.at/helpus</a:t>
            </a:r>
            <a:endParaRPr lang="en-AT" sz="3200" b="1" dirty="0">
              <a:solidFill>
                <a:srgbClr val="6821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17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EC7E0-9EDA-4AD8-C1CA-6A3C1D1D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Sponsors</a:t>
            </a:r>
            <a:endParaRPr lang="en-AT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F8965FF-4B08-D6E5-D10C-C1FA0B0A0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074" y="2156459"/>
            <a:ext cx="2021651" cy="2191492"/>
          </a:xfrm>
          <a:prstGeom prst="rect">
            <a:avLst/>
          </a:prstGeom>
        </p:spPr>
      </p:pic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993D8030-6002-A6A6-131E-4068BBE8F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9750" y="2796137"/>
            <a:ext cx="3740331" cy="9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8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take</a:t>
            </a:r>
            <a:r>
              <a:rPr lang="de-DE"/>
              <a:t> </a:t>
            </a:r>
            <a:r>
              <a:rPr lang="de-DE" err="1"/>
              <a:t>part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raffle?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7016"/>
            <a:ext cx="10515600" cy="7275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/>
              <a:t>Type #jetbrains in </a:t>
            </a:r>
            <a:r>
              <a:rPr lang="de-DE" sz="3600" err="1"/>
              <a:t>the</a:t>
            </a:r>
            <a:r>
              <a:rPr lang="de-DE" sz="3600"/>
              <a:t> </a:t>
            </a:r>
            <a:r>
              <a:rPr lang="de-DE" sz="3600" err="1"/>
              <a:t>chat</a:t>
            </a:r>
            <a:endParaRPr lang="de-DE" sz="3600"/>
          </a:p>
          <a:p>
            <a:endParaRPr lang="de-AT" sz="360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8F8D3-E6B0-B855-2641-3D8E1D7A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Community News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A7DB0-2DA2-7EF7-FAB3-23A7ED74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8619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0647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803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3B87D-28C6-C252-B2C9-77FDF048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you want host a meetup?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A3AE9-8793-F795-F3A7-FD5B0FBD2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team@dotnetdevs.at</a:t>
            </a:r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8137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571E19-D5BB-7209-718C-4D8E4B26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US" dirty="0"/>
              <a:t>Kafka through the lens of .NET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22193-CEBB-C6DF-0287-FA7E433C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AT" dirty="0"/>
              <a:t>Shahab Ganji</a:t>
            </a:r>
          </a:p>
        </p:txBody>
      </p:sp>
    </p:spTree>
    <p:extLst>
      <p:ext uri="{BB962C8B-B14F-4D97-AF65-F5344CB8AC3E}">
        <p14:creationId xmlns:p14="http://schemas.microsoft.com/office/powerpoint/2010/main" val="144911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5C7DA-1FBC-10AD-AE24-528653D7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DF830-0A5D-ACC4-EF75-8B19E015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CB777-7619-6078-2ED3-955D86FEF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300" y="1523206"/>
            <a:ext cx="4276725" cy="3811588"/>
          </a:xfrm>
        </p:spPr>
        <p:txBody>
          <a:bodyPr>
            <a:normAutofit/>
          </a:bodyPr>
          <a:lstStyle/>
          <a:p>
            <a:r>
              <a:rPr lang="en-US" sz="7200">
                <a:ea typeface="+mj-ea"/>
                <a:cs typeface="+mj-cs"/>
              </a:rPr>
              <a:t>Thank you for </a:t>
            </a:r>
            <a:r>
              <a:rPr lang="en-AT" sz="7200">
                <a:ea typeface="+mj-ea"/>
                <a:cs typeface="+mj-cs"/>
              </a:rPr>
              <a:t>j</a:t>
            </a:r>
            <a:r>
              <a:rPr lang="de-AT" sz="7200">
                <a:ea typeface="+mj-ea"/>
                <a:cs typeface="+mj-cs"/>
              </a:rPr>
              <a:t>o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>
                <a:ea typeface="+mj-ea"/>
                <a:cs typeface="+mj-cs"/>
              </a:rPr>
              <a:t>g</a:t>
            </a:r>
            <a:r>
              <a:rPr lang="en-US" sz="7200">
                <a:ea typeface="+mj-ea"/>
                <a:cs typeface="+mj-cs"/>
              </a:rPr>
              <a:t>!</a:t>
            </a:r>
            <a:endParaRPr lang="en-AT" sz="7200"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83E85-092F-99DB-C7D9-1B999B7AD9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581"/>
          <a:stretch/>
        </p:blipFill>
        <p:spPr>
          <a:xfrm>
            <a:off x="5183188" y="1357183"/>
            <a:ext cx="4608512" cy="38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26EA-B4EA-8D24-26CE-26C73675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528000-D6DF-34B9-1CF4-A1F51A732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3100" y="2368549"/>
            <a:ext cx="7454900" cy="2961481"/>
          </a:xfrm>
        </p:spPr>
        <p:txBody>
          <a:bodyPr>
            <a:normAutofit/>
          </a:bodyPr>
          <a:lstStyle/>
          <a:p>
            <a:pPr algn="ctr"/>
            <a:r>
              <a:rPr lang="en-US" sz="7200">
                <a:ea typeface="+mj-ea"/>
                <a:cs typeface="+mj-cs"/>
              </a:rPr>
              <a:t>Thank you for </a:t>
            </a:r>
            <a:r>
              <a:rPr lang="en-AT" sz="7200">
                <a:ea typeface="+mj-ea"/>
                <a:cs typeface="+mj-cs"/>
              </a:rPr>
              <a:t>j</a:t>
            </a:r>
            <a:r>
              <a:rPr lang="de-AT" sz="7200">
                <a:ea typeface="+mj-ea"/>
                <a:cs typeface="+mj-cs"/>
              </a:rPr>
              <a:t>o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>
                <a:ea typeface="+mj-ea"/>
                <a:cs typeface="+mj-cs"/>
              </a:rPr>
              <a:t>g</a:t>
            </a:r>
            <a:r>
              <a:rPr lang="en-US" sz="7200">
                <a:ea typeface="+mj-ea"/>
                <a:cs typeface="+mj-cs"/>
              </a:rPr>
              <a:t>!</a:t>
            </a:r>
            <a:endParaRPr lang="en-AT" sz="720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89647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26B7-94CC-72C0-E3BD-DBF75B05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71D18B-849A-8943-F941-E0588BAB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Sponsors</a:t>
            </a:r>
            <a:endParaRPr lang="en-AT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5978F54-3A3D-6A49-9683-60FD7CE10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074" y="2156459"/>
            <a:ext cx="2021651" cy="2191492"/>
          </a:xfrm>
          <a:prstGeom prst="rect">
            <a:avLst/>
          </a:prstGeom>
        </p:spPr>
      </p:pic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431AFA4F-B75F-162C-226B-E9187BBAE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9750" y="2796137"/>
            <a:ext cx="3740331" cy="9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0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6145-3285-9EF4-73B3-6093E2FA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JetBrains Raffle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6C76-802C-9C0F-5229-B14842965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Contact us at team@dotnetdevs.at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5174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4503-9DF1-C839-C44C-1F837CC5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We want to hear your feedback</a:t>
            </a:r>
            <a:endParaRPr lang="en-A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A7939-E66E-9F8E-9C55-6C569FE6C8FA}"/>
              </a:ext>
            </a:extLst>
          </p:cNvPr>
          <p:cNvSpPr txBox="1"/>
          <p:nvPr/>
        </p:nvSpPr>
        <p:spPr>
          <a:xfrm>
            <a:off x="6248400" y="3429000"/>
            <a:ext cx="5378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68217A"/>
                </a:solidFill>
                <a:latin typeface="Consolas" panose="020B0609020204030204" pitchFamily="49" charset="0"/>
              </a:rPr>
              <a:t>https://go.dotnetdevs.at/feedback-202503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E6AE2-D247-D1D6-49D4-689D400D5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3858" cy="4351338"/>
          </a:xfrm>
        </p:spPr>
        <p:txBody>
          <a:bodyPr/>
          <a:lstStyle/>
          <a:p>
            <a:endParaRPr lang="en-A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74BFE-1CF2-2237-A197-F15032A6E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79" y="1477009"/>
            <a:ext cx="4946227" cy="494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57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2480D-5834-0366-F369-F2DEF3D7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next Month!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CF04B-EC18-3B56-2524-A5CC184D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7994650" cy="1500187"/>
          </a:xfrm>
        </p:spPr>
        <p:txBody>
          <a:bodyPr>
            <a:normAutofit/>
          </a:bodyPr>
          <a:lstStyle/>
          <a:p>
            <a:pPr lvl="0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71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otnet_Template">
  <a:themeElements>
    <a:clrScheme name="Dotnet">
      <a:dk1>
        <a:srgbClr val="505050"/>
      </a:dk1>
      <a:lt1>
        <a:srgbClr val="FFFFFF"/>
      </a:lt1>
      <a:dk2>
        <a:srgbClr val="7030A0"/>
      </a:dk2>
      <a:lt2>
        <a:srgbClr val="F2F2F2"/>
      </a:lt2>
      <a:accent1>
        <a:srgbClr val="7030A0"/>
      </a:accent1>
      <a:accent2>
        <a:srgbClr val="0078D7"/>
      </a:accent2>
      <a:accent3>
        <a:srgbClr val="00827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lideTemplate.potx" id="{C234CE7A-26D5-49BB-B05A-16F212610622}" vid="{5650B0BA-FAE4-45A0-B96B-B7C7DED0CDEA}"/>
    </a:ext>
  </a:extLst>
</a:theme>
</file>

<file path=ppt/theme/theme3.xml><?xml version="1.0" encoding="utf-8"?>
<a:theme xmlns:a="http://schemas.openxmlformats.org/drawingml/2006/main" name="Pierer Mobility AG Template 07-2022">
  <a:themeElements>
    <a:clrScheme name="PIERER Mobility AG">
      <a:dk1>
        <a:srgbClr val="0F1618"/>
      </a:dk1>
      <a:lt1>
        <a:srgbClr val="FFFFFF"/>
      </a:lt1>
      <a:dk2>
        <a:srgbClr val="BCBEC0"/>
      </a:dk2>
      <a:lt2>
        <a:srgbClr val="F3F3F3"/>
      </a:lt2>
      <a:accent1>
        <a:srgbClr val="808285"/>
      </a:accent1>
      <a:accent2>
        <a:srgbClr val="575656"/>
      </a:accent2>
      <a:accent3>
        <a:srgbClr val="FF6600"/>
      </a:accent3>
      <a:accent4>
        <a:srgbClr val="002550"/>
      </a:accent4>
      <a:accent5>
        <a:srgbClr val="CB0D25"/>
      </a:accent5>
      <a:accent6>
        <a:srgbClr val="C6C6C6"/>
      </a:accent6>
      <a:hlink>
        <a:srgbClr val="878787"/>
      </a:hlink>
      <a:folHlink>
        <a:srgbClr val="575656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 defTabSz="914400">
          <a:defRPr kern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7" id="{91187B5A-94EB-DB4E-9F0E-85E38A4CD07C}" vid="{D7075CC0-69A7-C345-BDAE-C66F038CC9E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3" ma:contentTypeDescription="Ein neues Dokument erstellen." ma:contentTypeScope="" ma:versionID="72397ede4cdf9ecc57da95b26794a058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a61edda044e1a15745376fb9f9b266c7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2F0181-904D-49C2-9045-41CC148658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4059ad-3f3c-4315-a9b0-bccacf58ea2e"/>
    <ds:schemaRef ds:uri="962588f1-9f9c-46ee-8cab-d2557cbfb9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962588f1-9f9c-46ee-8cab-d2557cbfb99a"/>
    <ds:schemaRef ds:uri="9d4059ad-3f3c-4315-a9b0-bccacf58ea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</Words>
  <Application>Microsoft Office PowerPoint</Application>
  <PresentationFormat>Widescreen</PresentationFormat>
  <Paragraphs>41</Paragraphs>
  <Slides>18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Arial</vt:lpstr>
      <vt:lpstr>Segoe UI Light</vt:lpstr>
      <vt:lpstr>Calibri</vt:lpstr>
      <vt:lpstr>Wingdings</vt:lpstr>
      <vt:lpstr>Segoe UI</vt:lpstr>
      <vt:lpstr>Museo Sans 100</vt:lpstr>
      <vt:lpstr>Museo Sans 300</vt:lpstr>
      <vt:lpstr>Museo Sans 500</vt:lpstr>
      <vt:lpstr>Museo Sans 700</vt:lpstr>
      <vt:lpstr>Museo Sans 900</vt:lpstr>
      <vt:lpstr>Museo Sans</vt:lpstr>
      <vt:lpstr>Consolas</vt:lpstr>
      <vt:lpstr>Office Theme</vt:lpstr>
      <vt:lpstr>Dotnet_Template</vt:lpstr>
      <vt:lpstr>Pierer Mobility AG Template 07-2022</vt:lpstr>
      <vt:lpstr>Custom Design</vt:lpstr>
      <vt:lpstr>.NET Community Austria April 2026</vt:lpstr>
      <vt:lpstr>Thank you for joining!</vt:lpstr>
      <vt:lpstr>Thanks for hosting!</vt:lpstr>
      <vt:lpstr>We need your help!</vt:lpstr>
      <vt:lpstr>PowerPoint Presentation</vt:lpstr>
      <vt:lpstr>Our Sponsors</vt:lpstr>
      <vt:lpstr>How to take part in the raffle?</vt:lpstr>
      <vt:lpstr>Community News</vt:lpstr>
      <vt:lpstr>Next meetups</vt:lpstr>
      <vt:lpstr>If you want host a meetup?</vt:lpstr>
      <vt:lpstr>Kafka through the lens of .NET</vt:lpstr>
      <vt:lpstr>Thank you!</vt:lpstr>
      <vt:lpstr>PowerPoint Presentation</vt:lpstr>
      <vt:lpstr>PowerPoint Presentation</vt:lpstr>
      <vt:lpstr>Our Sponsors</vt:lpstr>
      <vt:lpstr>JetBrains Raffle</vt:lpstr>
      <vt:lpstr>We want to hear your feedback</vt:lpstr>
      <vt:lpstr>See you next Month!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6</cp:revision>
  <dcterms:created xsi:type="dcterms:W3CDTF">2020-12-15T06:52:19Z</dcterms:created>
  <dcterms:modified xsi:type="dcterms:W3CDTF">2026-04-26T09:08:40Z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0x010100643F5660AFE4DF48912EB45177040206</vt:lpwstr>
  </property>
</Properties>
</file>