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9" r:id="rId5"/>
  </p:sldMasterIdLst>
  <p:notesMasterIdLst>
    <p:notesMasterId r:id="rId49"/>
  </p:notesMasterIdLst>
  <p:sldIdLst>
    <p:sldId id="314" r:id="rId6"/>
    <p:sldId id="298" r:id="rId7"/>
    <p:sldId id="2076136296" r:id="rId8"/>
    <p:sldId id="299" r:id="rId9"/>
    <p:sldId id="356" r:id="rId10"/>
    <p:sldId id="2076136298" r:id="rId11"/>
    <p:sldId id="308" r:id="rId12"/>
    <p:sldId id="2076136916" r:id="rId13"/>
    <p:sldId id="2076136300" r:id="rId14"/>
    <p:sldId id="319" r:id="rId15"/>
    <p:sldId id="2076136919" r:id="rId16"/>
    <p:sldId id="2076136920" r:id="rId17"/>
    <p:sldId id="2076136921" r:id="rId18"/>
    <p:sldId id="2076136922" r:id="rId19"/>
    <p:sldId id="2076136924" r:id="rId20"/>
    <p:sldId id="2076136925" r:id="rId21"/>
    <p:sldId id="2076136923" r:id="rId22"/>
    <p:sldId id="2076136926" r:id="rId23"/>
    <p:sldId id="2076136927" r:id="rId24"/>
    <p:sldId id="2076136928" r:id="rId25"/>
    <p:sldId id="2076136929" r:id="rId26"/>
    <p:sldId id="2076136930" r:id="rId27"/>
    <p:sldId id="2076136931" r:id="rId28"/>
    <p:sldId id="2076136932" r:id="rId29"/>
    <p:sldId id="2076136936" r:id="rId30"/>
    <p:sldId id="2076136937" r:id="rId31"/>
    <p:sldId id="2076136933" r:id="rId32"/>
    <p:sldId id="2076136934" r:id="rId33"/>
    <p:sldId id="2076136935" r:id="rId34"/>
    <p:sldId id="2076136938" r:id="rId35"/>
    <p:sldId id="2076136939" r:id="rId36"/>
    <p:sldId id="2076136918" r:id="rId37"/>
    <p:sldId id="338" r:id="rId38"/>
    <p:sldId id="336" r:id="rId39"/>
    <p:sldId id="2076136917" r:id="rId40"/>
    <p:sldId id="340" r:id="rId41"/>
    <p:sldId id="341" r:id="rId42"/>
    <p:sldId id="342" r:id="rId43"/>
    <p:sldId id="334" r:id="rId44"/>
    <p:sldId id="344" r:id="rId45"/>
    <p:sldId id="345" r:id="rId46"/>
    <p:sldId id="346" r:id="rId47"/>
    <p:sldId id="321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9DEA"/>
    <a:srgbClr val="68217A"/>
    <a:srgbClr val="290D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CCD0DF-0B70-4123-929F-7605D9689028}" v="471" dt="2021-10-19T16:02:34.3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8" Type="http://schemas.openxmlformats.org/officeDocument/2006/relationships/slide" Target="slides/slide3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s" userId="f1a27a91-fb80-49c6-a061-1959e15afc91" providerId="ADAL" clId="{FF89BC70-3D36-4F4F-949C-DD8361087660}"/>
    <pc:docChg chg="undo custSel addSld delSld modSld">
      <pc:chgData name="Andreas" userId="f1a27a91-fb80-49c6-a061-1959e15afc91" providerId="ADAL" clId="{FF89BC70-3D36-4F4F-949C-DD8361087660}" dt="2020-04-15T09:17:29.319" v="145" actId="1076"/>
      <pc:docMkLst>
        <pc:docMk/>
      </pc:docMkLst>
      <pc:sldChg chg="addSp modSp">
        <pc:chgData name="Andreas" userId="f1a27a91-fb80-49c6-a061-1959e15afc91" providerId="ADAL" clId="{FF89BC70-3D36-4F4F-949C-DD8361087660}" dt="2020-04-15T09:17:29.319" v="145" actId="1076"/>
        <pc:sldMkLst>
          <pc:docMk/>
          <pc:sldMk cId="820736664" sldId="321"/>
        </pc:sldMkLst>
        <pc:spChg chg="mod">
          <ac:chgData name="Andreas" userId="f1a27a91-fb80-49c6-a061-1959e15afc91" providerId="ADAL" clId="{FF89BC70-3D36-4F4F-949C-DD8361087660}" dt="2020-04-15T09:17:06.798" v="142"/>
          <ac:spMkLst>
            <pc:docMk/>
            <pc:sldMk cId="820736664" sldId="321"/>
            <ac:spMk id="3" creationId="{F6AD33C1-B332-454C-806B-0AAA693B62C2}"/>
          </ac:spMkLst>
        </pc:spChg>
        <pc:picChg chg="mod">
          <ac:chgData name="Andreas" userId="f1a27a91-fb80-49c6-a061-1959e15afc91" providerId="ADAL" clId="{FF89BC70-3D36-4F4F-949C-DD8361087660}" dt="2020-04-15T09:17:29.319" v="145" actId="1076"/>
          <ac:picMkLst>
            <pc:docMk/>
            <pc:sldMk cId="820736664" sldId="321"/>
            <ac:picMk id="4" creationId="{0495E371-0AF3-4058-894C-3BAEACE413EB}"/>
          </ac:picMkLst>
        </pc:picChg>
        <pc:picChg chg="add mod">
          <ac:chgData name="Andreas" userId="f1a27a91-fb80-49c6-a061-1959e15afc91" providerId="ADAL" clId="{FF89BC70-3D36-4F4F-949C-DD8361087660}" dt="2020-04-15T09:17:29.319" v="145" actId="1076"/>
          <ac:picMkLst>
            <pc:docMk/>
            <pc:sldMk cId="820736664" sldId="321"/>
            <ac:picMk id="2050" creationId="{7C68AE71-37F5-41EF-975F-18C770D6E5F2}"/>
          </ac:picMkLst>
        </pc:picChg>
      </pc:sldChg>
      <pc:sldChg chg="del">
        <pc:chgData name="Andreas" userId="f1a27a91-fb80-49c6-a061-1959e15afc91" providerId="ADAL" clId="{FF89BC70-3D36-4F4F-949C-DD8361087660}" dt="2020-04-15T09:12:23.559" v="141" actId="2696"/>
        <pc:sldMkLst>
          <pc:docMk/>
          <pc:sldMk cId="3651273312" sldId="330"/>
        </pc:sldMkLst>
      </pc:sldChg>
      <pc:sldChg chg="modSp">
        <pc:chgData name="Andreas" userId="f1a27a91-fb80-49c6-a061-1959e15afc91" providerId="ADAL" clId="{FF89BC70-3D36-4F4F-949C-DD8361087660}" dt="2020-04-15T09:08:07.462" v="61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FF89BC70-3D36-4F4F-949C-DD8361087660}" dt="2020-04-15T09:08:07.462" v="6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">
        <pc:chgData name="Andreas" userId="f1a27a91-fb80-49c6-a061-1959e15afc91" providerId="ADAL" clId="{FF89BC70-3D36-4F4F-949C-DD8361087660}" dt="2020-04-15T09:12:12.042" v="139" actId="408"/>
        <pc:sldMkLst>
          <pc:docMk/>
          <pc:sldMk cId="3887042138" sldId="346"/>
        </pc:sldMkLst>
        <pc:spChg chg="add del">
          <ac:chgData name="Andreas" userId="f1a27a91-fb80-49c6-a061-1959e15afc91" providerId="ADAL" clId="{FF89BC70-3D36-4F4F-949C-DD8361087660}" dt="2020-04-15T09:10:28.412" v="123" actId="478"/>
          <ac:spMkLst>
            <pc:docMk/>
            <pc:sldMk cId="3887042138" sldId="346"/>
            <ac:spMk id="2" creationId="{5489B9F2-67A1-476F-83ED-C8E0591BB344}"/>
          </ac:spMkLst>
        </pc:spChg>
        <pc:spChg chg="mod">
          <ac:chgData name="Andreas" userId="f1a27a91-fb80-49c6-a061-1959e15afc91" providerId="ADAL" clId="{FF89BC70-3D36-4F4F-949C-DD8361087660}" dt="2020-04-15T09:11:36.011" v="135" actId="1076"/>
          <ac:spMkLst>
            <pc:docMk/>
            <pc:sldMk cId="3887042138" sldId="346"/>
            <ac:spMk id="6" creationId="{289181EA-5F2D-4783-A466-BF7060E0BA2E}"/>
          </ac:spMkLst>
        </pc:spChg>
        <pc:grpChg chg="add 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5" creationId="{E4347991-90D6-40E5-8C75-5C42C9059681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0" creationId="{91CDD93B-EBC1-4450-B04F-8D1267D6911C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3" creationId="{1889159C-436C-4AA6-AF46-3DFB7105AE49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6" creationId="{4305BC33-523C-458D-82B3-F1DC26FE333C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9" creationId="{0A60D5DC-0196-41E0-9F61-1BC89192C7E0}"/>
          </ac:grpSpMkLst>
        </pc:grpChg>
        <pc:picChg chg="add mod">
          <ac:chgData name="Andreas" userId="f1a27a91-fb80-49c6-a061-1959e15afc91" providerId="ADAL" clId="{FF89BC70-3D36-4F4F-949C-DD8361087660}" dt="2020-04-15T09:11:31.675" v="133" actId="164"/>
          <ac:picMkLst>
            <pc:docMk/>
            <pc:sldMk cId="3887042138" sldId="346"/>
            <ac:picMk id="4" creationId="{C167AABE-79D8-4B68-966D-932B928999C1}"/>
          </ac:picMkLst>
        </pc:picChg>
        <pc:picChg chg="mod">
          <ac:chgData name="Andreas" userId="f1a27a91-fb80-49c6-a061-1959e15afc91" providerId="ADAL" clId="{FF89BC70-3D36-4F4F-949C-DD8361087660}" dt="2020-04-15T09:10:11.953" v="118" actId="1076"/>
          <ac:picMkLst>
            <pc:docMk/>
            <pc:sldMk cId="3887042138" sldId="346"/>
            <ac:picMk id="11" creationId="{326FF49C-64EF-4EAB-AFCE-281C2504C36D}"/>
          </ac:picMkLst>
        </pc:picChg>
        <pc:picChg chg="mod">
          <ac:chgData name="Andreas" userId="f1a27a91-fb80-49c6-a061-1959e15afc91" providerId="ADAL" clId="{FF89BC70-3D36-4F4F-949C-DD8361087660}" dt="2020-04-15T09:10:18.816" v="120" actId="1076"/>
          <ac:picMkLst>
            <pc:docMk/>
            <pc:sldMk cId="3887042138" sldId="346"/>
            <ac:picMk id="15" creationId="{C2E2F97B-B128-4120-B507-235FDAC98E7F}"/>
          </ac:picMkLst>
        </pc:picChg>
        <pc:picChg chg="add mod">
          <ac:chgData name="Andreas" userId="f1a27a91-fb80-49c6-a061-1959e15afc91" providerId="ADAL" clId="{FF89BC70-3D36-4F4F-949C-DD8361087660}" dt="2020-04-15T09:11:31.675" v="133" actId="164"/>
          <ac:picMkLst>
            <pc:docMk/>
            <pc:sldMk cId="3887042138" sldId="346"/>
            <ac:picMk id="1026" creationId="{ABD88EB4-C611-482A-A55E-9793804D7699}"/>
          </ac:picMkLst>
        </pc:picChg>
      </pc:sldChg>
      <pc:sldChg chg="add">
        <pc:chgData name="Andreas" userId="f1a27a91-fb80-49c6-a061-1959e15afc91" providerId="ADAL" clId="{FF89BC70-3D36-4F4F-949C-DD8361087660}" dt="2020-04-15T09:12:21.958" v="140"/>
        <pc:sldMkLst>
          <pc:docMk/>
          <pc:sldMk cId="453279210" sldId="2076136296"/>
        </pc:sldMkLst>
      </pc:sldChg>
    </pc:docChg>
  </pc:docChgLst>
  <pc:docChgLst>
    <pc:chgData name="Andreas" userId="f1a27a91-fb80-49c6-a061-1959e15afc91" providerId="ADAL" clId="{9860962F-FC7B-4BC6-B3C2-813BEDD77F72}"/>
    <pc:docChg chg="custSel addSld delSld modSld">
      <pc:chgData name="Andreas" userId="f1a27a91-fb80-49c6-a061-1959e15afc91" providerId="ADAL" clId="{9860962F-FC7B-4BC6-B3C2-813BEDD77F72}" dt="2021-05-11T06:48:14.212" v="26" actId="729"/>
      <pc:docMkLst>
        <pc:docMk/>
      </pc:docMkLst>
      <pc:sldChg chg="modSp mod">
        <pc:chgData name="Andreas" userId="f1a27a91-fb80-49c6-a061-1959e15afc91" providerId="ADAL" clId="{9860962F-FC7B-4BC6-B3C2-813BEDD77F72}" dt="2021-05-11T06:40:37.249" v="4" actId="20577"/>
        <pc:sldMkLst>
          <pc:docMk/>
          <pc:sldMk cId="3908362423" sldId="314"/>
        </pc:sldMkLst>
        <pc:spChg chg="mod">
          <ac:chgData name="Andreas" userId="f1a27a91-fb80-49c6-a061-1959e15afc91" providerId="ADAL" clId="{9860962F-FC7B-4BC6-B3C2-813BEDD77F72}" dt="2021-05-11T06:40:37.249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" userId="f1a27a91-fb80-49c6-a061-1959e15afc91" providerId="ADAL" clId="{9860962F-FC7B-4BC6-B3C2-813BEDD77F72}" dt="2021-05-11T06:41:07.546" v="11" actId="20577"/>
        <pc:sldMkLst>
          <pc:docMk/>
          <pc:sldMk cId="1406265366" sldId="319"/>
        </pc:sldMkLst>
        <pc:spChg chg="mod">
          <ac:chgData name="Andreas" userId="f1a27a91-fb80-49c6-a061-1959e15afc91" providerId="ADAL" clId="{9860962F-FC7B-4BC6-B3C2-813BEDD77F72}" dt="2021-05-11T06:41:07.546" v="11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" userId="f1a27a91-fb80-49c6-a061-1959e15afc91" providerId="ADAL" clId="{9860962F-FC7B-4BC6-B3C2-813BEDD77F72}" dt="2021-05-11T06:45:42.907" v="25" actId="1076"/>
        <pc:sldMkLst>
          <pc:docMk/>
          <pc:sldMk cId="820736664" sldId="321"/>
        </pc:sldMkLst>
        <pc:spChg chg="mod">
          <ac:chgData name="Andreas" userId="f1a27a91-fb80-49c6-a061-1959e15afc91" providerId="ADAL" clId="{9860962F-FC7B-4BC6-B3C2-813BEDD77F72}" dt="2021-05-11T06:45:21.050" v="22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" userId="f1a27a91-fb80-49c6-a061-1959e15afc91" providerId="ADAL" clId="{9860962F-FC7B-4BC6-B3C2-813BEDD77F72}" dt="2021-05-11T06:45:42.907" v="25" actId="1076"/>
          <ac:picMkLst>
            <pc:docMk/>
            <pc:sldMk cId="820736664" sldId="321"/>
            <ac:picMk id="4" creationId="{440336A7-C981-4F72-990A-A23068EEA2C1}"/>
          </ac:picMkLst>
        </pc:picChg>
        <pc:picChg chg="del">
          <ac:chgData name="Andreas" userId="f1a27a91-fb80-49c6-a061-1959e15afc91" providerId="ADAL" clId="{9860962F-FC7B-4BC6-B3C2-813BEDD77F72}" dt="2021-05-11T06:45:38.904" v="23" actId="478"/>
          <ac:picMkLst>
            <pc:docMk/>
            <pc:sldMk cId="820736664" sldId="321"/>
            <ac:picMk id="1026" creationId="{A5E6E6B2-A3EF-49E2-AADD-D8F25295F5FB}"/>
          </ac:picMkLst>
        </pc:picChg>
      </pc:sldChg>
      <pc:sldChg chg="modSp">
        <pc:chgData name="Andreas" userId="f1a27a91-fb80-49c6-a061-1959e15afc91" providerId="ADAL" clId="{9860962F-FC7B-4BC6-B3C2-813BEDD77F72}" dt="2021-05-11T06:41:49.860" v="21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9860962F-FC7B-4BC6-B3C2-813BEDD77F72}" dt="2021-05-11T06:41:49.860" v="2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" userId="f1a27a91-fb80-49c6-a061-1959e15afc91" providerId="ADAL" clId="{9860962F-FC7B-4BC6-B3C2-813BEDD77F72}" dt="2021-05-11T06:48:14.212" v="26" actId="729"/>
        <pc:sldMkLst>
          <pc:docMk/>
          <pc:sldMk cId="2912987150" sldId="344"/>
        </pc:sldMkLst>
      </pc:sldChg>
      <pc:sldChg chg="new del">
        <pc:chgData name="Andreas" userId="f1a27a91-fb80-49c6-a061-1959e15afc91" providerId="ADAL" clId="{9860962F-FC7B-4BC6-B3C2-813BEDD77F72}" dt="2021-05-11T06:41:18.682" v="13" actId="47"/>
        <pc:sldMkLst>
          <pc:docMk/>
          <pc:sldMk cId="3198675150" sldId="2076136918"/>
        </pc:sldMkLst>
      </pc:sldChg>
      <pc:sldChg chg="modSp add mod">
        <pc:chgData name="Andreas" userId="f1a27a91-fb80-49c6-a061-1959e15afc91" providerId="ADAL" clId="{9860962F-FC7B-4BC6-B3C2-813BEDD77F72}" dt="2021-05-11T06:41:25.489" v="20" actId="20577"/>
        <pc:sldMkLst>
          <pc:docMk/>
          <pc:sldMk cId="3355931194" sldId="2076136918"/>
        </pc:sldMkLst>
        <pc:spChg chg="mod">
          <ac:chgData name="Andreas" userId="f1a27a91-fb80-49c6-a061-1959e15afc91" providerId="ADAL" clId="{9860962F-FC7B-4BC6-B3C2-813BEDD77F72}" dt="2021-05-11T06:41:25.489" v="20" actId="20577"/>
          <ac:spMkLst>
            <pc:docMk/>
            <pc:sldMk cId="3355931194" sldId="2076136918"/>
            <ac:spMk id="2" creationId="{00000000-0000-0000-0000-000000000000}"/>
          </ac:spMkLst>
        </pc:spChg>
      </pc:sldChg>
    </pc:docChg>
  </pc:docChgLst>
  <pc:docChgLst>
    <pc:chgData name="Andreas Willich" userId="f1a27a91-fb80-49c6-a061-1959e15afc91" providerId="ADAL" clId="{369F5543-1AE6-48BD-A175-CBFF4C2E5D48}"/>
    <pc:docChg chg="modSld">
      <pc:chgData name="Andreas Willich" userId="f1a27a91-fb80-49c6-a061-1959e15afc91" providerId="ADAL" clId="{369F5543-1AE6-48BD-A175-CBFF4C2E5D48}" dt="2020-01-27T16:33:12.979" v="6" actId="207"/>
      <pc:docMkLst>
        <pc:docMk/>
      </pc:docMkLst>
      <pc:sldChg chg="modSp">
        <pc:chgData name="Andreas Willich" userId="f1a27a91-fb80-49c6-a061-1959e15afc91" providerId="ADAL" clId="{369F5543-1AE6-48BD-A175-CBFF4C2E5D48}" dt="2020-01-27T16:32:51.104" v="1" actId="207"/>
        <pc:sldMkLst>
          <pc:docMk/>
          <pc:sldMk cId="816153105" sldId="313"/>
        </pc:sldMkLst>
        <pc:spChg chg="mod">
          <ac:chgData name="Andreas Willich" userId="f1a27a91-fb80-49c6-a061-1959e15afc91" providerId="ADAL" clId="{369F5543-1AE6-48BD-A175-CBFF4C2E5D48}" dt="2020-01-27T16:32:51.104" v="1" actId="207"/>
          <ac:spMkLst>
            <pc:docMk/>
            <pc:sldMk cId="816153105" sldId="313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369F5543-1AE6-48BD-A175-CBFF4C2E5D48}" dt="2020-01-27T16:32:44.619" v="0" actId="207"/>
        <pc:sldMkLst>
          <pc:docMk/>
          <pc:sldMk cId="1878672232" sldId="316"/>
        </pc:sldMkLst>
        <pc:spChg chg="mod">
          <ac:chgData name="Andreas Willich" userId="f1a27a91-fb80-49c6-a061-1959e15afc91" providerId="ADAL" clId="{369F5543-1AE6-48BD-A175-CBFF4C2E5D48}" dt="2020-01-27T16:32:44.619" v="0" actId="207"/>
          <ac:spMkLst>
            <pc:docMk/>
            <pc:sldMk cId="1878672232" sldId="316"/>
            <ac:spMk id="3" creationId="{183F6854-477B-47BA-A625-FE388215D100}"/>
          </ac:spMkLst>
        </pc:spChg>
      </pc:sldChg>
      <pc:sldChg chg="modSp">
        <pc:chgData name="Andreas Willich" userId="f1a27a91-fb80-49c6-a061-1959e15afc91" providerId="ADAL" clId="{369F5543-1AE6-48BD-A175-CBFF4C2E5D48}" dt="2020-01-27T16:33:12.979" v="6" actId="207"/>
        <pc:sldMkLst>
          <pc:docMk/>
          <pc:sldMk cId="3384348233" sldId="323"/>
        </pc:sldMkLst>
        <pc:spChg chg="mod">
          <ac:chgData name="Andreas Willich" userId="f1a27a91-fb80-49c6-a061-1959e15afc91" providerId="ADAL" clId="{369F5543-1AE6-48BD-A175-CBFF4C2E5D48}" dt="2020-01-27T16:33:12.979" v="6" actId="207"/>
          <ac:spMkLst>
            <pc:docMk/>
            <pc:sldMk cId="3384348233" sldId="323"/>
            <ac:spMk id="3" creationId="{289E3AF7-7970-4C4F-817F-AC811F0C78F9}"/>
          </ac:spMkLst>
        </pc:spChg>
      </pc:sldChg>
    </pc:docChg>
  </pc:docChgLst>
  <pc:docChgLst>
    <pc:chgData name="Andreas Willich" userId="f1a27a91-fb80-49c6-a061-1959e15afc91" providerId="ADAL" clId="{94401715-A8A7-4F3F-AC84-74E2A50DC6ED}"/>
    <pc:docChg chg="custSel mod addSld delSld modSld">
      <pc:chgData name="Andreas Willich" userId="f1a27a91-fb80-49c6-a061-1959e15afc91" providerId="ADAL" clId="{94401715-A8A7-4F3F-AC84-74E2A50DC6ED}" dt="2020-11-23T13:51:19.346" v="197"/>
      <pc:docMkLst>
        <pc:docMk/>
      </pc:docMkLst>
      <pc:sldChg chg="modSp">
        <pc:chgData name="Andreas Willich" userId="f1a27a91-fb80-49c6-a061-1959e15afc91" providerId="ADAL" clId="{94401715-A8A7-4F3F-AC84-74E2A50DC6ED}" dt="2020-11-23T13:28:59.580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94401715-A8A7-4F3F-AC84-74E2A50DC6ED}" dt="2020-11-23T13:28:59.580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94401715-A8A7-4F3F-AC84-74E2A50DC6ED}" dt="2020-11-23T13:42:13.882" v="11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94401715-A8A7-4F3F-AC84-74E2A50DC6ED}" dt="2020-11-23T13:42:13.882" v="11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94401715-A8A7-4F3F-AC84-74E2A50DC6ED}" dt="2020-11-23T13:45:32.716" v="132"/>
        <pc:sldMkLst>
          <pc:docMk/>
          <pc:sldMk cId="820736664" sldId="321"/>
        </pc:sldMkLst>
        <pc:spChg chg="mod">
          <ac:chgData name="Andreas Willich" userId="f1a27a91-fb80-49c6-a061-1959e15afc91" providerId="ADAL" clId="{94401715-A8A7-4F3F-AC84-74E2A50DC6ED}" dt="2020-11-23T13:45:32.716" v="132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94401715-A8A7-4F3F-AC84-74E2A50DC6ED}" dt="2020-11-23T13:44:22.762" v="131" actId="1076"/>
          <ac:picMkLst>
            <pc:docMk/>
            <pc:sldMk cId="820736664" sldId="321"/>
            <ac:picMk id="4" creationId="{C5D9D54F-0957-4A68-B5BB-1B37FA059850}"/>
          </ac:picMkLst>
        </pc:picChg>
        <pc:picChg chg="del">
          <ac:chgData name="Andreas Willich" userId="f1a27a91-fb80-49c6-a061-1959e15afc91" providerId="ADAL" clId="{94401715-A8A7-4F3F-AC84-74E2A50DC6ED}" dt="2020-11-23T13:44:15.958" v="128" actId="478"/>
          <ac:picMkLst>
            <pc:docMk/>
            <pc:sldMk cId="820736664" sldId="321"/>
            <ac:picMk id="1026" creationId="{FD382090-8B26-425A-81D6-47CFA04E662A}"/>
          </ac:picMkLst>
        </pc:picChg>
      </pc:sldChg>
      <pc:sldChg chg="modSp">
        <pc:chgData name="Andreas Willich" userId="f1a27a91-fb80-49c6-a061-1959e15afc91" providerId="ADAL" clId="{94401715-A8A7-4F3F-AC84-74E2A50DC6ED}" dt="2020-11-23T13:42:48.645" v="127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94401715-A8A7-4F3F-AC84-74E2A50DC6ED}" dt="2020-11-23T13:42:48.645" v="12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modSp mod setBg">
        <pc:chgData name="Andreas Willich" userId="f1a27a91-fb80-49c6-a061-1959e15afc91" providerId="ADAL" clId="{94401715-A8A7-4F3F-AC84-74E2A50DC6ED}" dt="2020-11-23T13:47:21.396" v="142" actId="26606"/>
        <pc:sldMkLst>
          <pc:docMk/>
          <pc:sldMk cId="3757817415" sldId="356"/>
        </pc:sldMkLst>
        <pc:spChg chg="mod">
          <ac:chgData name="Andreas Willich" userId="f1a27a91-fb80-49c6-a061-1959e15afc91" providerId="ADAL" clId="{94401715-A8A7-4F3F-AC84-74E2A50DC6ED}" dt="2020-11-23T13:47:21.396" v="142" actId="26606"/>
          <ac:spMkLst>
            <pc:docMk/>
            <pc:sldMk cId="3757817415" sldId="356"/>
            <ac:spMk id="2" creationId="{37E171D2-C851-49BB-BD4D-A9D00C0C2888}"/>
          </ac:spMkLst>
        </pc:spChg>
        <pc:spChg chg="add">
          <ac:chgData name="Andreas Willich" userId="f1a27a91-fb80-49c6-a061-1959e15afc91" providerId="ADAL" clId="{94401715-A8A7-4F3F-AC84-74E2A50DC6ED}" dt="2020-11-23T13:47:21.396" v="142" actId="26606"/>
          <ac:spMkLst>
            <pc:docMk/>
            <pc:sldMk cId="3757817415" sldId="356"/>
            <ac:spMk id="20" creationId="{5CD072FB-CD64-4E20-B8AA-375F843567EF}"/>
          </ac:spMkLst>
        </pc:spChg>
        <pc:grpChg chg="add">
          <ac:chgData name="Andreas Willich" userId="f1a27a91-fb80-49c6-a061-1959e15afc91" providerId="ADAL" clId="{94401715-A8A7-4F3F-AC84-74E2A50DC6ED}" dt="2020-11-23T13:47:21.396" v="142" actId="26606"/>
          <ac:grpSpMkLst>
            <pc:docMk/>
            <pc:sldMk cId="3757817415" sldId="356"/>
            <ac:grpSpMk id="12" creationId="{DE831112-FBC4-43D2-9D35-A250B9B5DFE6}"/>
          </ac:grpSpMkLst>
        </pc:grpChg>
        <pc:picChg chg="mo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4" creationId="{09740D33-19F0-40FB-BA26-AE70E472C50E}"/>
          </ac:picMkLst>
        </pc:picChg>
        <pc:picChg chg="add mod or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5" creationId="{6713526C-4F2E-437B-AA82-01EB840C42A0}"/>
          </ac:picMkLst>
        </pc:picChg>
        <pc:picChg chg="mo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6" creationId="{BDAB3D8A-A002-46A9-B003-B2FD48C9C92F}"/>
          </ac:picMkLst>
        </pc:picChg>
        <pc:picChg chg="mo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7" creationId="{537F4741-5D55-4510-8571-8123A30691EE}"/>
          </ac:picMkLst>
        </pc:picChg>
      </pc:sldChg>
      <pc:sldChg chg="modSp">
        <pc:chgData name="Andreas Willich" userId="f1a27a91-fb80-49c6-a061-1959e15afc91" providerId="ADAL" clId="{94401715-A8A7-4F3F-AC84-74E2A50DC6ED}" dt="2020-11-23T13:51:19.346" v="197"/>
        <pc:sldMkLst>
          <pc:docMk/>
          <pc:sldMk cId="3611784228" sldId="2076136300"/>
        </pc:sldMkLst>
        <pc:spChg chg="mod">
          <ac:chgData name="Andreas Willich" userId="f1a27a91-fb80-49c6-a061-1959e15afc91" providerId="ADAL" clId="{94401715-A8A7-4F3F-AC84-74E2A50DC6ED}" dt="2020-11-23T13:51:19.346" v="197"/>
          <ac:spMkLst>
            <pc:docMk/>
            <pc:sldMk cId="3611784228" sldId="2076136300"/>
            <ac:spMk id="4" creationId="{D7925A7C-AB59-454A-B250-F65B7CA9A084}"/>
          </ac:spMkLst>
        </pc:spChg>
      </pc:sldChg>
      <pc:sldChg chg="addSp delSp modSp mod setBg">
        <pc:chgData name="Andreas Willich" userId="f1a27a91-fb80-49c6-a061-1959e15afc91" providerId="ADAL" clId="{94401715-A8A7-4F3F-AC84-74E2A50DC6ED}" dt="2020-11-23T13:47:52.151" v="145" actId="26606"/>
        <pc:sldMkLst>
          <pc:docMk/>
          <pc:sldMk cId="602454855" sldId="2076136301"/>
        </pc:sldMkLst>
        <pc:spChg chg="mod">
          <ac:chgData name="Andreas Willich" userId="f1a27a91-fb80-49c6-a061-1959e15afc91" providerId="ADAL" clId="{94401715-A8A7-4F3F-AC84-74E2A50DC6ED}" dt="2020-11-23T13:47:52.151" v="145" actId="26606"/>
          <ac:spMkLst>
            <pc:docMk/>
            <pc:sldMk cId="602454855" sldId="2076136301"/>
            <ac:spMk id="2" creationId="{00000000-0000-0000-0000-000000000000}"/>
          </ac:spMkLst>
        </pc:spChg>
        <pc:spChg chg="del">
          <ac:chgData name="Andreas Willich" userId="f1a27a91-fb80-49c6-a061-1959e15afc91" providerId="ADAL" clId="{94401715-A8A7-4F3F-AC84-74E2A50DC6ED}" dt="2020-11-23T13:47:49.762" v="144" actId="478"/>
          <ac:spMkLst>
            <pc:docMk/>
            <pc:sldMk cId="602454855" sldId="2076136301"/>
            <ac:spMk id="3" creationId="{00000000-0000-0000-0000-000000000000}"/>
          </ac:spMkLst>
        </pc:spChg>
        <pc:spChg chg="add">
          <ac:chgData name="Andreas Willich" userId="f1a27a91-fb80-49c6-a061-1959e15afc91" providerId="ADAL" clId="{94401715-A8A7-4F3F-AC84-74E2A50DC6ED}" dt="2020-11-23T13:47:52.151" v="145" actId="26606"/>
          <ac:spMkLst>
            <pc:docMk/>
            <pc:sldMk cId="602454855" sldId="2076136301"/>
            <ac:spMk id="15" creationId="{CE3D4922-3D1C-4679-9A86-15BFC1A252F0}"/>
          </ac:spMkLst>
        </pc:spChg>
        <pc:spChg chg="add">
          <ac:chgData name="Andreas Willich" userId="f1a27a91-fb80-49c6-a061-1959e15afc91" providerId="ADAL" clId="{94401715-A8A7-4F3F-AC84-74E2A50DC6ED}" dt="2020-11-23T13:47:52.151" v="145" actId="26606"/>
          <ac:spMkLst>
            <pc:docMk/>
            <pc:sldMk cId="602454855" sldId="2076136301"/>
            <ac:spMk id="17" creationId="{164E9BCF-1B67-4514-808C-A5DCBDEB4A85}"/>
          </ac:spMkLst>
        </pc:spChg>
        <pc:grpChg chg="add">
          <ac:chgData name="Andreas Willich" userId="f1a27a91-fb80-49c6-a061-1959e15afc91" providerId="ADAL" clId="{94401715-A8A7-4F3F-AC84-74E2A50DC6ED}" dt="2020-11-23T13:47:52.151" v="145" actId="26606"/>
          <ac:grpSpMkLst>
            <pc:docMk/>
            <pc:sldMk cId="602454855" sldId="2076136301"/>
            <ac:grpSpMk id="7" creationId="{E9D059B6-ADD8-488A-B346-63289E90D13F}"/>
          </ac:grpSpMkLst>
        </pc:grpChg>
        <pc:grpChg chg="add">
          <ac:chgData name="Andreas Willich" userId="f1a27a91-fb80-49c6-a061-1959e15afc91" providerId="ADAL" clId="{94401715-A8A7-4F3F-AC84-74E2A50DC6ED}" dt="2020-11-23T13:47:52.151" v="145" actId="26606"/>
          <ac:grpSpMkLst>
            <pc:docMk/>
            <pc:sldMk cId="602454855" sldId="2076136301"/>
            <ac:grpSpMk id="19" creationId="{32238778-9D1D-45F4-BB78-76F208A224B4}"/>
          </ac:grpSpMkLst>
        </pc:grpChg>
      </pc:sldChg>
      <pc:sldChg chg="addSp modSp mod setBg">
        <pc:chgData name="Andreas Willich" userId="f1a27a91-fb80-49c6-a061-1959e15afc91" providerId="ADAL" clId="{94401715-A8A7-4F3F-AC84-74E2A50DC6ED}" dt="2020-11-23T13:46:14.579" v="141" actId="26606"/>
        <pc:sldMkLst>
          <pc:docMk/>
          <pc:sldMk cId="363290704" sldId="2076136306"/>
        </pc:sldMkLst>
        <pc:spChg chg="mod">
          <ac:chgData name="Andreas Willich" userId="f1a27a91-fb80-49c6-a061-1959e15afc91" providerId="ADAL" clId="{94401715-A8A7-4F3F-AC84-74E2A50DC6ED}" dt="2020-11-23T13:46:14.579" v="141" actId="26606"/>
          <ac:spMkLst>
            <pc:docMk/>
            <pc:sldMk cId="363290704" sldId="2076136306"/>
            <ac:spMk id="2" creationId="{9FA355AB-0459-4D79-B918-3DCE696E092C}"/>
          </ac:spMkLst>
        </pc:spChg>
        <pc:spChg chg="mod">
          <ac:chgData name="Andreas Willich" userId="f1a27a91-fb80-49c6-a061-1959e15afc91" providerId="ADAL" clId="{94401715-A8A7-4F3F-AC84-74E2A50DC6ED}" dt="2020-11-23T13:46:14.579" v="141" actId="26606"/>
          <ac:spMkLst>
            <pc:docMk/>
            <pc:sldMk cId="363290704" sldId="2076136306"/>
            <ac:spMk id="3" creationId="{023A6FCC-F2F2-40E2-9047-052EF4B30FDD}"/>
          </ac:spMkLst>
        </pc:spChg>
        <pc:spChg chg="add">
          <ac:chgData name="Andreas Willich" userId="f1a27a91-fb80-49c6-a061-1959e15afc91" providerId="ADAL" clId="{94401715-A8A7-4F3F-AC84-74E2A50DC6ED}" dt="2020-11-23T13:46:14.579" v="141" actId="26606"/>
          <ac:spMkLst>
            <pc:docMk/>
            <pc:sldMk cId="363290704" sldId="2076136306"/>
            <ac:spMk id="18" creationId="{260615AE-7DBC-4FF7-9107-9FE957695B02}"/>
          </ac:spMkLst>
        </pc:spChg>
        <pc:grpChg chg="add">
          <ac:chgData name="Andreas Willich" userId="f1a27a91-fb80-49c6-a061-1959e15afc91" providerId="ADAL" clId="{94401715-A8A7-4F3F-AC84-74E2A50DC6ED}" dt="2020-11-23T13:46:14.579" v="141" actId="26606"/>
          <ac:grpSpMkLst>
            <pc:docMk/>
            <pc:sldMk cId="363290704" sldId="2076136306"/>
            <ac:grpSpMk id="10" creationId="{C616B3DC-C165-433D-9187-62DCC0E317D3}"/>
          </ac:grpSpMkLst>
        </pc:grpChg>
        <pc:picChg chg="add">
          <ac:chgData name="Andreas Willich" userId="f1a27a91-fb80-49c6-a061-1959e15afc91" providerId="ADAL" clId="{94401715-A8A7-4F3F-AC84-74E2A50DC6ED}" dt="2020-11-23T13:46:14.579" v="141" actId="26606"/>
          <ac:picMkLst>
            <pc:docMk/>
            <pc:sldMk cId="363290704" sldId="2076136306"/>
            <ac:picMk id="7" creationId="{B5C3F302-13FB-41A4-A57A-4CC152E73D25}"/>
          </ac:picMkLst>
        </pc:picChg>
      </pc:sldChg>
      <pc:sldChg chg="del">
        <pc:chgData name="Andreas Willich" userId="f1a27a91-fb80-49c6-a061-1959e15afc91" providerId="ADAL" clId="{94401715-A8A7-4F3F-AC84-74E2A50DC6ED}" dt="2020-11-23T13:40:56.796" v="20" actId="2696"/>
        <pc:sldMkLst>
          <pc:docMk/>
          <pc:sldMk cId="1849694684" sldId="2076136309"/>
        </pc:sldMkLst>
      </pc:sldChg>
      <pc:sldChg chg="addSp modSp add mod setBg">
        <pc:chgData name="Andreas Willich" userId="f1a27a91-fb80-49c6-a061-1959e15afc91" providerId="ADAL" clId="{94401715-A8A7-4F3F-AC84-74E2A50DC6ED}" dt="2020-11-23T13:47:31.607" v="143" actId="26606"/>
        <pc:sldMkLst>
          <pc:docMk/>
          <pc:sldMk cId="2587979808" sldId="2076136917"/>
        </pc:sldMkLst>
        <pc:spChg chg="mod">
          <ac:chgData name="Andreas Willich" userId="f1a27a91-fb80-49c6-a061-1959e15afc91" providerId="ADAL" clId="{94401715-A8A7-4F3F-AC84-74E2A50DC6ED}" dt="2020-11-23T13:47:31.607" v="143" actId="26606"/>
          <ac:spMkLst>
            <pc:docMk/>
            <pc:sldMk cId="2587979808" sldId="2076136917"/>
            <ac:spMk id="2" creationId="{37E171D2-C851-49BB-BD4D-A9D00C0C2888}"/>
          </ac:spMkLst>
        </pc:spChg>
        <pc:spChg chg="add">
          <ac:chgData name="Andreas Willich" userId="f1a27a91-fb80-49c6-a061-1959e15afc91" providerId="ADAL" clId="{94401715-A8A7-4F3F-AC84-74E2A50DC6ED}" dt="2020-11-23T13:47:31.607" v="143" actId="26606"/>
          <ac:spMkLst>
            <pc:docMk/>
            <pc:sldMk cId="2587979808" sldId="2076136917"/>
            <ac:spMk id="20" creationId="{5CD072FB-CD64-4E20-B8AA-375F843567EF}"/>
          </ac:spMkLst>
        </pc:spChg>
        <pc:grpChg chg="add">
          <ac:chgData name="Andreas Willich" userId="f1a27a91-fb80-49c6-a061-1959e15afc91" providerId="ADAL" clId="{94401715-A8A7-4F3F-AC84-74E2A50DC6ED}" dt="2020-11-23T13:47:31.607" v="143" actId="26606"/>
          <ac:grpSpMkLst>
            <pc:docMk/>
            <pc:sldMk cId="2587979808" sldId="2076136917"/>
            <ac:grpSpMk id="12" creationId="{DE831112-FBC4-43D2-9D35-A250B9B5DFE6}"/>
          </ac:grpSpMkLst>
        </pc:grpChg>
        <pc:picChg chg="mo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4" creationId="{09740D33-19F0-40FB-BA26-AE70E472C50E}"/>
          </ac:picMkLst>
        </pc:picChg>
        <pc:picChg chg="mod or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5" creationId="{6713526C-4F2E-437B-AA82-01EB840C42A0}"/>
          </ac:picMkLst>
        </pc:picChg>
        <pc:picChg chg="mo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6" creationId="{BDAB3D8A-A002-46A9-B003-B2FD48C9C92F}"/>
          </ac:picMkLst>
        </pc:picChg>
        <pc:picChg chg="mo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7" creationId="{537F4741-5D55-4510-8571-8123A30691EE}"/>
          </ac:picMkLst>
        </pc:picChg>
      </pc:sldChg>
    </pc:docChg>
  </pc:docChgLst>
  <pc:docChgLst>
    <pc:chgData name="Andreas" userId="f1a27a91-fb80-49c6-a061-1959e15afc91" providerId="ADAL" clId="{F1A70421-4B40-468B-B7E5-BF98112E87AB}"/>
    <pc:docChg chg="addSld modSld">
      <pc:chgData name="Andreas" userId="f1a27a91-fb80-49c6-a061-1959e15afc91" providerId="ADAL" clId="{F1A70421-4B40-468B-B7E5-BF98112E87AB}" dt="2020-04-14T09:07:57.897" v="118" actId="20577"/>
      <pc:docMkLst>
        <pc:docMk/>
      </pc:docMkLst>
      <pc:sldChg chg="add">
        <pc:chgData name="Andreas" userId="f1a27a91-fb80-49c6-a061-1959e15afc91" providerId="ADAL" clId="{F1A70421-4B40-468B-B7E5-BF98112E87AB}" dt="2020-04-14T09:07:07.841" v="0"/>
        <pc:sldMkLst>
          <pc:docMk/>
          <pc:sldMk cId="1227752644" sldId="2076136233"/>
        </pc:sldMkLst>
      </pc:sldChg>
      <pc:sldChg chg="add">
        <pc:chgData name="Andreas" userId="f1a27a91-fb80-49c6-a061-1959e15afc91" providerId="ADAL" clId="{F1A70421-4B40-468B-B7E5-BF98112E87AB}" dt="2020-04-14T09:07:07.841" v="0"/>
        <pc:sldMkLst>
          <pc:docMk/>
          <pc:sldMk cId="1347562593" sldId="2076136254"/>
        </pc:sldMkLst>
      </pc:sldChg>
      <pc:sldChg chg="add modNotesTx">
        <pc:chgData name="Andreas" userId="f1a27a91-fb80-49c6-a061-1959e15afc91" providerId="ADAL" clId="{F1A70421-4B40-468B-B7E5-BF98112E87AB}" dt="2020-04-14T09:07:57.897" v="118" actId="20577"/>
        <pc:sldMkLst>
          <pc:docMk/>
          <pc:sldMk cId="1152218513" sldId="2076136295"/>
        </pc:sldMkLst>
      </pc:sldChg>
    </pc:docChg>
  </pc:docChgLst>
  <pc:docChgLst>
    <pc:chgData name="Andreas" userId="f1a27a91-fb80-49c6-a061-1959e15afc91" providerId="ADAL" clId="{A6A8A3F8-DB62-42B8-85DE-E5CA23F41B08}"/>
    <pc:docChg chg="addSld delSld modSld">
      <pc:chgData name="Andreas" userId="f1a27a91-fb80-49c6-a061-1959e15afc91" providerId="ADAL" clId="{A6A8A3F8-DB62-42B8-85DE-E5CA23F41B08}" dt="2020-11-24T08:41:58.606" v="41" actId="20577"/>
      <pc:docMkLst>
        <pc:docMk/>
      </pc:docMkLst>
      <pc:sldChg chg="add">
        <pc:chgData name="Andreas" userId="f1a27a91-fb80-49c6-a061-1959e15afc91" providerId="ADAL" clId="{A6A8A3F8-DB62-42B8-85DE-E5CA23F41B08}" dt="2020-11-24T08:34:04.074" v="0"/>
        <pc:sldMkLst>
          <pc:docMk/>
          <pc:sldMk cId="2260171572" sldId="257"/>
        </pc:sldMkLst>
      </pc:sldChg>
      <pc:sldChg chg="add del">
        <pc:chgData name="Andreas" userId="f1a27a91-fb80-49c6-a061-1959e15afc91" providerId="ADAL" clId="{A6A8A3F8-DB62-42B8-85DE-E5CA23F41B08}" dt="2020-11-24T08:35:57.453" v="6"/>
        <pc:sldMkLst>
          <pc:docMk/>
          <pc:sldMk cId="2871497012" sldId="259"/>
        </pc:sldMkLst>
      </pc:sldChg>
      <pc:sldChg chg="add del">
        <pc:chgData name="Andreas" userId="f1a27a91-fb80-49c6-a061-1959e15afc91" providerId="ADAL" clId="{A6A8A3F8-DB62-42B8-85DE-E5CA23F41B08}" dt="2020-11-24T08:35:36.275" v="3"/>
        <pc:sldMkLst>
          <pc:docMk/>
          <pc:sldMk cId="2749397067" sldId="271"/>
        </pc:sldMkLst>
      </pc:sldChg>
      <pc:sldChg chg="modSp">
        <pc:chgData name="Andreas" userId="f1a27a91-fb80-49c6-a061-1959e15afc91" providerId="ADAL" clId="{A6A8A3F8-DB62-42B8-85DE-E5CA23F41B08}" dt="2020-11-24T08:41:58.606" v="41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A6A8A3F8-DB62-42B8-85DE-E5CA23F41B08}" dt="2020-11-24T08:41:58.606" v="4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">
        <pc:chgData name="Andreas" userId="f1a27a91-fb80-49c6-a061-1959e15afc91" providerId="ADAL" clId="{A6A8A3F8-DB62-42B8-85DE-E5CA23F41B08}" dt="2020-11-24T08:38:15.824" v="13"/>
        <pc:sldMkLst>
          <pc:docMk/>
          <pc:sldMk cId="3611784228" sldId="2076136300"/>
        </pc:sldMkLst>
        <pc:spChg chg="mod">
          <ac:chgData name="Andreas" userId="f1a27a91-fb80-49c6-a061-1959e15afc91" providerId="ADAL" clId="{A6A8A3F8-DB62-42B8-85DE-E5CA23F41B08}" dt="2020-11-24T08:38:15.824" v="13"/>
          <ac:spMkLst>
            <pc:docMk/>
            <pc:sldMk cId="3611784228" sldId="2076136300"/>
            <ac:spMk id="4" creationId="{D7925A7C-AB59-454A-B250-F65B7CA9A084}"/>
          </ac:spMkLst>
        </pc:spChg>
      </pc:sldChg>
      <pc:sldChg chg="add">
        <pc:chgData name="Andreas" userId="f1a27a91-fb80-49c6-a061-1959e15afc91" providerId="ADAL" clId="{A6A8A3F8-DB62-42B8-85DE-E5CA23F41B08}" dt="2020-11-24T08:39:32.135" v="16"/>
        <pc:sldMkLst>
          <pc:docMk/>
          <pc:sldMk cId="1363913116" sldId="2076136918"/>
        </pc:sldMkLst>
      </pc:sldChg>
      <pc:sldChg chg="add del">
        <pc:chgData name="Andreas" userId="f1a27a91-fb80-49c6-a061-1959e15afc91" providerId="ADAL" clId="{A6A8A3F8-DB62-42B8-85DE-E5CA23F41B08}" dt="2020-11-24T08:39:32.118" v="15"/>
        <pc:sldMkLst>
          <pc:docMk/>
          <pc:sldMk cId="2529831504" sldId="2076136918"/>
        </pc:sldMkLst>
      </pc:sldChg>
    </pc:docChg>
  </pc:docChgLst>
  <pc:docChgLst>
    <pc:chgData name="Andreas Willich" userId="f1a27a91-fb80-49c6-a061-1959e15afc91" providerId="ADAL" clId="{FB8AF7FD-A0BE-44E6-9139-F81016C21332}"/>
    <pc:docChg chg="custSel addSld delSld modSld">
      <pc:chgData name="Andreas Willich" userId="f1a27a91-fb80-49c6-a061-1959e15afc91" providerId="ADAL" clId="{FB8AF7FD-A0BE-44E6-9139-F81016C21332}" dt="2021-01-19T16:29:09.851" v="68" actId="20577"/>
      <pc:docMkLst>
        <pc:docMk/>
      </pc:docMkLst>
      <pc:sldChg chg="modSp mod">
        <pc:chgData name="Andreas Willich" userId="f1a27a91-fb80-49c6-a061-1959e15afc91" providerId="ADAL" clId="{FB8AF7FD-A0BE-44E6-9139-F81016C21332}" dt="2021-01-17T16:52:08.343" v="53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B8AF7FD-A0BE-44E6-9139-F81016C21332}" dt="2021-01-17T16:52:08.343" v="53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FB8AF7FD-A0BE-44E6-9139-F81016C21332}" dt="2021-01-19T16:29:05.182" v="66"/>
        <pc:sldMkLst>
          <pc:docMk/>
          <pc:sldMk cId="1406265366" sldId="319"/>
        </pc:sldMkLst>
        <pc:spChg chg="mod">
          <ac:chgData name="Andreas Willich" userId="f1a27a91-fb80-49c6-a061-1959e15afc91" providerId="ADAL" clId="{FB8AF7FD-A0BE-44E6-9139-F81016C21332}" dt="2021-01-19T16:29:05.182" v="66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FB8AF7FD-A0BE-44E6-9139-F81016C21332}" dt="2021-01-17T16:51:43.452" v="52"/>
        <pc:sldMkLst>
          <pc:docMk/>
          <pc:sldMk cId="820736664" sldId="321"/>
        </pc:sldMkLst>
        <pc:spChg chg="mod">
          <ac:chgData name="Andreas Willich" userId="f1a27a91-fb80-49c6-a061-1959e15afc91" providerId="ADAL" clId="{FB8AF7FD-A0BE-44E6-9139-F81016C21332}" dt="2021-01-17T16:51:43.452" v="52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FB8AF7FD-A0BE-44E6-9139-F81016C21332}" dt="2021-01-17T16:51:39.799" v="51" actId="1076"/>
          <ac:picMkLst>
            <pc:docMk/>
            <pc:sldMk cId="820736664" sldId="321"/>
            <ac:picMk id="4" creationId="{FB03BE69-D9AE-47EE-A2A1-BCE8D76F3BDF}"/>
          </ac:picMkLst>
        </pc:picChg>
        <pc:picChg chg="del">
          <ac:chgData name="Andreas Willich" userId="f1a27a91-fb80-49c6-a061-1959e15afc91" providerId="ADAL" clId="{FB8AF7FD-A0BE-44E6-9139-F81016C21332}" dt="2021-01-17T16:51:36.108" v="49" actId="478"/>
          <ac:picMkLst>
            <pc:docMk/>
            <pc:sldMk cId="820736664" sldId="321"/>
            <ac:picMk id="1026" creationId="{5DBEB03C-1543-4C07-A216-6A589B7A0B2C}"/>
          </ac:picMkLst>
        </pc:picChg>
      </pc:sldChg>
      <pc:sldChg chg="modSp">
        <pc:chgData name="Andreas Willich" userId="f1a27a91-fb80-49c6-a061-1959e15afc91" providerId="ADAL" clId="{FB8AF7FD-A0BE-44E6-9139-F81016C21332}" dt="2021-01-17T16:48:25.724" v="47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FB8AF7FD-A0BE-44E6-9139-F81016C21332}" dt="2021-01-17T16:48:25.724" v="4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 mod">
        <pc:chgData name="Andreas Willich" userId="f1a27a91-fb80-49c6-a061-1959e15afc91" providerId="ADAL" clId="{FB8AF7FD-A0BE-44E6-9139-F81016C21332}" dt="2021-01-17T16:46:42.137" v="15" actId="962"/>
        <pc:sldMkLst>
          <pc:docMk/>
          <pc:sldMk cId="3757817415" sldId="356"/>
        </pc:sldMkLst>
        <pc:picChg chg="del">
          <ac:chgData name="Andreas Willich" userId="f1a27a91-fb80-49c6-a061-1959e15afc91" providerId="ADAL" clId="{FB8AF7FD-A0BE-44E6-9139-F81016C21332}" dt="2021-01-17T16:46:24.663" v="11" actId="478"/>
          <ac:picMkLst>
            <pc:docMk/>
            <pc:sldMk cId="3757817415" sldId="356"/>
            <ac:picMk id="5" creationId="{6713526C-4F2E-437B-AA82-01EB840C42A0}"/>
          </ac:picMkLst>
        </pc:picChg>
        <pc:picChg chg="add mod">
          <ac:chgData name="Andreas Willich" userId="f1a27a91-fb80-49c6-a061-1959e15afc91" providerId="ADAL" clId="{FB8AF7FD-A0BE-44E6-9139-F81016C21332}" dt="2021-01-17T16:46:42.137" v="15" actId="962"/>
          <ac:picMkLst>
            <pc:docMk/>
            <pc:sldMk cId="3757817415" sldId="356"/>
            <ac:picMk id="8" creationId="{5AA3188D-796E-474A-9934-389E96FA04EB}"/>
          </ac:picMkLst>
        </pc:picChg>
      </pc:sldChg>
      <pc:sldChg chg="modSp mod">
        <pc:chgData name="Andreas Willich" userId="f1a27a91-fb80-49c6-a061-1959e15afc91" providerId="ADAL" clId="{FB8AF7FD-A0BE-44E6-9139-F81016C21332}" dt="2021-01-19T16:29:09.851" v="68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FB8AF7FD-A0BE-44E6-9139-F81016C21332}" dt="2021-01-19T16:29:09.851" v="68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del">
        <pc:chgData name="Andreas Willich" userId="f1a27a91-fb80-49c6-a061-1959e15afc91" providerId="ADAL" clId="{FB8AF7FD-A0BE-44E6-9139-F81016C21332}" dt="2021-01-17T16:48:37.435" v="48" actId="47"/>
        <pc:sldMkLst>
          <pc:docMk/>
          <pc:sldMk cId="363290704" sldId="2076136306"/>
        </pc:sldMkLst>
      </pc:sldChg>
      <pc:sldChg chg="addSp delSp modSp mod">
        <pc:chgData name="Andreas Willich" userId="f1a27a91-fb80-49c6-a061-1959e15afc91" providerId="ADAL" clId="{FB8AF7FD-A0BE-44E6-9139-F81016C21332}" dt="2021-01-17T16:48:16.482" v="46"/>
        <pc:sldMkLst>
          <pc:docMk/>
          <pc:sldMk cId="2587979808" sldId="2076136917"/>
        </pc:sldMkLst>
        <pc:picChg chg="del">
          <ac:chgData name="Andreas Willich" userId="f1a27a91-fb80-49c6-a061-1959e15afc91" providerId="ADAL" clId="{FB8AF7FD-A0BE-44E6-9139-F81016C21332}" dt="2021-01-17T16:48:15.630" v="45" actId="478"/>
          <ac:picMkLst>
            <pc:docMk/>
            <pc:sldMk cId="2587979808" sldId="2076136917"/>
            <ac:picMk id="5" creationId="{6713526C-4F2E-437B-AA82-01EB840C42A0}"/>
          </ac:picMkLst>
        </pc:picChg>
        <pc:picChg chg="add mod">
          <ac:chgData name="Andreas Willich" userId="f1a27a91-fb80-49c6-a061-1959e15afc91" providerId="ADAL" clId="{FB8AF7FD-A0BE-44E6-9139-F81016C21332}" dt="2021-01-17T16:48:16.482" v="46"/>
          <ac:picMkLst>
            <pc:docMk/>
            <pc:sldMk cId="2587979808" sldId="2076136917"/>
            <ac:picMk id="19" creationId="{0858C95F-7F2C-44DF-8671-2437DAEDF13A}"/>
          </ac:picMkLst>
        </pc:picChg>
      </pc:sldChg>
      <pc:sldChg chg="delSp add del setBg delDesignElem">
        <pc:chgData name="Andreas Willich" userId="f1a27a91-fb80-49c6-a061-1959e15afc91" providerId="ADAL" clId="{FB8AF7FD-A0BE-44E6-9139-F81016C21332}" dt="2021-01-17T16:48:12.849" v="43" actId="47"/>
        <pc:sldMkLst>
          <pc:docMk/>
          <pc:sldMk cId="2136405862" sldId="2076136918"/>
        </pc:sldMkLst>
        <pc:spChg chg="del">
          <ac:chgData name="Andreas Willich" userId="f1a27a91-fb80-49c6-a061-1959e15afc91" providerId="ADAL" clId="{FB8AF7FD-A0BE-44E6-9139-F81016C21332}" dt="2021-01-17T16:47:58.528" v="40"/>
          <ac:spMkLst>
            <pc:docMk/>
            <pc:sldMk cId="2136405862" sldId="2076136918"/>
            <ac:spMk id="20" creationId="{5CD072FB-CD64-4E20-B8AA-375F843567EF}"/>
          </ac:spMkLst>
        </pc:spChg>
        <pc:grpChg chg="del">
          <ac:chgData name="Andreas Willich" userId="f1a27a91-fb80-49c6-a061-1959e15afc91" providerId="ADAL" clId="{FB8AF7FD-A0BE-44E6-9139-F81016C21332}" dt="2021-01-17T16:47:58.528" v="40"/>
          <ac:grpSpMkLst>
            <pc:docMk/>
            <pc:sldMk cId="2136405862" sldId="2076136918"/>
            <ac:grpSpMk id="12" creationId="{DE831112-FBC4-43D2-9D35-A250B9B5DFE6}"/>
          </ac:grpSpMkLst>
        </pc:grpChg>
      </pc:sldChg>
      <pc:sldChg chg="delSp add del setBg delDesignElem">
        <pc:chgData name="Andreas Willich" userId="f1a27a91-fb80-49c6-a061-1959e15afc91" providerId="ADAL" clId="{FB8AF7FD-A0BE-44E6-9139-F81016C21332}" dt="2021-01-17T16:48:13.835" v="44" actId="47"/>
        <pc:sldMkLst>
          <pc:docMk/>
          <pc:sldMk cId="3747654368" sldId="2076136919"/>
        </pc:sldMkLst>
        <pc:spChg chg="del">
          <ac:chgData name="Andreas Willich" userId="f1a27a91-fb80-49c6-a061-1959e15afc91" providerId="ADAL" clId="{FB8AF7FD-A0BE-44E6-9139-F81016C21332}" dt="2021-01-17T16:48:07.342" v="42"/>
          <ac:spMkLst>
            <pc:docMk/>
            <pc:sldMk cId="3747654368" sldId="2076136919"/>
            <ac:spMk id="20" creationId="{5CD072FB-CD64-4E20-B8AA-375F843567EF}"/>
          </ac:spMkLst>
        </pc:spChg>
        <pc:grpChg chg="del">
          <ac:chgData name="Andreas Willich" userId="f1a27a91-fb80-49c6-a061-1959e15afc91" providerId="ADAL" clId="{FB8AF7FD-A0BE-44E6-9139-F81016C21332}" dt="2021-01-17T16:48:07.342" v="42"/>
          <ac:grpSpMkLst>
            <pc:docMk/>
            <pc:sldMk cId="3747654368" sldId="2076136919"/>
            <ac:grpSpMk id="12" creationId="{DE831112-FBC4-43D2-9D35-A250B9B5DFE6}"/>
          </ac:grpSpMkLst>
        </pc:grpChg>
      </pc:sldChg>
    </pc:docChg>
  </pc:docChgLst>
  <pc:docChgLst>
    <pc:chgData name="Andreas Willich" userId="f1a27a91-fb80-49c6-a061-1959e15afc91" providerId="ADAL" clId="{6DEB2BA9-95E2-4C28-9098-116C126D9CBC}"/>
    <pc:docChg chg="undo custSel mod addSld delSld modSld">
      <pc:chgData name="Andreas Willich" userId="f1a27a91-fb80-49c6-a061-1959e15afc91" providerId="ADAL" clId="{6DEB2BA9-95E2-4C28-9098-116C126D9CBC}" dt="2020-02-08T14:09:44.303" v="843" actId="1076"/>
      <pc:docMkLst>
        <pc:docMk/>
      </pc:docMkLst>
      <pc:sldChg chg="addSp modSp del mod setBg">
        <pc:chgData name="Andreas Willich" userId="f1a27a91-fb80-49c6-a061-1959e15afc91" providerId="ADAL" clId="{6DEB2BA9-95E2-4C28-9098-116C126D9CBC}" dt="2020-02-08T09:05:26.877" v="48" actId="2696"/>
        <pc:sldMkLst>
          <pc:docMk/>
          <pc:sldMk cId="3568291105" sldId="297"/>
        </pc:sldMkLst>
        <pc:spChg chg="mo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4" creationId="{00000000-0000-0000-0000-000000000000}"/>
          </ac:spMkLst>
        </pc:spChg>
        <pc:spChg chg="mo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5" creationId="{00000000-0000-0000-0000-000000000000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0" creationId="{C475749F-F487-4EFB-ABC7-C1359590EB76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2" creationId="{F6285A5F-6712-47A0-8A11-F0DFF60D0D20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4" creationId="{FA6F8ABB-6C5D-4349-9E1B-198D1ABFA804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6" creationId="{B971ABA8-4CDB-4EEE-8C48-AA4FDB650782}"/>
          </ac:spMkLst>
        </pc:spChg>
        <pc:grpChg chg="add">
          <ac:chgData name="Andreas Willich" userId="f1a27a91-fb80-49c6-a061-1959e15afc91" providerId="ADAL" clId="{6DEB2BA9-95E2-4C28-9098-116C126D9CBC}" dt="2020-02-08T09:04:03.747" v="44" actId="26606"/>
          <ac:grpSpMkLst>
            <pc:docMk/>
            <pc:sldMk cId="3568291105" sldId="297"/>
            <ac:grpSpMk id="18" creationId="{DAD463E1-6621-44B4-A995-C70A4631D388}"/>
          </ac:grpSpMkLst>
        </pc:grpChg>
      </pc:sldChg>
      <pc:sldChg chg="addSp delSp modSp mod setBg delDesignElem">
        <pc:chgData name="Andreas Willich" userId="f1a27a91-fb80-49c6-a061-1959e15afc91" providerId="ADAL" clId="{6DEB2BA9-95E2-4C28-9098-116C126D9CBC}" dt="2020-02-08T09:46:27.440" v="229" actId="26606"/>
        <pc:sldMkLst>
          <pc:docMk/>
          <pc:sldMk cId="76436240" sldId="298"/>
        </pc:sldMkLst>
        <pc:spChg chg="mo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2" creationId="{00000000-0000-0000-0000-000000000000}"/>
          </ac:spMkLst>
        </pc:spChg>
        <pc:spChg chg="mo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3" creationId="{00000000-0000-0000-0000-000000000000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8" creationId="{C475749F-F487-4EFB-ABC7-C1359590EB76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10" creationId="{F6285A5F-6712-47A0-8A11-F0DFF60D0D20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12" creationId="{FA6F8ABB-6C5D-4349-9E1B-198D1ABFA804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14" creationId="{B971ABA8-4CDB-4EEE-8C48-AA4FDB650782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17" creationId="{15655827-B42D-4180-88D3-D83F25E4BD1C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18" creationId="{24ACCB06-563C-4ADE-B4D6-1FE9F723C7D9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19" creationId="{40761ECD-D92B-46AE-82CA-640023D282F9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76436240" sldId="298"/>
            <ac:spMk id="20" creationId="{398B9F3E-AAEC-4C9F-B8C2-2C7A6632EA96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76436240" sldId="298"/>
            <ac:spMk id="21" creationId="{5A19804F-A10A-425D-BC8A-FFCCFEA41802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23" creationId="{9A928607-C55C-40FD-B2DF-6CD6A7226A71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24" creationId="{400A20C1-29A4-43E0-AB15-7931F76F8C2D}"/>
          </ac:spMkLst>
        </pc:spChg>
        <pc:grpChg chg="add">
          <ac:chgData name="Andreas Willich" userId="f1a27a91-fb80-49c6-a061-1959e15afc91" providerId="ADAL" clId="{6DEB2BA9-95E2-4C28-9098-116C126D9CBC}" dt="2020-02-08T09:46:27.440" v="229" actId="26606"/>
          <ac:grpSpMkLst>
            <pc:docMk/>
            <pc:sldMk cId="76436240" sldId="298"/>
            <ac:grpSpMk id="5" creationId="{E9D059B6-ADD8-488A-B346-63289E90D13F}"/>
          </ac:grpSpMkLst>
        </pc:grpChg>
        <pc:grpChg chg="add del">
          <ac:chgData name="Andreas Willich" userId="f1a27a91-fb80-49c6-a061-1959e15afc91" providerId="ADAL" clId="{6DEB2BA9-95E2-4C28-9098-116C126D9CBC}" dt="2020-02-08T09:05:22.016" v="46" actId="26606"/>
          <ac:grpSpMkLst>
            <pc:docMk/>
            <pc:sldMk cId="76436240" sldId="298"/>
            <ac:grpSpMk id="16" creationId="{DAD463E1-6621-44B4-A995-C70A4631D388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76436240" sldId="298"/>
            <ac:grpSpMk id="22" creationId="{AF2675FE-7C81-45E3-AE40-C45F0206B4E8}"/>
          </ac:grpSpMkLst>
        </pc:grpChg>
      </pc:sldChg>
      <pc:sldChg chg="addSp delSp modSp mod setBg delDesignElem">
        <pc:chgData name="Andreas Willich" userId="f1a27a91-fb80-49c6-a061-1959e15afc91" providerId="ADAL" clId="{6DEB2BA9-95E2-4C28-9098-116C126D9CBC}" dt="2020-02-08T09:47:06.243" v="234" actId="26606"/>
        <pc:sldMkLst>
          <pc:docMk/>
          <pc:sldMk cId="4100226806" sldId="299"/>
        </pc:sldMkLst>
        <pc:spChg chg="mo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2" creationId="{00000000-0000-0000-0000-000000000000}"/>
          </ac:spMkLst>
        </pc:spChg>
        <pc:spChg chg="mo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3" creationId="{00000000-0000-0000-0000-000000000000}"/>
          </ac:spMkLst>
        </pc:spChg>
        <pc:spChg chg="add del">
          <ac:chgData name="Andreas Willich" userId="f1a27a91-fb80-49c6-a061-1959e15afc91" providerId="ADAL" clId="{6DEB2BA9-95E2-4C28-9098-116C126D9CBC}" dt="2020-02-08T09:05:57.867" v="50" actId="26606"/>
          <ac:spMkLst>
            <pc:docMk/>
            <pc:sldMk cId="4100226806" sldId="299"/>
            <ac:spMk id="8" creationId="{398B9F3E-AAEC-4C9F-B8C2-2C7A6632EA96}"/>
          </ac:spMkLst>
        </pc:spChg>
        <pc:spChg chg="add del">
          <ac:chgData name="Andreas Willich" userId="f1a27a91-fb80-49c6-a061-1959e15afc91" providerId="ADAL" clId="{6DEB2BA9-95E2-4C28-9098-116C126D9CBC}" dt="2020-02-08T09:05:57.867" v="50" actId="26606"/>
          <ac:spMkLst>
            <pc:docMk/>
            <pc:sldMk cId="4100226806" sldId="299"/>
            <ac:spMk id="10" creationId="{5A19804F-A10A-425D-BC8A-FFCCFEA41802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14" creationId="{07D1A722-B699-4DA0-B7AC-F06CC81AD5F2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19" creationId="{A29398BB-6F62-472B-88B2-8D942FEBFB20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20" creationId="{91E9AE86-E5FF-46E4-BE50-58DD19A2247A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21" creationId="{01F1CEA4-5DA0-41E1-A743-4F227AE62B67}"/>
          </ac:spMkLst>
        </pc:spChg>
        <pc:spChg chg="add del">
          <ac:chgData name="Andreas Willich" userId="f1a27a91-fb80-49c6-a061-1959e15afc91" providerId="ADAL" clId="{6DEB2BA9-95E2-4C28-9098-116C126D9CBC}" dt="2020-02-08T09:46:57.590" v="231" actId="26606"/>
          <ac:spMkLst>
            <pc:docMk/>
            <pc:sldMk cId="4100226806" sldId="299"/>
            <ac:spMk id="23" creationId="{260615AE-7DBC-4FF7-9107-9FE957695B02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4100226806" sldId="299"/>
            <ac:spMk id="26" creationId="{3E443FD7-A66B-4AA0-872D-B088B9BC5F17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4100226806" sldId="299"/>
            <ac:spMk id="28" creationId="{C04BE0EF-3561-49B4-9A29-F283168A91C7}"/>
          </ac:spMkLst>
        </pc:spChg>
        <pc:spChg chg="add del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30" creationId="{C29A1D40-470D-401E-8548-6FF3CF37797D}"/>
          </ac:spMkLst>
        </pc:spChg>
        <pc:spChg chg="add del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33" creationId="{1D4477A3-7936-4C6B-B46C-52E99531272A}"/>
          </ac:spMkLst>
        </pc:spChg>
        <pc:spChg chg="ad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49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51" creationId="{164E9BCF-1B67-4514-808C-A5DCBDEB4A85}"/>
          </ac:spMkLst>
        </pc:spChg>
        <pc:grpChg chg="add del">
          <ac:chgData name="Andreas Willich" userId="f1a27a91-fb80-49c6-a061-1959e15afc91" providerId="ADAL" clId="{6DEB2BA9-95E2-4C28-9098-116C126D9CBC}" dt="2020-02-08T09:46:57.590" v="231" actId="26606"/>
          <ac:grpSpMkLst>
            <pc:docMk/>
            <pc:sldMk cId="4100226806" sldId="299"/>
            <ac:grpSpMk id="9" creationId="{C616B3DC-C165-433D-9187-62DCC0E317D3}"/>
          </ac:grpSpMkLst>
        </pc:grpChg>
        <pc:grpChg chg="add del">
          <ac:chgData name="Andreas Willich" userId="f1a27a91-fb80-49c6-a061-1959e15afc91" providerId="ADAL" clId="{6DEB2BA9-95E2-4C28-9098-116C126D9CBC}" dt="2020-02-08T09:05:57.867" v="50" actId="26606"/>
          <ac:grpSpMkLst>
            <pc:docMk/>
            <pc:sldMk cId="4100226806" sldId="299"/>
            <ac:grpSpMk id="12" creationId="{AF2675FE-7C81-45E3-AE40-C45F0206B4E8}"/>
          </ac:grpSpMkLst>
        </pc:grpChg>
        <pc:grpChg chg="add del">
          <ac:chgData name="Andreas Willich" userId="f1a27a91-fb80-49c6-a061-1959e15afc91" providerId="ADAL" clId="{6DEB2BA9-95E2-4C28-9098-116C126D9CBC}" dt="2020-02-08T09:24:06.382" v="107" actId="26606"/>
          <ac:grpSpMkLst>
            <pc:docMk/>
            <pc:sldMk cId="4100226806" sldId="299"/>
            <ac:grpSpMk id="16" creationId="{A3C0D298-47AC-4912-8022-B969E5732CB9}"/>
          </ac:grpSpMkLst>
        </pc:grpChg>
        <pc:grpChg chg="add del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22" creationId="{F44DEACC-B2E6-413E-B2B5-320225952713}"/>
          </ac:grpSpMkLst>
        </pc:grpChg>
        <pc:grpChg chg="add del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29" creationId="{C616B3DC-C165-433D-9187-62DCC0E317D3}"/>
          </ac:grpSpMkLst>
        </pc:grpChg>
        <pc:grpChg chg="add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41" creationId="{E9D059B6-ADD8-488A-B346-63289E90D13F}"/>
          </ac:grpSpMkLst>
        </pc:grpChg>
        <pc:grpChg chg="add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53" creationId="{32238778-9D1D-45F4-BB78-76F208A224B4}"/>
          </ac:grpSpMkLst>
        </pc:grpChg>
        <pc:picChg chg="add del mod">
          <ac:chgData name="Andreas Willich" userId="f1a27a91-fb80-49c6-a061-1959e15afc91" providerId="ADAL" clId="{6DEB2BA9-95E2-4C28-9098-116C126D9CBC}" dt="2020-02-08T09:47:04.488" v="233" actId="478"/>
          <ac:picMkLst>
            <pc:docMk/>
            <pc:sldMk cId="4100226806" sldId="299"/>
            <ac:picMk id="7" creationId="{26BD6D09-333A-4233-89C9-ACE15A9B1D11}"/>
          </ac:picMkLst>
        </pc:picChg>
      </pc:sldChg>
      <pc:sldChg chg="addSp modSp mod setBg">
        <pc:chgData name="Andreas Willich" userId="f1a27a91-fb80-49c6-a061-1959e15afc91" providerId="ADAL" clId="{6DEB2BA9-95E2-4C28-9098-116C126D9CBC}" dt="2020-02-08T10:13:13.503" v="596" actId="26606"/>
        <pc:sldMkLst>
          <pc:docMk/>
          <pc:sldMk cId="3374559431" sldId="304"/>
        </pc:sldMkLst>
        <pc:spChg chg="mod">
          <ac:chgData name="Andreas Willich" userId="f1a27a91-fb80-49c6-a061-1959e15afc91" providerId="ADAL" clId="{6DEB2BA9-95E2-4C28-9098-116C126D9CBC}" dt="2020-02-08T10:13:13.503" v="596" actId="26606"/>
          <ac:spMkLst>
            <pc:docMk/>
            <pc:sldMk cId="3374559431" sldId="304"/>
            <ac:spMk id="2" creationId="{777F1BEC-7346-49C4-8982-028289C661FA}"/>
          </ac:spMkLst>
        </pc:spChg>
        <pc:spChg chg="mod">
          <ac:chgData name="Andreas Willich" userId="f1a27a91-fb80-49c6-a061-1959e15afc91" providerId="ADAL" clId="{6DEB2BA9-95E2-4C28-9098-116C126D9CBC}" dt="2020-02-08T10:13:13.503" v="596" actId="26606"/>
          <ac:spMkLst>
            <pc:docMk/>
            <pc:sldMk cId="3374559431" sldId="304"/>
            <ac:spMk id="3" creationId="{45ECB2EA-8F8A-4CFD-BE74-077FEFB374F1}"/>
          </ac:spMkLst>
        </pc:spChg>
        <pc:spChg chg="add">
          <ac:chgData name="Andreas Willich" userId="f1a27a91-fb80-49c6-a061-1959e15afc91" providerId="ADAL" clId="{6DEB2BA9-95E2-4C28-9098-116C126D9CBC}" dt="2020-02-08T10:13:13.503" v="596" actId="26606"/>
          <ac:spMkLst>
            <pc:docMk/>
            <pc:sldMk cId="3374559431" sldId="304"/>
            <ac:spMk id="10" creationId="{6AD30037-67ED-4367-9BE0-45787510BF13}"/>
          </ac:spMkLst>
        </pc:spChg>
        <pc:grpChg chg="add">
          <ac:chgData name="Andreas Willich" userId="f1a27a91-fb80-49c6-a061-1959e15afc91" providerId="ADAL" clId="{6DEB2BA9-95E2-4C28-9098-116C126D9CBC}" dt="2020-02-08T10:13:13.503" v="596" actId="26606"/>
          <ac:grpSpMkLst>
            <pc:docMk/>
            <pc:sldMk cId="3374559431" sldId="304"/>
            <ac:grpSpMk id="12" creationId="{50841A4E-5BC1-44B4-83CF-D524E8AEAD64}"/>
          </ac:grpSpMkLst>
        </pc:grpChg>
        <pc:picChg chg="add mod ord">
          <ac:chgData name="Andreas Willich" userId="f1a27a91-fb80-49c6-a061-1959e15afc91" providerId="ADAL" clId="{6DEB2BA9-95E2-4C28-9098-116C126D9CBC}" dt="2020-02-08T10:13:13.503" v="596" actId="26606"/>
          <ac:picMkLst>
            <pc:docMk/>
            <pc:sldMk cId="3374559431" sldId="304"/>
            <ac:picMk id="5" creationId="{F63B49BB-37AE-43B8-B7C4-3A7471E85128}"/>
          </ac:picMkLst>
        </pc:picChg>
      </pc:sldChg>
      <pc:sldChg chg="addSp delSp modSp mod setBg">
        <pc:chgData name="Andreas Willich" userId="f1a27a91-fb80-49c6-a061-1959e15afc91" providerId="ADAL" clId="{6DEB2BA9-95E2-4C28-9098-116C126D9CBC}" dt="2020-02-08T10:33:09.973" v="834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6DEB2BA9-95E2-4C28-9098-116C126D9CBC}" dt="2020-02-08T10:32:13.864" v="781" actId="26606"/>
          <ac:spMkLst>
            <pc:docMk/>
            <pc:sldMk cId="3668429019" sldId="312"/>
            <ac:spMk id="2" creationId="{00000000-0000-0000-0000-000000000000}"/>
          </ac:spMkLst>
        </pc:spChg>
        <pc:spChg chg="del mod">
          <ac:chgData name="Andreas Willich" userId="f1a27a91-fb80-49c6-a061-1959e15afc91" providerId="ADAL" clId="{6DEB2BA9-95E2-4C28-9098-116C126D9CBC}" dt="2020-02-08T10:32:13.864" v="781" actId="26606"/>
          <ac:spMkLst>
            <pc:docMk/>
            <pc:sldMk cId="3668429019" sldId="312"/>
            <ac:spMk id="3" creationId="{00000000-0000-0000-0000-000000000000}"/>
          </ac:spMkLst>
        </pc:spChg>
        <pc:graphicFrameChg chg="add mod">
          <ac:chgData name="Andreas Willich" userId="f1a27a91-fb80-49c6-a061-1959e15afc91" providerId="ADAL" clId="{6DEB2BA9-95E2-4C28-9098-116C126D9CBC}" dt="2020-02-08T10:33:09.973" v="834" actId="20577"/>
          <ac:graphicFrameMkLst>
            <pc:docMk/>
            <pc:sldMk cId="3668429019" sldId="312"/>
            <ac:graphicFrameMk id="5" creationId="{646BD10E-9A6C-45CE-A11F-D312F9487D4F}"/>
          </ac:graphicFrameMkLst>
        </pc:graphicFrameChg>
      </pc:sldChg>
      <pc:sldChg chg="addSp modSp">
        <pc:chgData name="Andreas Willich" userId="f1a27a91-fb80-49c6-a061-1959e15afc91" providerId="ADAL" clId="{6DEB2BA9-95E2-4C28-9098-116C126D9CBC}" dt="2020-02-08T10:03:26.609" v="592" actId="14100"/>
        <pc:sldMkLst>
          <pc:docMk/>
          <pc:sldMk cId="816153105" sldId="313"/>
        </pc:sldMkLst>
        <pc:spChg chg="mod">
          <ac:chgData name="Andreas Willich" userId="f1a27a91-fb80-49c6-a061-1959e15afc91" providerId="ADAL" clId="{6DEB2BA9-95E2-4C28-9098-116C126D9CBC}" dt="2020-02-08T10:03:19.273" v="590" actId="1076"/>
          <ac:spMkLst>
            <pc:docMk/>
            <pc:sldMk cId="816153105" sldId="313"/>
            <ac:spMk id="3" creationId="{00000000-0000-0000-0000-000000000000}"/>
          </ac:spMkLst>
        </pc:spChg>
        <pc:picChg chg="add mod">
          <ac:chgData name="Andreas Willich" userId="f1a27a91-fb80-49c6-a061-1959e15afc91" providerId="ADAL" clId="{6DEB2BA9-95E2-4C28-9098-116C126D9CBC}" dt="2020-02-08T10:03:26.609" v="592" actId="14100"/>
          <ac:picMkLst>
            <pc:docMk/>
            <pc:sldMk cId="816153105" sldId="313"/>
            <ac:picMk id="4098" creationId="{DD03BA0E-53C3-4989-AB5A-03BD78FC07E2}"/>
          </ac:picMkLst>
        </pc:picChg>
      </pc:sldChg>
      <pc:sldChg chg="addSp delSp modSp mod setBg delDesignElem">
        <pc:chgData name="Andreas Willich" userId="f1a27a91-fb80-49c6-a061-1959e15afc91" providerId="ADAL" clId="{6DEB2BA9-95E2-4C28-9098-116C126D9CBC}" dt="2020-02-08T09:43:20.429" v="196" actId="26606"/>
        <pc:sldMkLst>
          <pc:docMk/>
          <pc:sldMk cId="3908362423" sldId="314"/>
        </pc:sldMkLst>
        <pc:spChg chg="mo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2" creationId="{C7CF4C79-936C-42D0-BDD1-5E60E01898F1}"/>
          </ac:spMkLst>
        </pc:spChg>
        <pc:spChg chg="add mo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3" creationId="{8A275334-E97F-4EE2-A044-BED82FBD7ED6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5" creationId="{15655827-B42D-4180-88D3-D83F25E4BD1C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6" creationId="{24ACCB06-563C-4ADE-B4D6-1FE9F723C7D9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7" creationId="{40761ECD-D92B-46AE-82CA-640023D282F9}"/>
          </ac:spMkLst>
        </pc:spChg>
        <pc:spChg chg="add del">
          <ac:chgData name="Andreas Willich" userId="f1a27a91-fb80-49c6-a061-1959e15afc91" providerId="ADAL" clId="{6DEB2BA9-95E2-4C28-9098-116C126D9CBC}" dt="2020-02-08T09:03:23.031" v="40" actId="26606"/>
          <ac:spMkLst>
            <pc:docMk/>
            <pc:sldMk cId="3908362423" sldId="314"/>
            <ac:spMk id="8" creationId="{23962611-DFD5-4092-AAFD-559E3DFCE2C9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9" creationId="{9A928607-C55C-40FD-B2DF-6CD6A7226A71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11" creationId="{400A20C1-29A4-43E0-AB15-7931F76F8C2D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2" creationId="{B672F332-AF08-46C6-94F0-77684310D7B7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3" creationId="{559AE206-7EBA-4D33-8BC9-9D8158553F0E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4" creationId="{34244EF8-D73A-40E1-BE73-D46E6B4B04ED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5" creationId="{6437D937-A7F1-4011-92B4-328E5BE1B166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6" creationId="{AB84D7E8-4ECB-42D7-ADBF-01689B0F24AE}"/>
          </ac:spMkLst>
        </pc:spChg>
        <pc:spChg chg="ad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19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20" creationId="{164E9BCF-1B67-4514-808C-A5DCBDEB4A85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3" creationId="{C475749F-F487-4EFB-ABC7-C1359590EB76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5" creationId="{F6285A5F-6712-47A0-8A11-F0DFF60D0D20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7" creationId="{FA6F8ABB-6C5D-4349-9E1B-198D1ABFA804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9" creationId="{B971ABA8-4CDB-4EEE-8C48-AA4FDB650782}"/>
          </ac:spMkLst>
        </pc:spChg>
        <pc:grpChg chg="add">
          <ac:chgData name="Andreas Willich" userId="f1a27a91-fb80-49c6-a061-1959e15afc91" providerId="ADAL" clId="{6DEB2BA9-95E2-4C28-9098-116C126D9CBC}" dt="2020-02-08T09:43:20.429" v="196" actId="26606"/>
          <ac:grpSpMkLst>
            <pc:docMk/>
            <pc:sldMk cId="3908362423" sldId="314"/>
            <ac:grpSpMk id="21" creationId="{32238778-9D1D-45F4-BB78-76F208A224B4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3908362423" sldId="314"/>
            <ac:grpSpMk id="31" creationId="{DAD463E1-6621-44B4-A995-C70A4631D388}"/>
          </ac:grpSpMkLst>
        </pc:grpChg>
        <pc:picChg chg="add del">
          <ac:chgData name="Andreas Willich" userId="f1a27a91-fb80-49c6-a061-1959e15afc91" providerId="ADAL" clId="{6DEB2BA9-95E2-4C28-9098-116C126D9CBC}" dt="2020-02-08T09:03:23.031" v="40" actId="26606"/>
          <ac:picMkLst>
            <pc:docMk/>
            <pc:sldMk cId="3908362423" sldId="314"/>
            <ac:picMk id="10" creationId="{2270F1FA-0425-408F-9861-80BF5AFB276D}"/>
          </ac:picMkLst>
        </pc:picChg>
        <pc:cxnChg chg="add del">
          <ac:chgData name="Andreas Willich" userId="f1a27a91-fb80-49c6-a061-1959e15afc91" providerId="ADAL" clId="{6DEB2BA9-95E2-4C28-9098-116C126D9CBC}" dt="2020-02-08T09:03:50.970" v="43" actId="26606"/>
          <ac:cxnSpMkLst>
            <pc:docMk/>
            <pc:sldMk cId="3908362423" sldId="314"/>
            <ac:cxnSpMk id="18" creationId="{9E8E38ED-369A-44C2-B635-0BED0E48A6E8}"/>
          </ac:cxnSpMkLst>
        </pc:cxnChg>
      </pc:sldChg>
      <pc:sldChg chg="del">
        <pc:chgData name="Andreas Willich" userId="f1a27a91-fb80-49c6-a061-1959e15afc91" providerId="ADAL" clId="{6DEB2BA9-95E2-4C28-9098-116C126D9CBC}" dt="2020-02-08T10:15:58.619" v="597" actId="2696"/>
        <pc:sldMkLst>
          <pc:docMk/>
          <pc:sldMk cId="38101848" sldId="315"/>
        </pc:sldMkLst>
      </pc:sldChg>
      <pc:sldChg chg="modSp del">
        <pc:chgData name="Andreas Willich" userId="f1a27a91-fb80-49c6-a061-1959e15afc91" providerId="ADAL" clId="{6DEB2BA9-95E2-4C28-9098-116C126D9CBC}" dt="2020-02-08T10:16:02.848" v="598" actId="2696"/>
        <pc:sldMkLst>
          <pc:docMk/>
          <pc:sldMk cId="1878672232" sldId="316"/>
        </pc:sldMkLst>
        <pc:spChg chg="mod">
          <ac:chgData name="Andreas Willich" userId="f1a27a91-fb80-49c6-a061-1959e15afc91" providerId="ADAL" clId="{6DEB2BA9-95E2-4C28-9098-116C126D9CBC}" dt="2020-02-08T09:43:03.145" v="193" actId="27636"/>
          <ac:spMkLst>
            <pc:docMk/>
            <pc:sldMk cId="1878672232" sldId="316"/>
            <ac:spMk id="3" creationId="{183F6854-477B-47BA-A625-FE388215D100}"/>
          </ac:spMkLst>
        </pc:spChg>
      </pc:sldChg>
      <pc:sldChg chg="addSp modSp mod setBg">
        <pc:chgData name="Andreas Willich" userId="f1a27a91-fb80-49c6-a061-1959e15afc91" providerId="ADAL" clId="{6DEB2BA9-95E2-4C28-9098-116C126D9CBC}" dt="2020-02-08T09:56:18.777" v="324" actId="26606"/>
        <pc:sldMkLst>
          <pc:docMk/>
          <pc:sldMk cId="834093159" sldId="318"/>
        </pc:sldMkLst>
        <pc:spChg chg="mo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4" creationId="{7C7A16D8-60F5-4B02-8C69-11C1FEAC93DC}"/>
          </ac:spMkLst>
        </pc:spChg>
        <pc:spChg chg="mo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5" creationId="{D19D4635-C1E2-4F48-9840-7CA3D53A55A3}"/>
          </ac:spMkLst>
        </pc:spChg>
        <pc:spChg chg="ad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18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20" creationId="{164E9BCF-1B67-4514-808C-A5DCBDEB4A85}"/>
          </ac:spMkLst>
        </pc:spChg>
        <pc:grpChg chg="add">
          <ac:chgData name="Andreas Willich" userId="f1a27a91-fb80-49c6-a061-1959e15afc91" providerId="ADAL" clId="{6DEB2BA9-95E2-4C28-9098-116C126D9CBC}" dt="2020-02-08T09:56:18.777" v="324" actId="26606"/>
          <ac:grpSpMkLst>
            <pc:docMk/>
            <pc:sldMk cId="834093159" sldId="318"/>
            <ac:grpSpMk id="10" creationId="{E9D059B6-ADD8-488A-B346-63289E90D13F}"/>
          </ac:grpSpMkLst>
        </pc:grpChg>
        <pc:grpChg chg="add">
          <ac:chgData name="Andreas Willich" userId="f1a27a91-fb80-49c6-a061-1959e15afc91" providerId="ADAL" clId="{6DEB2BA9-95E2-4C28-9098-116C126D9CBC}" dt="2020-02-08T09:56:18.777" v="324" actId="26606"/>
          <ac:grpSpMkLst>
            <pc:docMk/>
            <pc:sldMk cId="834093159" sldId="318"/>
            <ac:grpSpMk id="22" creationId="{32238778-9D1D-45F4-BB78-76F208A224B4}"/>
          </ac:grpSpMkLst>
        </pc:grpChg>
      </pc:sldChg>
      <pc:sldChg chg="addSp modSp mod setBg">
        <pc:chgData name="Andreas Willich" userId="f1a27a91-fb80-49c6-a061-1959e15afc91" providerId="ADAL" clId="{6DEB2BA9-95E2-4C28-9098-116C126D9CBC}" dt="2020-02-08T10:20:09.314" v="612" actId="26606"/>
        <pc:sldMkLst>
          <pc:docMk/>
          <pc:sldMk cId="1406265366" sldId="319"/>
        </pc:sldMkLst>
        <pc:spChg chg="mod">
          <ac:chgData name="Andreas Willich" userId="f1a27a91-fb80-49c6-a061-1959e15afc91" providerId="ADAL" clId="{6DEB2BA9-95E2-4C28-9098-116C126D9CBC}" dt="2020-02-08T10:20:09.314" v="612" actId="26606"/>
          <ac:spMkLst>
            <pc:docMk/>
            <pc:sldMk cId="1406265366" sldId="319"/>
            <ac:spMk id="2" creationId="{C7CF4C79-936C-42D0-BDD1-5E60E01898F1}"/>
          </ac:spMkLst>
        </pc:spChg>
        <pc:spChg chg="add">
          <ac:chgData name="Andreas Willich" userId="f1a27a91-fb80-49c6-a061-1959e15afc91" providerId="ADAL" clId="{6DEB2BA9-95E2-4C28-9098-116C126D9CBC}" dt="2020-02-08T10:20:09.314" v="612" actId="26606"/>
          <ac:spMkLst>
            <pc:docMk/>
            <pc:sldMk cId="1406265366" sldId="319"/>
            <ac:spMk id="7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10:20:09.314" v="612" actId="26606"/>
          <ac:spMkLst>
            <pc:docMk/>
            <pc:sldMk cId="1406265366" sldId="319"/>
            <ac:spMk id="9" creationId="{164E9BCF-1B67-4514-808C-A5DCBDEB4A85}"/>
          </ac:spMkLst>
        </pc:spChg>
        <pc:grpChg chg="add">
          <ac:chgData name="Andreas Willich" userId="f1a27a91-fb80-49c6-a061-1959e15afc91" providerId="ADAL" clId="{6DEB2BA9-95E2-4C28-9098-116C126D9CBC}" dt="2020-02-08T10:20:09.314" v="612" actId="26606"/>
          <ac:grpSpMkLst>
            <pc:docMk/>
            <pc:sldMk cId="1406265366" sldId="319"/>
            <ac:grpSpMk id="11" creationId="{32238778-9D1D-45F4-BB78-76F208A224B4}"/>
          </ac:grpSpMkLst>
        </pc:grpChg>
      </pc:sldChg>
      <pc:sldChg chg="addSp delSp modSp mod setBg delDesignElem">
        <pc:chgData name="Andreas Willich" userId="f1a27a91-fb80-49c6-a061-1959e15afc91" providerId="ADAL" clId="{6DEB2BA9-95E2-4C28-9098-116C126D9CBC}" dt="2020-02-08T09:47:22.369" v="246" actId="20577"/>
        <pc:sldMkLst>
          <pc:docMk/>
          <pc:sldMk cId="4012844004" sldId="320"/>
        </pc:sldMkLst>
        <pc:spChg chg="mod">
          <ac:chgData name="Andreas Willich" userId="f1a27a91-fb80-49c6-a061-1959e15afc91" providerId="ADAL" clId="{6DEB2BA9-95E2-4C28-9098-116C126D9CBC}" dt="2020-02-08T09:13:28.070" v="63" actId="20577"/>
          <ac:spMkLst>
            <pc:docMk/>
            <pc:sldMk cId="4012844004" sldId="320"/>
            <ac:spMk id="2" creationId="{254A830C-96FC-4FC1-867C-29EEA29E076A}"/>
          </ac:spMkLst>
        </pc:spChg>
        <pc:spChg chg="mod">
          <ac:chgData name="Andreas Willich" userId="f1a27a91-fb80-49c6-a061-1959e15afc91" providerId="ADAL" clId="{6DEB2BA9-95E2-4C28-9098-116C126D9CBC}" dt="2020-02-08T09:47:22.369" v="246" actId="20577"/>
          <ac:spMkLst>
            <pc:docMk/>
            <pc:sldMk cId="4012844004" sldId="320"/>
            <ac:spMk id="3" creationId="{F0A5CE4A-A558-4ED6-B2E5-7B20C18A7F94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4012844004" sldId="320"/>
            <ac:spMk id="8" creationId="{16F9E488-0718-4E1E-9D12-26779F606252}"/>
          </ac:spMkLst>
        </pc:s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4012844004" sldId="320"/>
            <ac:grpSpMk id="10" creationId="{3E56AAFE-9BE9-4FA7-A0B3-1748E67F0E6A}"/>
          </ac:grpSpMkLst>
        </pc:grpChg>
      </pc:sldChg>
      <pc:sldChg chg="del">
        <pc:chgData name="Andreas Willich" userId="f1a27a91-fb80-49c6-a061-1959e15afc91" providerId="ADAL" clId="{6DEB2BA9-95E2-4C28-9098-116C126D9CBC}" dt="2020-02-08T09:55:49.188" v="318" actId="2696"/>
        <pc:sldMkLst>
          <pc:docMk/>
          <pc:sldMk cId="1692819872" sldId="321"/>
        </pc:sldMkLst>
      </pc:sldChg>
      <pc:sldChg chg="modSp del">
        <pc:chgData name="Andreas Willich" userId="f1a27a91-fb80-49c6-a061-1959e15afc91" providerId="ADAL" clId="{6DEB2BA9-95E2-4C28-9098-116C126D9CBC}" dt="2020-02-08T09:55:50.307" v="319" actId="2696"/>
        <pc:sldMkLst>
          <pc:docMk/>
          <pc:sldMk cId="1636694058" sldId="322"/>
        </pc:sldMkLst>
        <pc:spChg chg="mod">
          <ac:chgData name="Andreas Willich" userId="f1a27a91-fb80-49c6-a061-1959e15afc91" providerId="ADAL" clId="{6DEB2BA9-95E2-4C28-9098-116C126D9CBC}" dt="2020-02-08T09:50:17.751" v="249" actId="27636"/>
          <ac:spMkLst>
            <pc:docMk/>
            <pc:sldMk cId="1636694058" sldId="322"/>
            <ac:spMk id="5" creationId="{B233A8AE-4568-47B5-A29B-1DBD5BE1DB98}"/>
          </ac:spMkLst>
        </pc:spChg>
      </pc:sldChg>
      <pc:sldChg chg="del">
        <pc:chgData name="Andreas Willich" userId="f1a27a91-fb80-49c6-a061-1959e15afc91" providerId="ADAL" clId="{6DEB2BA9-95E2-4C28-9098-116C126D9CBC}" dt="2020-02-08T09:55:57.130" v="320" actId="2696"/>
        <pc:sldMkLst>
          <pc:docMk/>
          <pc:sldMk cId="3384348233" sldId="323"/>
        </pc:sldMkLst>
      </pc:sldChg>
      <pc:sldChg chg="del">
        <pc:chgData name="Andreas Willich" userId="f1a27a91-fb80-49c6-a061-1959e15afc91" providerId="ADAL" clId="{6DEB2BA9-95E2-4C28-9098-116C126D9CBC}" dt="2020-02-08T09:55:59.673" v="321" actId="2696"/>
        <pc:sldMkLst>
          <pc:docMk/>
          <pc:sldMk cId="2241390148" sldId="324"/>
        </pc:sldMkLst>
      </pc:sldChg>
      <pc:sldChg chg="del">
        <pc:chgData name="Andreas Willich" userId="f1a27a91-fb80-49c6-a061-1959e15afc91" providerId="ADAL" clId="{6DEB2BA9-95E2-4C28-9098-116C126D9CBC}" dt="2020-02-08T09:56:01.452" v="322" actId="2696"/>
        <pc:sldMkLst>
          <pc:docMk/>
          <pc:sldMk cId="1300036468" sldId="325"/>
        </pc:sldMkLst>
      </pc:sldChg>
      <pc:sldChg chg="del">
        <pc:chgData name="Andreas Willich" userId="f1a27a91-fb80-49c6-a061-1959e15afc91" providerId="ADAL" clId="{6DEB2BA9-95E2-4C28-9098-116C126D9CBC}" dt="2020-02-08T09:56:04.308" v="323" actId="2696"/>
        <pc:sldMkLst>
          <pc:docMk/>
          <pc:sldMk cId="305801345" sldId="326"/>
        </pc:sldMkLst>
      </pc:sldChg>
      <pc:sldChg chg="addSp delSp modSp add mod setBg delDesignElem">
        <pc:chgData name="Andreas Willich" userId="f1a27a91-fb80-49c6-a061-1959e15afc91" providerId="ADAL" clId="{6DEB2BA9-95E2-4C28-9098-116C126D9CBC}" dt="2020-02-08T09:43:34.269" v="197" actId="26606"/>
        <pc:sldMkLst>
          <pc:docMk/>
          <pc:sldMk cId="2491128967" sldId="327"/>
        </pc:sldMkLst>
        <pc:spChg chg="mo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2" creationId="{C7CF4C79-936C-42D0-BDD1-5E60E01898F1}"/>
          </ac:spMkLst>
        </pc:spChg>
        <pc:spChg chg="mo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3" creationId="{8A275334-E97F-4EE2-A044-BED82FBD7ED6}"/>
          </ac:spMkLst>
        </pc:spChg>
        <pc:spChg chg="ad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5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6" creationId="{164E9BCF-1B67-4514-808C-A5DCBDEB4A85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8" creationId="{C475749F-F487-4EFB-ABC7-C1359590EB76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10" creationId="{F6285A5F-6712-47A0-8A11-F0DFF60D0D20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12" creationId="{FA6F8ABB-6C5D-4349-9E1B-198D1ABFA804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14" creationId="{B971ABA8-4CDB-4EEE-8C48-AA4FDB650782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3" creationId="{C475749F-F487-4EFB-ABC7-C1359590EB76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5" creationId="{F6285A5F-6712-47A0-8A11-F0DFF60D0D20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7" creationId="{FA6F8ABB-6C5D-4349-9E1B-198D1ABFA804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9" creationId="{B971ABA8-4CDB-4EEE-8C48-AA4FDB650782}"/>
          </ac:spMkLst>
        </pc:spChg>
        <pc:grpChg chg="add">
          <ac:chgData name="Andreas Willich" userId="f1a27a91-fb80-49c6-a061-1959e15afc91" providerId="ADAL" clId="{6DEB2BA9-95E2-4C28-9098-116C126D9CBC}" dt="2020-02-08T09:43:34.269" v="197" actId="26606"/>
          <ac:grpSpMkLst>
            <pc:docMk/>
            <pc:sldMk cId="2491128967" sldId="327"/>
            <ac:grpSpMk id="7" creationId="{32238778-9D1D-45F4-BB78-76F208A224B4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2491128967" sldId="327"/>
            <ac:grpSpMk id="16" creationId="{DAD463E1-6621-44B4-A995-C70A4631D388}"/>
          </ac:grpSpMkLst>
        </pc:grpChg>
        <pc:grpChg chg="del">
          <ac:chgData name="Andreas Willich" userId="f1a27a91-fb80-49c6-a061-1959e15afc91" providerId="ADAL" clId="{6DEB2BA9-95E2-4C28-9098-116C126D9CBC}" dt="2020-02-08T09:09:35.648" v="53"/>
          <ac:grpSpMkLst>
            <pc:docMk/>
            <pc:sldMk cId="2491128967" sldId="327"/>
            <ac:grpSpMk id="31" creationId="{DAD463E1-6621-44B4-A995-C70A4631D388}"/>
          </ac:grpSpMkLst>
        </pc:grpChg>
      </pc:sldChg>
      <pc:sldChg chg="addSp delSp modSp add mod setBg delDesignElem">
        <pc:chgData name="Andreas Willich" userId="f1a27a91-fb80-49c6-a061-1959e15afc91" providerId="ADAL" clId="{6DEB2BA9-95E2-4C28-9098-116C126D9CBC}" dt="2020-02-08T14:09:44.303" v="843" actId="1076"/>
        <pc:sldMkLst>
          <pc:docMk/>
          <pc:sldMk cId="2428404075" sldId="328"/>
        </pc:sldMkLst>
        <pc:spChg chg="del">
          <ac:chgData name="Andreas Willich" userId="f1a27a91-fb80-49c6-a061-1959e15afc91" providerId="ADAL" clId="{6DEB2BA9-95E2-4C28-9098-116C126D9CBC}" dt="2020-02-08T09:15:38.213" v="70" actId="478"/>
          <ac:spMkLst>
            <pc:docMk/>
            <pc:sldMk cId="2428404075" sldId="328"/>
            <ac:spMk id="2" creationId="{254A830C-96FC-4FC1-867C-29EEA29E076A}"/>
          </ac:spMkLst>
        </pc:spChg>
        <pc:spChg chg="del">
          <ac:chgData name="Andreas Willich" userId="f1a27a91-fb80-49c6-a061-1959e15afc91" providerId="ADAL" clId="{6DEB2BA9-95E2-4C28-9098-116C126D9CBC}" dt="2020-02-08T09:15:34.861" v="69"/>
          <ac:spMkLst>
            <pc:docMk/>
            <pc:sldMk cId="2428404075" sldId="328"/>
            <ac:spMk id="3" creationId="{F0A5CE4A-A558-4ED6-B2E5-7B20C18A7F94}"/>
          </ac:spMkLst>
        </pc:spChg>
        <pc:spChg chg="add del mod">
          <ac:chgData name="Andreas Willich" userId="f1a27a91-fb80-49c6-a061-1959e15afc91" providerId="ADAL" clId="{6DEB2BA9-95E2-4C28-9098-116C126D9CBC}" dt="2020-02-08T14:09:09.533" v="838" actId="478"/>
          <ac:spMkLst>
            <pc:docMk/>
            <pc:sldMk cId="2428404075" sldId="328"/>
            <ac:spMk id="4" creationId="{C4F6FC69-4D8D-4715-960A-33017762BF30}"/>
          </ac:spMkLst>
        </pc:spChg>
        <pc:spChg chg="del">
          <ac:chgData name="Andreas Willich" userId="f1a27a91-fb80-49c6-a061-1959e15afc91" providerId="ADAL" clId="{6DEB2BA9-95E2-4C28-9098-116C126D9CBC}" dt="2020-02-08T09:13:34.747" v="65"/>
          <ac:spMkLst>
            <pc:docMk/>
            <pc:sldMk cId="2428404075" sldId="328"/>
            <ac:spMk id="8" creationId="{16F9E488-0718-4E1E-9D12-26779F606252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28404075" sldId="328"/>
            <ac:spMk id="71" creationId="{B649E800-A5C8-49A0-A453-ED537DA3156A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28404075" sldId="328"/>
            <ac:spMk id="73" creationId="{8BA67DD7-B75D-4A30-90A4-EEA9F64AF11B}"/>
          </ac:spMkLst>
        </pc:spChg>
        <pc:grpChg chg="del">
          <ac:chgData name="Andreas Willich" userId="f1a27a91-fb80-49c6-a061-1959e15afc91" providerId="ADAL" clId="{6DEB2BA9-95E2-4C28-9098-116C126D9CBC}" dt="2020-02-08T09:13:34.747" v="65"/>
          <ac:grpSpMkLst>
            <pc:docMk/>
            <pc:sldMk cId="2428404075" sldId="328"/>
            <ac:grpSpMk id="10" creationId="{3E56AAFE-9BE9-4FA7-A0B3-1748E67F0E6A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2428404075" sldId="328"/>
            <ac:grpSpMk id="75" creationId="{E8C5FC48-0A3C-4D6D-A0D5-EEE93213DBBE}"/>
          </ac:grpSpMkLst>
        </pc:grpChg>
        <pc:picChg chg="add mod">
          <ac:chgData name="Andreas Willich" userId="f1a27a91-fb80-49c6-a061-1959e15afc91" providerId="ADAL" clId="{6DEB2BA9-95E2-4C28-9098-116C126D9CBC}" dt="2020-02-08T14:09:44.303" v="843" actId="1076"/>
          <ac:picMkLst>
            <pc:docMk/>
            <pc:sldMk cId="2428404075" sldId="328"/>
            <ac:picMk id="6" creationId="{011A3CB2-4F9B-46F0-BBE9-AA6754C04CB6}"/>
          </ac:picMkLst>
        </pc:picChg>
        <pc:picChg chg="add del mod">
          <ac:chgData name="Andreas Willich" userId="f1a27a91-fb80-49c6-a061-1959e15afc91" providerId="ADAL" clId="{6DEB2BA9-95E2-4C28-9098-116C126D9CBC}" dt="2020-02-08T14:09:01.016" v="835" actId="478"/>
          <ac:picMkLst>
            <pc:docMk/>
            <pc:sldMk cId="2428404075" sldId="328"/>
            <ac:picMk id="1026" creationId="{62C91998-7014-4F69-8F7C-CCF9F4EE245E}"/>
          </ac:picMkLst>
        </pc:picChg>
      </pc:sldChg>
      <pc:sldChg chg="addSp delSp modSp add del">
        <pc:chgData name="Andreas Willich" userId="f1a27a91-fb80-49c6-a061-1959e15afc91" providerId="ADAL" clId="{6DEB2BA9-95E2-4C28-9098-116C126D9CBC}" dt="2020-02-08T09:46:08.837" v="228" actId="2696"/>
        <pc:sldMkLst>
          <pc:docMk/>
          <pc:sldMk cId="1177475812" sldId="329"/>
        </pc:sldMkLst>
        <pc:spChg chg="mod">
          <ac:chgData name="Andreas Willich" userId="f1a27a91-fb80-49c6-a061-1959e15afc91" providerId="ADAL" clId="{6DEB2BA9-95E2-4C28-9098-116C126D9CBC}" dt="2020-02-08T09:34:30.295" v="173" actId="1076"/>
          <ac:spMkLst>
            <pc:docMk/>
            <pc:sldMk cId="1177475812" sldId="329"/>
            <ac:spMk id="2" creationId="{AAD567EA-BFE4-44D2-88CC-CD7CB1D53B09}"/>
          </ac:spMkLst>
        </pc:spChg>
        <pc:spChg chg="del mod">
          <ac:chgData name="Andreas Willich" userId="f1a27a91-fb80-49c6-a061-1959e15afc91" providerId="ADAL" clId="{6DEB2BA9-95E2-4C28-9098-116C126D9CBC}" dt="2020-02-08T09:27:22.351" v="123"/>
          <ac:spMkLst>
            <pc:docMk/>
            <pc:sldMk cId="1177475812" sldId="329"/>
            <ac:spMk id="3" creationId="{B4B7AA23-623E-4A6C-A7D1-360ECB0B4158}"/>
          </ac:spMkLst>
        </pc:spChg>
        <pc:spChg chg="add del mod">
          <ac:chgData name="Andreas Willich" userId="f1a27a91-fb80-49c6-a061-1959e15afc91" providerId="ADAL" clId="{6DEB2BA9-95E2-4C28-9098-116C126D9CBC}" dt="2020-02-08T09:43:59.818" v="199" actId="478"/>
          <ac:spMkLst>
            <pc:docMk/>
            <pc:sldMk cId="1177475812" sldId="329"/>
            <ac:spMk id="12" creationId="{097EAEA7-2055-4E85-9CB9-FFCF45B02845}"/>
          </ac:spMkLst>
        </pc:spChg>
        <pc:grpChg chg="add mod">
          <ac:chgData name="Andreas Willich" userId="f1a27a91-fb80-49c6-a061-1959e15afc91" providerId="ADAL" clId="{6DEB2BA9-95E2-4C28-9098-116C126D9CBC}" dt="2020-02-08T09:32:26.219" v="159" actId="164"/>
          <ac:grpSpMkLst>
            <pc:docMk/>
            <pc:sldMk cId="1177475812" sldId="329"/>
            <ac:grpSpMk id="10" creationId="{8C583D60-B0AD-44E3-B8C3-96B2356EA71B}"/>
          </ac:grpSpMkLst>
        </pc:grpChg>
        <pc:grpChg chg="add mod">
          <ac:chgData name="Andreas Willich" userId="f1a27a91-fb80-49c6-a061-1959e15afc91" providerId="ADAL" clId="{6DEB2BA9-95E2-4C28-9098-116C126D9CBC}" dt="2020-02-08T09:34:24.145" v="171" actId="1076"/>
          <ac:grpSpMkLst>
            <pc:docMk/>
            <pc:sldMk cId="1177475812" sldId="329"/>
            <ac:grpSpMk id="11" creationId="{8AF23AA3-FF57-4BAF-AC3A-2949897357D6}"/>
          </ac:grpSpMkLst>
        </pc:grpChg>
        <pc:grpChg chg="add mod">
          <ac:chgData name="Andreas Willich" userId="f1a27a91-fb80-49c6-a061-1959e15afc91" providerId="ADAL" clId="{6DEB2BA9-95E2-4C28-9098-116C126D9CBC}" dt="2020-02-08T09:44:36.592" v="203" actId="164"/>
          <ac:grpSpMkLst>
            <pc:docMk/>
            <pc:sldMk cId="1177475812" sldId="329"/>
            <ac:grpSpMk id="13" creationId="{05624C4C-67FB-45E3-87E4-3947B00E21F9}"/>
          </ac:grpSpMkLst>
        </pc:grpChg>
        <pc:picChg chg="add del mod">
          <ac:chgData name="Andreas Willich" userId="f1a27a91-fb80-49c6-a061-1959e15afc91" providerId="ADAL" clId="{6DEB2BA9-95E2-4C28-9098-116C126D9CBC}" dt="2020-02-08T09:43:54.438" v="198"/>
          <ac:picMkLst>
            <pc:docMk/>
            <pc:sldMk cId="1177475812" sldId="329"/>
            <ac:picMk id="5" creationId="{080F275B-F5C7-4065-9269-BD2C26F9DDCE}"/>
          </ac:picMkLst>
        </pc:picChg>
        <pc:picChg chg="add mod">
          <ac:chgData name="Andreas Willich" userId="f1a27a91-fb80-49c6-a061-1959e15afc91" providerId="ADAL" clId="{6DEB2BA9-95E2-4C28-9098-116C126D9CBC}" dt="2020-02-08T09:33:33.101" v="166" actId="164"/>
          <ac:picMkLst>
            <pc:docMk/>
            <pc:sldMk cId="1177475812" sldId="329"/>
            <ac:picMk id="7" creationId="{4A2FD0F9-B5F7-465C-811D-57B786689F3F}"/>
          </ac:picMkLst>
        </pc:picChg>
        <pc:picChg chg="add mod">
          <ac:chgData name="Andreas Willich" userId="f1a27a91-fb80-49c6-a061-1959e15afc91" providerId="ADAL" clId="{6DEB2BA9-95E2-4C28-9098-116C126D9CBC}" dt="2020-02-08T09:32:26.219" v="159" actId="164"/>
          <ac:picMkLst>
            <pc:docMk/>
            <pc:sldMk cId="1177475812" sldId="329"/>
            <ac:picMk id="9" creationId="{ACFB958F-A2D8-4925-A928-13FB00F351E8}"/>
          </ac:picMkLst>
        </pc:picChg>
        <pc:picChg chg="add del">
          <ac:chgData name="Andreas Willich" userId="f1a27a91-fb80-49c6-a061-1959e15afc91" providerId="ADAL" clId="{6DEB2BA9-95E2-4C28-9098-116C126D9CBC}" dt="2020-02-08T09:44:19.842" v="201" actId="478"/>
          <ac:picMkLst>
            <pc:docMk/>
            <pc:sldMk cId="1177475812" sldId="329"/>
            <ac:picMk id="16" creationId="{121AEA5A-49A7-48A9-A32D-F4D75057A4A8}"/>
          </ac:picMkLst>
        </pc:picChg>
        <pc:picChg chg="add mod">
          <ac:chgData name="Andreas Willich" userId="f1a27a91-fb80-49c6-a061-1959e15afc91" providerId="ADAL" clId="{6DEB2BA9-95E2-4C28-9098-116C126D9CBC}" dt="2020-02-08T09:44:36.592" v="203" actId="164"/>
          <ac:picMkLst>
            <pc:docMk/>
            <pc:sldMk cId="1177475812" sldId="329"/>
            <ac:picMk id="17" creationId="{543D9F71-0CEC-4DFE-8005-8116A2260FA8}"/>
          </ac:picMkLst>
        </pc:picChg>
        <pc:picChg chg="add mod">
          <ac:chgData name="Andreas Willich" userId="f1a27a91-fb80-49c6-a061-1959e15afc91" providerId="ADAL" clId="{6DEB2BA9-95E2-4C28-9098-116C126D9CBC}" dt="2020-02-08T09:32:26.219" v="159" actId="164"/>
          <ac:picMkLst>
            <pc:docMk/>
            <pc:sldMk cId="1177475812" sldId="329"/>
            <ac:picMk id="2050" creationId="{BF75B993-97B3-43DE-9CDE-6AAC6EE79C29}"/>
          </ac:picMkLst>
        </pc:picChg>
        <pc:picChg chg="add mod">
          <ac:chgData name="Andreas Willich" userId="f1a27a91-fb80-49c6-a061-1959e15afc91" providerId="ADAL" clId="{6DEB2BA9-95E2-4C28-9098-116C126D9CBC}" dt="2020-02-08T09:33:33.101" v="166" actId="164"/>
          <ac:picMkLst>
            <pc:docMk/>
            <pc:sldMk cId="1177475812" sldId="329"/>
            <ac:picMk id="2052" creationId="{A2FF4242-24C3-4A93-A159-294A86C53847}"/>
          </ac:picMkLst>
        </pc:picChg>
        <pc:picChg chg="add mod">
          <ac:chgData name="Andreas Willich" userId="f1a27a91-fb80-49c6-a061-1959e15afc91" providerId="ADAL" clId="{6DEB2BA9-95E2-4C28-9098-116C126D9CBC}" dt="2020-02-08T09:44:36.592" v="203" actId="164"/>
          <ac:picMkLst>
            <pc:docMk/>
            <pc:sldMk cId="1177475812" sldId="329"/>
            <ac:picMk id="2054" creationId="{D780811C-4A98-47EE-90CE-459147ECDC08}"/>
          </ac:picMkLst>
        </pc:picChg>
      </pc:sldChg>
      <pc:sldChg chg="addSp delSp modSp add modNotesTx">
        <pc:chgData name="Andreas Willich" userId="f1a27a91-fb80-49c6-a061-1959e15afc91" providerId="ADAL" clId="{6DEB2BA9-95E2-4C28-9098-116C126D9CBC}" dt="2020-02-08T09:54:20.902" v="317" actId="1076"/>
        <pc:sldMkLst>
          <pc:docMk/>
          <pc:sldMk cId="3651273312" sldId="330"/>
        </pc:sldMkLst>
        <pc:spChg chg="del">
          <ac:chgData name="Andreas Willich" userId="f1a27a91-fb80-49c6-a061-1959e15afc91" providerId="ADAL" clId="{6DEB2BA9-95E2-4C28-9098-116C126D9CBC}" dt="2020-02-08T09:44:53.740" v="205"/>
          <ac:spMkLst>
            <pc:docMk/>
            <pc:sldMk cId="3651273312" sldId="330"/>
            <ac:spMk id="2" creationId="{F9A4DC9B-3D51-433F-A59A-95813B4A7475}"/>
          </ac:spMkLst>
        </pc:spChg>
        <pc:spChg chg="del">
          <ac:chgData name="Andreas Willich" userId="f1a27a91-fb80-49c6-a061-1959e15afc91" providerId="ADAL" clId="{6DEB2BA9-95E2-4C28-9098-116C126D9CBC}" dt="2020-02-08T09:44:53.740" v="205"/>
          <ac:spMkLst>
            <pc:docMk/>
            <pc:sldMk cId="3651273312" sldId="330"/>
            <ac:spMk id="3" creationId="{C818E458-9DCD-4B10-A5B7-9E165ED4613D}"/>
          </ac:spMkLst>
        </pc:spChg>
        <pc:spChg chg="add del mod">
          <ac:chgData name="Andreas Willich" userId="f1a27a91-fb80-49c6-a061-1959e15afc91" providerId="ADAL" clId="{6DEB2BA9-95E2-4C28-9098-116C126D9CBC}" dt="2020-02-08T09:44:58.110" v="206"/>
          <ac:spMkLst>
            <pc:docMk/>
            <pc:sldMk cId="3651273312" sldId="330"/>
            <ac:spMk id="4" creationId="{042FDC08-551A-4904-9365-397E126DBED8}"/>
          </ac:spMkLst>
        </pc:spChg>
        <pc:spChg chg="add del mod">
          <ac:chgData name="Andreas Willich" userId="f1a27a91-fb80-49c6-a061-1959e15afc91" providerId="ADAL" clId="{6DEB2BA9-95E2-4C28-9098-116C126D9CBC}" dt="2020-02-08T09:44:58.110" v="206"/>
          <ac:spMkLst>
            <pc:docMk/>
            <pc:sldMk cId="3651273312" sldId="330"/>
            <ac:spMk id="5" creationId="{0283C8EC-A4FC-410B-9858-7E68E48A9DE5}"/>
          </ac:spMkLst>
        </pc:spChg>
        <pc:spChg chg="add mod">
          <ac:chgData name="Andreas Willich" userId="f1a27a91-fb80-49c6-a061-1959e15afc91" providerId="ADAL" clId="{6DEB2BA9-95E2-4C28-9098-116C126D9CBC}" dt="2020-02-08T09:45:53.551" v="227" actId="113"/>
          <ac:spMkLst>
            <pc:docMk/>
            <pc:sldMk cId="3651273312" sldId="330"/>
            <ac:spMk id="6" creationId="{289181EA-5F2D-4783-A466-BF7060E0BA2E}"/>
          </ac:spMkLst>
        </pc:spChg>
        <pc:grpChg chg="add del mod">
          <ac:chgData name="Andreas Willich" userId="f1a27a91-fb80-49c6-a061-1959e15afc91" providerId="ADAL" clId="{6DEB2BA9-95E2-4C28-9098-116C126D9CBC}" dt="2020-02-08T09:45:23.324" v="222" actId="165"/>
          <ac:grpSpMkLst>
            <pc:docMk/>
            <pc:sldMk cId="3651273312" sldId="330"/>
            <ac:grpSpMk id="7" creationId="{B7884256-7441-40B7-8E15-D930A71DBC14}"/>
          </ac:grpSpMkLst>
        </pc:grpChg>
        <pc:grpChg chg="add mod">
          <ac:chgData name="Andreas Willich" userId="f1a27a91-fb80-49c6-a061-1959e15afc91" providerId="ADAL" clId="{6DEB2BA9-95E2-4C28-9098-116C126D9CBC}" dt="2020-02-08T09:53:01.332" v="306" actId="1076"/>
          <ac:grpSpMkLst>
            <pc:docMk/>
            <pc:sldMk cId="3651273312" sldId="330"/>
            <ac:grpSpMk id="10" creationId="{91CDD93B-EBC1-4450-B04F-8D1267D6911C}"/>
          </ac:grpSpMkLst>
        </pc:grpChg>
        <pc:grpChg chg="add mod">
          <ac:chgData name="Andreas Willich" userId="f1a27a91-fb80-49c6-a061-1959e15afc91" providerId="ADAL" clId="{6DEB2BA9-95E2-4C28-9098-116C126D9CBC}" dt="2020-02-08T09:52:55.943" v="305" actId="1076"/>
          <ac:grpSpMkLst>
            <pc:docMk/>
            <pc:sldMk cId="3651273312" sldId="330"/>
            <ac:grpSpMk id="13" creationId="{1889159C-436C-4AA6-AF46-3DFB7105AE49}"/>
          </ac:grpSpMkLst>
        </pc:grpChg>
        <pc:grpChg chg="add mod">
          <ac:chgData name="Andreas Willich" userId="f1a27a91-fb80-49c6-a061-1959e15afc91" providerId="ADAL" clId="{6DEB2BA9-95E2-4C28-9098-116C126D9CBC}" dt="2020-02-08T09:53:12.244" v="309" actId="1076"/>
          <ac:grpSpMkLst>
            <pc:docMk/>
            <pc:sldMk cId="3651273312" sldId="330"/>
            <ac:grpSpMk id="16" creationId="{4305BC33-523C-458D-82B3-F1DC26FE333C}"/>
          </ac:grpSpMkLst>
        </pc:grpChg>
        <pc:grpChg chg="add mod">
          <ac:chgData name="Andreas Willich" userId="f1a27a91-fb80-49c6-a061-1959e15afc91" providerId="ADAL" clId="{6DEB2BA9-95E2-4C28-9098-116C126D9CBC}" dt="2020-02-08T09:54:07.072" v="315" actId="164"/>
          <ac:grpSpMkLst>
            <pc:docMk/>
            <pc:sldMk cId="3651273312" sldId="330"/>
            <ac:grpSpMk id="19" creationId="{0A60D5DC-0196-41E0-9F61-1BC89192C7E0}"/>
          </ac:grpSpMkLst>
        </pc:grpChg>
        <pc:picChg chg="mod topLvl">
          <ac:chgData name="Andreas Willich" userId="f1a27a91-fb80-49c6-a061-1959e15afc91" providerId="ADAL" clId="{6DEB2BA9-95E2-4C28-9098-116C126D9CBC}" dt="2020-02-08T09:53:07.099" v="308" actId="164"/>
          <ac:picMkLst>
            <pc:docMk/>
            <pc:sldMk cId="3651273312" sldId="330"/>
            <ac:picMk id="8" creationId="{64AFD18E-8BF1-4905-A9B1-237BE28DBC6C}"/>
          </ac:picMkLst>
        </pc:picChg>
        <pc:picChg chg="mod topLvl">
          <ac:chgData name="Andreas Willich" userId="f1a27a91-fb80-49c6-a061-1959e15afc91" providerId="ADAL" clId="{6DEB2BA9-95E2-4C28-9098-116C126D9CBC}" dt="2020-02-08T09:53:07.099" v="308" actId="164"/>
          <ac:picMkLst>
            <pc:docMk/>
            <pc:sldMk cId="3651273312" sldId="330"/>
            <ac:picMk id="9" creationId="{7D0975BB-2BBE-40A6-95B9-E1A9E7E26D7F}"/>
          </ac:picMkLst>
        </pc:picChg>
        <pc:picChg chg="mod">
          <ac:chgData name="Andreas Willich" userId="f1a27a91-fb80-49c6-a061-1959e15afc91" providerId="ADAL" clId="{6DEB2BA9-95E2-4C28-9098-116C126D9CBC}" dt="2020-02-08T09:54:20.902" v="317" actId="1076"/>
          <ac:picMkLst>
            <pc:docMk/>
            <pc:sldMk cId="3651273312" sldId="330"/>
            <ac:picMk id="11" creationId="{326FF49C-64EF-4EAB-AFCE-281C2504C36D}"/>
          </ac:picMkLst>
        </pc:picChg>
        <pc:picChg chg="add mod">
          <ac:chgData name="Andreas Willich" userId="f1a27a91-fb80-49c6-a061-1959e15afc91" providerId="ADAL" clId="{6DEB2BA9-95E2-4C28-9098-116C126D9CBC}" dt="2020-02-08T09:54:07.072" v="315" actId="164"/>
          <ac:picMkLst>
            <pc:docMk/>
            <pc:sldMk cId="3651273312" sldId="330"/>
            <ac:picMk id="18" creationId="{D9C266DD-38BD-4474-86A9-E39F3D081DA9}"/>
          </ac:picMkLst>
        </pc:picChg>
        <pc:picChg chg="add mod">
          <ac:chgData name="Andreas Willich" userId="f1a27a91-fb80-49c6-a061-1959e15afc91" providerId="ADAL" clId="{6DEB2BA9-95E2-4C28-9098-116C126D9CBC}" dt="2020-02-08T09:54:07.072" v="315" actId="164"/>
          <ac:picMkLst>
            <pc:docMk/>
            <pc:sldMk cId="3651273312" sldId="330"/>
            <ac:picMk id="3074" creationId="{C45E5BE0-3994-4D58-BEDD-C66A4B1238F9}"/>
          </ac:picMkLst>
        </pc:picChg>
      </pc:sldChg>
      <pc:sldChg chg="addSp modSp add mod setBg">
        <pc:chgData name="Andreas Willich" userId="f1a27a91-fb80-49c6-a061-1959e15afc91" providerId="ADAL" clId="{6DEB2BA9-95E2-4C28-9098-116C126D9CBC}" dt="2020-02-08T10:27:05.535" v="734" actId="6549"/>
        <pc:sldMkLst>
          <pc:docMk/>
          <pc:sldMk cId="3289957254" sldId="331"/>
        </pc:sldMkLst>
        <pc:spChg chg="add mod">
          <ac:chgData name="Andreas Willich" userId="f1a27a91-fb80-49c6-a061-1959e15afc91" providerId="ADAL" clId="{6DEB2BA9-95E2-4C28-9098-116C126D9CBC}" dt="2020-02-08T10:27:02.037" v="733" actId="27636"/>
          <ac:spMkLst>
            <pc:docMk/>
            <pc:sldMk cId="3289957254" sldId="331"/>
            <ac:spMk id="2" creationId="{A626F209-26DF-4FEC-9242-2AEB07C2ADC3}"/>
          </ac:spMkLst>
        </pc:spChg>
        <pc:spChg chg="add mod">
          <ac:chgData name="Andreas Willich" userId="f1a27a91-fb80-49c6-a061-1959e15afc91" providerId="ADAL" clId="{6DEB2BA9-95E2-4C28-9098-116C126D9CBC}" dt="2020-02-08T10:27:05.535" v="734" actId="6549"/>
          <ac:spMkLst>
            <pc:docMk/>
            <pc:sldMk cId="3289957254" sldId="331"/>
            <ac:spMk id="3" creationId="{4A59BF1E-66FA-44D0-B8D6-6D20760AB480}"/>
          </ac:spMkLst>
        </pc:spChg>
        <pc:spChg chg="add">
          <ac:chgData name="Andreas Willich" userId="f1a27a91-fb80-49c6-a061-1959e15afc91" providerId="ADAL" clId="{6DEB2BA9-95E2-4C28-9098-116C126D9CBC}" dt="2020-02-08T10:26:07.010" v="726" actId="26606"/>
          <ac:spMkLst>
            <pc:docMk/>
            <pc:sldMk cId="3289957254" sldId="331"/>
            <ac:spMk id="16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10:26:07.010" v="726" actId="26606"/>
          <ac:spMkLst>
            <pc:docMk/>
            <pc:sldMk cId="3289957254" sldId="331"/>
            <ac:spMk id="18" creationId="{164E9BCF-1B67-4514-808C-A5DCBDEB4A85}"/>
          </ac:spMkLst>
        </pc:spChg>
        <pc:grpChg chg="add">
          <ac:chgData name="Andreas Willich" userId="f1a27a91-fb80-49c6-a061-1959e15afc91" providerId="ADAL" clId="{6DEB2BA9-95E2-4C28-9098-116C126D9CBC}" dt="2020-02-08T10:26:07.010" v="726" actId="26606"/>
          <ac:grpSpMkLst>
            <pc:docMk/>
            <pc:sldMk cId="3289957254" sldId="331"/>
            <ac:grpSpMk id="8" creationId="{E9D059B6-ADD8-488A-B346-63289E90D13F}"/>
          </ac:grpSpMkLst>
        </pc:grpChg>
        <pc:grpChg chg="add">
          <ac:chgData name="Andreas Willich" userId="f1a27a91-fb80-49c6-a061-1959e15afc91" providerId="ADAL" clId="{6DEB2BA9-95E2-4C28-9098-116C126D9CBC}" dt="2020-02-08T10:26:07.010" v="726" actId="26606"/>
          <ac:grpSpMkLst>
            <pc:docMk/>
            <pc:sldMk cId="3289957254" sldId="331"/>
            <ac:grpSpMk id="20" creationId="{32238778-9D1D-45F4-BB78-76F208A224B4}"/>
          </ac:grpSpMkLst>
        </pc:grpChg>
      </pc:sldChg>
      <pc:sldChg chg="addSp delSp modSp add mod setBg">
        <pc:chgData name="Andreas Willich" userId="f1a27a91-fb80-49c6-a061-1959e15afc91" providerId="ADAL" clId="{6DEB2BA9-95E2-4C28-9098-116C126D9CBC}" dt="2020-02-08T10:32:02.613" v="780" actId="20577"/>
        <pc:sldMkLst>
          <pc:docMk/>
          <pc:sldMk cId="3552980712" sldId="332"/>
        </pc:sldMkLst>
        <pc:spChg chg="mod">
          <ac:chgData name="Andreas Willich" userId="f1a27a91-fb80-49c6-a061-1959e15afc91" providerId="ADAL" clId="{6DEB2BA9-95E2-4C28-9098-116C126D9CBC}" dt="2020-02-08T10:32:02.613" v="780" actId="20577"/>
          <ac:spMkLst>
            <pc:docMk/>
            <pc:sldMk cId="3552980712" sldId="332"/>
            <ac:spMk id="2" creationId="{A5A7677A-6F6D-4AB8-B7CA-90C29CD5E1D8}"/>
          </ac:spMkLst>
        </pc:spChg>
        <pc:spChg chg="mo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3" creationId="{97B60A8D-7D39-4747-8373-705E700327F3}"/>
          </ac:spMkLst>
        </pc:spChg>
        <pc:spChg chg="add del">
          <ac:chgData name="Andreas Willich" userId="f1a27a91-fb80-49c6-a061-1959e15afc91" providerId="ADAL" clId="{6DEB2BA9-95E2-4C28-9098-116C126D9CBC}" dt="2020-02-08T10:31:53.574" v="772" actId="26606"/>
          <ac:spMkLst>
            <pc:docMk/>
            <pc:sldMk cId="3552980712" sldId="332"/>
            <ac:spMk id="16" creationId="{384E03DA-B800-46E1-AF36-59DF74A4B0F7}"/>
          </ac:spMkLst>
        </pc:spChg>
        <pc:spChg chg="add del">
          <ac:chgData name="Andreas Willich" userId="f1a27a91-fb80-49c6-a061-1959e15afc91" providerId="ADAL" clId="{6DEB2BA9-95E2-4C28-9098-116C126D9CBC}" dt="2020-02-08T10:31:53.574" v="772" actId="26606"/>
          <ac:spMkLst>
            <pc:docMk/>
            <pc:sldMk cId="3552980712" sldId="332"/>
            <ac:spMk id="18" creationId="{D7A9900B-CB87-464C-884A-B15D70B64935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22" creationId="{9A928607-C55C-40FD-B2DF-6CD6A7226A71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24" creationId="{400A20C1-29A4-43E0-AB15-7931F76F8C2D}"/>
          </ac:spMkLst>
        </pc:spChg>
        <pc:spChg chg="add del">
          <ac:chgData name="Andreas Willich" userId="f1a27a91-fb80-49c6-a061-1959e15afc91" providerId="ADAL" clId="{6DEB2BA9-95E2-4C28-9098-116C126D9CBC}" dt="2020-02-08T10:31:55.153" v="774" actId="26606"/>
          <ac:spMkLst>
            <pc:docMk/>
            <pc:sldMk cId="3552980712" sldId="332"/>
            <ac:spMk id="28" creationId="{CE3D4922-3D1C-4679-9A86-15BFC1A252F0}"/>
          </ac:spMkLst>
        </pc:spChg>
        <pc:spChg chg="add del">
          <ac:chgData name="Andreas Willich" userId="f1a27a91-fb80-49c6-a061-1959e15afc91" providerId="ADAL" clId="{6DEB2BA9-95E2-4C28-9098-116C126D9CBC}" dt="2020-02-08T10:31:55.153" v="774" actId="26606"/>
          <ac:spMkLst>
            <pc:docMk/>
            <pc:sldMk cId="3552980712" sldId="332"/>
            <ac:spMk id="29" creationId="{164E9BCF-1B67-4514-808C-A5DCBDEB4A85}"/>
          </ac:spMkLst>
        </pc:spChg>
        <pc:spChg chg="add del">
          <ac:chgData name="Andreas Willich" userId="f1a27a91-fb80-49c6-a061-1959e15afc91" providerId="ADAL" clId="{6DEB2BA9-95E2-4C28-9098-116C126D9CBC}" dt="2020-02-08T10:31:56.919" v="776" actId="26606"/>
          <ac:spMkLst>
            <pc:docMk/>
            <pc:sldMk cId="3552980712" sldId="332"/>
            <ac:spMk id="33" creationId="{A6073935-E043-4801-AF06-06093A9145F7}"/>
          </ac:spMkLst>
        </pc:spChg>
        <pc:spChg chg="add del">
          <ac:chgData name="Andreas Willich" userId="f1a27a91-fb80-49c6-a061-1959e15afc91" providerId="ADAL" clId="{6DEB2BA9-95E2-4C28-9098-116C126D9CBC}" dt="2020-02-08T10:31:56.919" v="776" actId="26606"/>
          <ac:spMkLst>
            <pc:docMk/>
            <pc:sldMk cId="3552980712" sldId="332"/>
            <ac:spMk id="35" creationId="{8D6B9972-4A81-4223-9901-0E559A1D5E59}"/>
          </ac:spMkLst>
        </pc:spChg>
        <pc:spChg chg="add del">
          <ac:chgData name="Andreas Willich" userId="f1a27a91-fb80-49c6-a061-1959e15afc91" providerId="ADAL" clId="{6DEB2BA9-95E2-4C28-9098-116C126D9CBC}" dt="2020-02-08T10:31:58.705" v="778" actId="26606"/>
          <ac:spMkLst>
            <pc:docMk/>
            <pc:sldMk cId="3552980712" sldId="332"/>
            <ac:spMk id="39" creationId="{A6073935-E043-4801-AF06-06093A9145F7}"/>
          </ac:spMkLst>
        </pc:spChg>
        <pc:spChg chg="add del">
          <ac:chgData name="Andreas Willich" userId="f1a27a91-fb80-49c6-a061-1959e15afc91" providerId="ADAL" clId="{6DEB2BA9-95E2-4C28-9098-116C126D9CBC}" dt="2020-02-08T10:31:58.705" v="778" actId="26606"/>
          <ac:spMkLst>
            <pc:docMk/>
            <pc:sldMk cId="3552980712" sldId="332"/>
            <ac:spMk id="41" creationId="{8D6B9972-4A81-4223-9901-0E559A1D5E59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46" creationId="{15655827-B42D-4180-88D3-D83F25E4BD1C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47" creationId="{24ACCB06-563C-4ADE-B4D6-1FE9F723C7D9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48" creationId="{40761ECD-D92B-46AE-82CA-640023D282F9}"/>
          </ac:spMkLst>
        </pc:spChg>
        <pc:grpChg chg="add del">
          <ac:chgData name="Andreas Willich" userId="f1a27a91-fb80-49c6-a061-1959e15afc91" providerId="ADAL" clId="{6DEB2BA9-95E2-4C28-9098-116C126D9CBC}" dt="2020-02-08T10:31:53.574" v="772" actId="26606"/>
          <ac:grpSpMkLst>
            <pc:docMk/>
            <pc:sldMk cId="3552980712" sldId="332"/>
            <ac:grpSpMk id="8" creationId="{E9D059B6-ADD8-488A-B346-63289E90D13F}"/>
          </ac:grpSpMkLst>
        </pc:grpChg>
        <pc:grpChg chg="add del">
          <ac:chgData name="Andreas Willich" userId="f1a27a91-fb80-49c6-a061-1959e15afc91" providerId="ADAL" clId="{6DEB2BA9-95E2-4C28-9098-116C126D9CBC}" dt="2020-02-08T10:31:56.919" v="776" actId="26606"/>
          <ac:grpSpMkLst>
            <pc:docMk/>
            <pc:sldMk cId="3552980712" sldId="332"/>
            <ac:grpSpMk id="10" creationId="{C616B3DC-C165-433D-9187-62DCC0E317D3}"/>
          </ac:grpSpMkLst>
        </pc:grpChg>
        <pc:grpChg chg="add del">
          <ac:chgData name="Andreas Willich" userId="f1a27a91-fb80-49c6-a061-1959e15afc91" providerId="ADAL" clId="{6DEB2BA9-95E2-4C28-9098-116C126D9CBC}" dt="2020-02-08T10:31:55.153" v="774" actId="26606"/>
          <ac:grpSpMkLst>
            <pc:docMk/>
            <pc:sldMk cId="3552980712" sldId="332"/>
            <ac:grpSpMk id="27" creationId="{E9D059B6-ADD8-488A-B346-63289E90D13F}"/>
          </ac:grpSpMkLst>
        </pc:grpChg>
        <pc:grpChg chg="add del">
          <ac:chgData name="Andreas Willich" userId="f1a27a91-fb80-49c6-a061-1959e15afc91" providerId="ADAL" clId="{6DEB2BA9-95E2-4C28-9098-116C126D9CBC}" dt="2020-02-08T10:31:55.153" v="774" actId="26606"/>
          <ac:grpSpMkLst>
            <pc:docMk/>
            <pc:sldMk cId="3552980712" sldId="332"/>
            <ac:grpSpMk id="30" creationId="{32238778-9D1D-45F4-BB78-76F208A224B4}"/>
          </ac:grpSpMkLst>
        </pc:grpChg>
        <pc:grpChg chg="add del">
          <ac:chgData name="Andreas Willich" userId="f1a27a91-fb80-49c6-a061-1959e15afc91" providerId="ADAL" clId="{6DEB2BA9-95E2-4C28-9098-116C126D9CBC}" dt="2020-02-08T10:31:56.919" v="776" actId="26606"/>
          <ac:grpSpMkLst>
            <pc:docMk/>
            <pc:sldMk cId="3552980712" sldId="332"/>
            <ac:grpSpMk id="34" creationId="{8AC26FF4-D6F9-4A94-A837-D051A101EDD3}"/>
          </ac:grpSpMkLst>
        </pc:grpChg>
        <pc:grpChg chg="add del">
          <ac:chgData name="Andreas Willich" userId="f1a27a91-fb80-49c6-a061-1959e15afc91" providerId="ADAL" clId="{6DEB2BA9-95E2-4C28-9098-116C126D9CBC}" dt="2020-02-08T10:31:58.705" v="778" actId="26606"/>
          <ac:grpSpMkLst>
            <pc:docMk/>
            <pc:sldMk cId="3552980712" sldId="332"/>
            <ac:grpSpMk id="37" creationId="{C616B3DC-C165-433D-9187-62DCC0E317D3}"/>
          </ac:grpSpMkLst>
        </pc:grpChg>
        <pc:grpChg chg="add del">
          <ac:chgData name="Andreas Willich" userId="f1a27a91-fb80-49c6-a061-1959e15afc91" providerId="ADAL" clId="{6DEB2BA9-95E2-4C28-9098-116C126D9CBC}" dt="2020-02-08T10:31:58.705" v="778" actId="26606"/>
          <ac:grpSpMkLst>
            <pc:docMk/>
            <pc:sldMk cId="3552980712" sldId="332"/>
            <ac:grpSpMk id="40" creationId="{8AC26FF4-D6F9-4A94-A837-D051A101EDD3}"/>
          </ac:grpSpMkLst>
        </pc:grpChg>
        <pc:grpChg chg="add">
          <ac:chgData name="Andreas Willich" userId="f1a27a91-fb80-49c6-a061-1959e15afc91" providerId="ADAL" clId="{6DEB2BA9-95E2-4C28-9098-116C126D9CBC}" dt="2020-02-08T10:31:58.741" v="779" actId="26606"/>
          <ac:grpSpMkLst>
            <pc:docMk/>
            <pc:sldMk cId="3552980712" sldId="332"/>
            <ac:grpSpMk id="44" creationId="{E9D059B6-ADD8-488A-B346-63289E90D13F}"/>
          </ac:grpSpMkLst>
        </pc:grpChg>
        <pc:picChg chg="add del">
          <ac:chgData name="Andreas Willich" userId="f1a27a91-fb80-49c6-a061-1959e15afc91" providerId="ADAL" clId="{6DEB2BA9-95E2-4C28-9098-116C126D9CBC}" dt="2020-02-08T10:31:56.919" v="776" actId="26606"/>
          <ac:picMkLst>
            <pc:docMk/>
            <pc:sldMk cId="3552980712" sldId="332"/>
            <ac:picMk id="7" creationId="{44D1F761-4997-404D-A774-F909577962CC}"/>
          </ac:picMkLst>
        </pc:picChg>
        <pc:picChg chg="add del">
          <ac:chgData name="Andreas Willich" userId="f1a27a91-fb80-49c6-a061-1959e15afc91" providerId="ADAL" clId="{6DEB2BA9-95E2-4C28-9098-116C126D9CBC}" dt="2020-02-08T10:31:58.705" v="778" actId="26606"/>
          <ac:picMkLst>
            <pc:docMk/>
            <pc:sldMk cId="3552980712" sldId="332"/>
            <ac:picMk id="42" creationId="{5C70366D-580E-43EF-B143-7EE56B864C9C}"/>
          </ac:picMkLst>
        </pc:picChg>
        <pc:cxnChg chg="add del">
          <ac:chgData name="Andreas Willich" userId="f1a27a91-fb80-49c6-a061-1959e15afc91" providerId="ADAL" clId="{6DEB2BA9-95E2-4C28-9098-116C126D9CBC}" dt="2020-02-08T10:31:53.574" v="772" actId="26606"/>
          <ac:cxnSpMkLst>
            <pc:docMk/>
            <pc:sldMk cId="3552980712" sldId="332"/>
            <ac:cxnSpMk id="20" creationId="{2095369B-D528-438E-80C9-A093047670EE}"/>
          </ac:cxnSpMkLst>
        </pc:cxnChg>
      </pc:sldChg>
    </pc:docChg>
  </pc:docChgLst>
  <pc:docChgLst>
    <pc:chgData name="Andreas" userId="f1a27a91-fb80-49c6-a061-1959e15afc91" providerId="ADAL" clId="{7FF82D88-0C33-4AD8-9872-9D0352BEDE65}"/>
    <pc:docChg chg="custSel mod addSld modSld">
      <pc:chgData name="Andreas" userId="f1a27a91-fb80-49c6-a061-1959e15afc91" providerId="ADAL" clId="{7FF82D88-0C33-4AD8-9872-9D0352BEDE65}" dt="2020-04-15T15:51:07.804" v="100" actId="26606"/>
      <pc:docMkLst>
        <pc:docMk/>
      </pc:docMkLst>
      <pc:sldChg chg="modSp add">
        <pc:chgData name="Andreas" userId="f1a27a91-fb80-49c6-a061-1959e15afc91" providerId="ADAL" clId="{7FF82D88-0C33-4AD8-9872-9D0352BEDE65}" dt="2020-04-15T12:54:34.925" v="74"/>
        <pc:sldMkLst>
          <pc:docMk/>
          <pc:sldMk cId="3155323864" sldId="2076136297"/>
        </pc:sldMkLst>
        <pc:spChg chg="mod">
          <ac:chgData name="Andreas" userId="f1a27a91-fb80-49c6-a061-1959e15afc91" providerId="ADAL" clId="{7FF82D88-0C33-4AD8-9872-9D0352BEDE65}" dt="2020-04-15T12:54:03.814" v="32" actId="20577"/>
          <ac:spMkLst>
            <pc:docMk/>
            <pc:sldMk cId="3155323864" sldId="2076136297"/>
            <ac:spMk id="2" creationId="{E300E701-1805-4DA9-8588-2E053D5C09BC}"/>
          </ac:spMkLst>
        </pc:spChg>
        <pc:spChg chg="mod">
          <ac:chgData name="Andreas" userId="f1a27a91-fb80-49c6-a061-1959e15afc91" providerId="ADAL" clId="{7FF82D88-0C33-4AD8-9872-9D0352BEDE65}" dt="2020-04-15T12:54:34.925" v="74"/>
          <ac:spMkLst>
            <pc:docMk/>
            <pc:sldMk cId="3155323864" sldId="2076136297"/>
            <ac:spMk id="3" creationId="{6866EB95-DAB4-45D4-92A1-6DE492231AC9}"/>
          </ac:spMkLst>
        </pc:spChg>
      </pc:sldChg>
      <pc:sldChg chg="addSp delSp modSp add mod setBg">
        <pc:chgData name="Andreas" userId="f1a27a91-fb80-49c6-a061-1959e15afc91" providerId="ADAL" clId="{7FF82D88-0C33-4AD8-9872-9D0352BEDE65}" dt="2020-04-15T15:51:07.804" v="100" actId="26606"/>
        <pc:sldMkLst>
          <pc:docMk/>
          <pc:sldMk cId="4285057711" sldId="2076136298"/>
        </pc:sldMkLst>
        <pc:spChg chg="del">
          <ac:chgData name="Andreas" userId="f1a27a91-fb80-49c6-a061-1959e15afc91" providerId="ADAL" clId="{7FF82D88-0C33-4AD8-9872-9D0352BEDE65}" dt="2020-04-15T15:50:39.626" v="76"/>
          <ac:spMkLst>
            <pc:docMk/>
            <pc:sldMk cId="4285057711" sldId="2076136298"/>
            <ac:spMk id="2" creationId="{C84AD3BE-87E6-481D-A47E-DEF4DE9DA6B5}"/>
          </ac:spMkLst>
        </pc:spChg>
        <pc:spChg chg="del">
          <ac:chgData name="Andreas" userId="f1a27a91-fb80-49c6-a061-1959e15afc91" providerId="ADAL" clId="{7FF82D88-0C33-4AD8-9872-9D0352BEDE65}" dt="2020-04-15T15:50:39.626" v="76"/>
          <ac:spMkLst>
            <pc:docMk/>
            <pc:sldMk cId="4285057711" sldId="2076136298"/>
            <ac:spMk id="3" creationId="{55C1E6AB-CF52-4107-81B7-C382E19A8B1D}"/>
          </ac:spMkLst>
        </pc:spChg>
        <pc:spChg chg="add mo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4" creationId="{A7102B55-47DF-4BDC-8D1D-B95F13395FAD}"/>
          </ac:spMkLst>
        </pc:spChg>
        <pc:spChg chg="add mo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5" creationId="{E787885E-072E-4C47-8D3E-3D2E27E092CB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18" creationId="{15655827-B42D-4180-88D3-D83F25E4BD1C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0" creationId="{24ACCB06-563C-4ADE-B4D6-1FE9F723C7D9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2" creationId="{40761ECD-D92B-46AE-82CA-640023D282F9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4" creationId="{9A928607-C55C-40FD-B2DF-6CD6A7226A71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6" creationId="{400A20C1-29A4-43E0-AB15-7931F76F8C2D}"/>
          </ac:spMkLst>
        </pc:spChg>
        <pc:grpChg chg="add">
          <ac:chgData name="Andreas" userId="f1a27a91-fb80-49c6-a061-1959e15afc91" providerId="ADAL" clId="{7FF82D88-0C33-4AD8-9872-9D0352BEDE65}" dt="2020-04-15T15:51:07.804" v="100" actId="26606"/>
          <ac:grpSpMkLst>
            <pc:docMk/>
            <pc:sldMk cId="4285057711" sldId="2076136298"/>
            <ac:grpSpMk id="10" creationId="{E9D059B6-ADD8-488A-B346-63289E90D13F}"/>
          </ac:grpSpMkLst>
        </pc:grpChg>
      </pc:sldChg>
    </pc:docChg>
  </pc:docChgLst>
  <pc:docChgLst>
    <pc:chgData name="Andreas Willich" userId="f1a27a91-fb80-49c6-a061-1959e15afc91" providerId="ADAL" clId="{F056BC7A-B84E-4C79-83B5-C32BF6C1390C}"/>
    <pc:docChg chg="modSld">
      <pc:chgData name="Andreas Willich" userId="f1a27a91-fb80-49c6-a061-1959e15afc91" providerId="ADAL" clId="{F056BC7A-B84E-4C79-83B5-C32BF6C1390C}" dt="2019-11-04T16:31:22.720" v="19" actId="20577"/>
      <pc:docMkLst>
        <pc:docMk/>
      </pc:docMkLst>
      <pc:sldChg chg="modSp">
        <pc:chgData name="Andreas Willich" userId="f1a27a91-fb80-49c6-a061-1959e15afc91" providerId="ADAL" clId="{F056BC7A-B84E-4C79-83B5-C32BF6C1390C}" dt="2019-11-04T16:31:22.720" v="19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056BC7A-B84E-4C79-83B5-C32BF6C1390C}" dt="2019-11-04T16:31:22.720" v="19" actId="20577"/>
          <ac:spMkLst>
            <pc:docMk/>
            <pc:sldMk cId="3908362423" sldId="314"/>
            <ac:spMk id="2" creationId="{C7CF4C79-936C-42D0-BDD1-5E60E01898F1}"/>
          </ac:spMkLst>
        </pc:spChg>
      </pc:sldChg>
    </pc:docChg>
  </pc:docChgLst>
  <pc:docChgLst>
    <pc:chgData name="Andreas Willich" userId="f1a27a91-fb80-49c6-a061-1959e15afc91" providerId="ADAL" clId="{7A8E41A7-9183-4EB4-9783-DEBB31C9AA80}"/>
    <pc:docChg chg="custSel addSld delSld modSld">
      <pc:chgData name="Andreas Willich" userId="f1a27a91-fb80-49c6-a061-1959e15afc91" providerId="ADAL" clId="{7A8E41A7-9183-4EB4-9783-DEBB31C9AA80}" dt="2020-01-19T16:01:56.615" v="760" actId="14"/>
      <pc:docMkLst>
        <pc:docMk/>
      </pc:docMkLst>
      <pc:sldChg chg="del">
        <pc:chgData name="Andreas Willich" userId="f1a27a91-fb80-49c6-a061-1959e15afc91" providerId="ADAL" clId="{7A8E41A7-9183-4EB4-9783-DEBB31C9AA80}" dt="2020-01-19T14:39:18.192" v="16" actId="2696"/>
        <pc:sldMkLst>
          <pc:docMk/>
          <pc:sldMk cId="4009951914" sldId="311"/>
        </pc:sldMkLst>
      </pc:sldChg>
      <pc:sldChg chg="modSp">
        <pc:chgData name="Andreas Willich" userId="f1a27a91-fb80-49c6-a061-1959e15afc91" providerId="ADAL" clId="{7A8E41A7-9183-4EB4-9783-DEBB31C9AA80}" dt="2020-01-19T14:41:10.210" v="165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7A8E41A7-9183-4EB4-9783-DEBB31C9AA80}" dt="2020-01-19T14:41:10.210" v="165" actId="20577"/>
          <ac:spMkLst>
            <pc:docMk/>
            <pc:sldMk cId="3668429019" sldId="312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A8E41A7-9183-4EB4-9783-DEBB31C9AA80}" dt="2020-01-19T14:44:47.929" v="245" actId="113"/>
        <pc:sldMkLst>
          <pc:docMk/>
          <pc:sldMk cId="816153105" sldId="313"/>
        </pc:sldMkLst>
        <pc:spChg chg="mod">
          <ac:chgData name="Andreas Willich" userId="f1a27a91-fb80-49c6-a061-1959e15afc91" providerId="ADAL" clId="{7A8E41A7-9183-4EB4-9783-DEBB31C9AA80}" dt="2020-01-19T14:44:47.929" v="245" actId="113"/>
          <ac:spMkLst>
            <pc:docMk/>
            <pc:sldMk cId="816153105" sldId="313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A8E41A7-9183-4EB4-9783-DEBB31C9AA80}" dt="2020-01-19T14:39:08.257" v="1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7A8E41A7-9183-4EB4-9783-DEBB31C9AA80}" dt="2020-01-19T14:39:08.257" v="1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7A8E41A7-9183-4EB4-9783-DEBB31C9AA80}" dt="2020-01-19T14:45:58.452" v="285"/>
        <pc:sldMkLst>
          <pc:docMk/>
          <pc:sldMk cId="1878672232" sldId="316"/>
        </pc:sldMkLst>
        <pc:spChg chg="mod">
          <ac:chgData name="Andreas Willich" userId="f1a27a91-fb80-49c6-a061-1959e15afc91" providerId="ADAL" clId="{7A8E41A7-9183-4EB4-9783-DEBB31C9AA80}" dt="2020-01-19T14:45:58.452" v="285"/>
          <ac:spMkLst>
            <pc:docMk/>
            <pc:sldMk cId="1878672232" sldId="316"/>
            <ac:spMk id="3" creationId="{183F6854-477B-47BA-A625-FE388215D100}"/>
          </ac:spMkLst>
        </pc:spChg>
      </pc:sldChg>
      <pc:sldChg chg="del">
        <pc:chgData name="Andreas Willich" userId="f1a27a91-fb80-49c6-a061-1959e15afc91" providerId="ADAL" clId="{7A8E41A7-9183-4EB4-9783-DEBB31C9AA80}" dt="2020-01-19T14:39:18.187" v="15" actId="2696"/>
        <pc:sldMkLst>
          <pc:docMk/>
          <pc:sldMk cId="836915040" sldId="317"/>
        </pc:sldMkLst>
      </pc:sldChg>
      <pc:sldChg chg="modSp">
        <pc:chgData name="Andreas Willich" userId="f1a27a91-fb80-49c6-a061-1959e15afc91" providerId="ADAL" clId="{7A8E41A7-9183-4EB4-9783-DEBB31C9AA80}" dt="2020-01-19T14:46:41.915" v="289" actId="5793"/>
        <pc:sldMkLst>
          <pc:docMk/>
          <pc:sldMk cId="1406265366" sldId="319"/>
        </pc:sldMkLst>
        <pc:spChg chg="mod">
          <ac:chgData name="Andreas Willich" userId="f1a27a91-fb80-49c6-a061-1959e15afc91" providerId="ADAL" clId="{7A8E41A7-9183-4EB4-9783-DEBB31C9AA80}" dt="2020-01-19T14:46:41.915" v="289" actId="5793"/>
          <ac:spMkLst>
            <pc:docMk/>
            <pc:sldMk cId="1406265366" sldId="319"/>
            <ac:spMk id="2" creationId="{C7CF4C79-936C-42D0-BDD1-5E60E01898F1}"/>
          </ac:spMkLst>
        </pc:spChg>
      </pc:sldChg>
      <pc:sldChg chg="modSp add">
        <pc:chgData name="Andreas Willich" userId="f1a27a91-fb80-49c6-a061-1959e15afc91" providerId="ADAL" clId="{7A8E41A7-9183-4EB4-9783-DEBB31C9AA80}" dt="2020-01-19T14:39:37.533" v="47" actId="20577"/>
        <pc:sldMkLst>
          <pc:docMk/>
          <pc:sldMk cId="4012844004" sldId="320"/>
        </pc:sldMkLst>
        <pc:spChg chg="mod">
          <ac:chgData name="Andreas Willich" userId="f1a27a91-fb80-49c6-a061-1959e15afc91" providerId="ADAL" clId="{7A8E41A7-9183-4EB4-9783-DEBB31C9AA80}" dt="2020-01-19T14:39:37.533" v="47" actId="20577"/>
          <ac:spMkLst>
            <pc:docMk/>
            <pc:sldMk cId="4012844004" sldId="320"/>
            <ac:spMk id="2" creationId="{254A830C-96FC-4FC1-867C-29EEA29E076A}"/>
          </ac:spMkLst>
        </pc:spChg>
      </pc:sldChg>
      <pc:sldChg chg="modSp add">
        <pc:chgData name="Andreas Willich" userId="f1a27a91-fb80-49c6-a061-1959e15afc91" providerId="ADAL" clId="{7A8E41A7-9183-4EB4-9783-DEBB31C9AA80}" dt="2020-01-19T14:54:36.149" v="317" actId="20577"/>
        <pc:sldMkLst>
          <pc:docMk/>
          <pc:sldMk cId="1692819872" sldId="321"/>
        </pc:sldMkLst>
        <pc:spChg chg="mod">
          <ac:chgData name="Andreas Willich" userId="f1a27a91-fb80-49c6-a061-1959e15afc91" providerId="ADAL" clId="{7A8E41A7-9183-4EB4-9783-DEBB31C9AA80}" dt="2020-01-19T14:54:36.149" v="317" actId="20577"/>
          <ac:spMkLst>
            <pc:docMk/>
            <pc:sldMk cId="1692819872" sldId="321"/>
            <ac:spMk id="2" creationId="{7FE4FD5B-3673-41BE-89F5-F63FBCF5D3F6}"/>
          </ac:spMkLst>
        </pc:spChg>
      </pc:sldChg>
      <pc:sldChg chg="addSp delSp modSp add">
        <pc:chgData name="Andreas Willich" userId="f1a27a91-fb80-49c6-a061-1959e15afc91" providerId="ADAL" clId="{7A8E41A7-9183-4EB4-9783-DEBB31C9AA80}" dt="2020-01-19T15:22:33.152" v="381" actId="20577"/>
        <pc:sldMkLst>
          <pc:docMk/>
          <pc:sldMk cId="1636694058" sldId="322"/>
        </pc:sldMkLst>
        <pc:spChg chg="del">
          <ac:chgData name="Andreas Willich" userId="f1a27a91-fb80-49c6-a061-1959e15afc91" providerId="ADAL" clId="{7A8E41A7-9183-4EB4-9783-DEBB31C9AA80}" dt="2020-01-19T14:58:02.558" v="319"/>
          <ac:spMkLst>
            <pc:docMk/>
            <pc:sldMk cId="1636694058" sldId="322"/>
            <ac:spMk id="2" creationId="{342C6BA2-6074-4AA1-89D7-416CAD8DDB99}"/>
          </ac:spMkLst>
        </pc:spChg>
        <pc:spChg chg="del">
          <ac:chgData name="Andreas Willich" userId="f1a27a91-fb80-49c6-a061-1959e15afc91" providerId="ADAL" clId="{7A8E41A7-9183-4EB4-9783-DEBB31C9AA80}" dt="2020-01-19T14:58:02.558" v="319"/>
          <ac:spMkLst>
            <pc:docMk/>
            <pc:sldMk cId="1636694058" sldId="322"/>
            <ac:spMk id="3" creationId="{1A3C68FC-76DF-4381-8BCD-61245A01EFE1}"/>
          </ac:spMkLst>
        </pc:spChg>
        <pc:spChg chg="add mod">
          <ac:chgData name="Andreas Willich" userId="f1a27a91-fb80-49c6-a061-1959e15afc91" providerId="ADAL" clId="{7A8E41A7-9183-4EB4-9783-DEBB31C9AA80}" dt="2020-01-19T15:22:33.152" v="381" actId="20577"/>
          <ac:spMkLst>
            <pc:docMk/>
            <pc:sldMk cId="1636694058" sldId="322"/>
            <ac:spMk id="4" creationId="{BDE20149-5885-4758-B2B4-2FFE5211AA4E}"/>
          </ac:spMkLst>
        </pc:spChg>
        <pc:spChg chg="add mod">
          <ac:chgData name="Andreas Willich" userId="f1a27a91-fb80-49c6-a061-1959e15afc91" providerId="ADAL" clId="{7A8E41A7-9183-4EB4-9783-DEBB31C9AA80}" dt="2020-01-19T14:58:09.448" v="323" actId="20577"/>
          <ac:spMkLst>
            <pc:docMk/>
            <pc:sldMk cId="1636694058" sldId="322"/>
            <ac:spMk id="5" creationId="{B233A8AE-4568-47B5-A29B-1DBD5BE1DB98}"/>
          </ac:spMkLst>
        </pc:spChg>
      </pc:sldChg>
      <pc:sldChg chg="modSp add">
        <pc:chgData name="Andreas Willich" userId="f1a27a91-fb80-49c6-a061-1959e15afc91" providerId="ADAL" clId="{7A8E41A7-9183-4EB4-9783-DEBB31C9AA80}" dt="2020-01-19T15:23:54.243" v="439"/>
        <pc:sldMkLst>
          <pc:docMk/>
          <pc:sldMk cId="3384348233" sldId="323"/>
        </pc:sldMkLst>
        <pc:spChg chg="mod">
          <ac:chgData name="Andreas Willich" userId="f1a27a91-fb80-49c6-a061-1959e15afc91" providerId="ADAL" clId="{7A8E41A7-9183-4EB4-9783-DEBB31C9AA80}" dt="2020-01-19T15:22:27.456" v="368" actId="20577"/>
          <ac:spMkLst>
            <pc:docMk/>
            <pc:sldMk cId="3384348233" sldId="323"/>
            <ac:spMk id="2" creationId="{C444F09C-C3AE-47AB-B289-7FC7634A2582}"/>
          </ac:spMkLst>
        </pc:spChg>
        <pc:spChg chg="mod">
          <ac:chgData name="Andreas Willich" userId="f1a27a91-fb80-49c6-a061-1959e15afc91" providerId="ADAL" clId="{7A8E41A7-9183-4EB4-9783-DEBB31C9AA80}" dt="2020-01-19T15:23:54.243" v="439"/>
          <ac:spMkLst>
            <pc:docMk/>
            <pc:sldMk cId="3384348233" sldId="323"/>
            <ac:spMk id="3" creationId="{289E3AF7-7970-4C4F-817F-AC811F0C78F9}"/>
          </ac:spMkLst>
        </pc:spChg>
      </pc:sldChg>
      <pc:sldChg chg="modSp add">
        <pc:chgData name="Andreas Willich" userId="f1a27a91-fb80-49c6-a061-1959e15afc91" providerId="ADAL" clId="{7A8E41A7-9183-4EB4-9783-DEBB31C9AA80}" dt="2020-01-19T15:35:57.771" v="542" actId="20577"/>
        <pc:sldMkLst>
          <pc:docMk/>
          <pc:sldMk cId="2241390148" sldId="324"/>
        </pc:sldMkLst>
        <pc:spChg chg="mod">
          <ac:chgData name="Andreas Willich" userId="f1a27a91-fb80-49c6-a061-1959e15afc91" providerId="ADAL" clId="{7A8E41A7-9183-4EB4-9783-DEBB31C9AA80}" dt="2020-01-19T15:35:57.771" v="542" actId="20577"/>
          <ac:spMkLst>
            <pc:docMk/>
            <pc:sldMk cId="2241390148" sldId="324"/>
            <ac:spMk id="3" creationId="{289E3AF7-7970-4C4F-817F-AC811F0C78F9}"/>
          </ac:spMkLst>
        </pc:spChg>
      </pc:sldChg>
      <pc:sldChg chg="modSp add">
        <pc:chgData name="Andreas Willich" userId="f1a27a91-fb80-49c6-a061-1959e15afc91" providerId="ADAL" clId="{7A8E41A7-9183-4EB4-9783-DEBB31C9AA80}" dt="2020-01-19T16:01:56.615" v="760" actId="14"/>
        <pc:sldMkLst>
          <pc:docMk/>
          <pc:sldMk cId="1300036468" sldId="325"/>
        </pc:sldMkLst>
        <pc:spChg chg="mod">
          <ac:chgData name="Andreas Willich" userId="f1a27a91-fb80-49c6-a061-1959e15afc91" providerId="ADAL" clId="{7A8E41A7-9183-4EB4-9783-DEBB31C9AA80}" dt="2020-01-19T15:36:56.471" v="558" actId="20577"/>
          <ac:spMkLst>
            <pc:docMk/>
            <pc:sldMk cId="1300036468" sldId="325"/>
            <ac:spMk id="2" creationId="{B86CBDC5-C8D8-4F3F-A4E9-D4FDEA988490}"/>
          </ac:spMkLst>
        </pc:spChg>
        <pc:spChg chg="mod">
          <ac:chgData name="Andreas Willich" userId="f1a27a91-fb80-49c6-a061-1959e15afc91" providerId="ADAL" clId="{7A8E41A7-9183-4EB4-9783-DEBB31C9AA80}" dt="2020-01-19T16:01:56.615" v="760" actId="14"/>
          <ac:spMkLst>
            <pc:docMk/>
            <pc:sldMk cId="1300036468" sldId="325"/>
            <ac:spMk id="3" creationId="{9ED813F3-64BC-4BF8-A136-EDE646FF5E91}"/>
          </ac:spMkLst>
        </pc:spChg>
      </pc:sldChg>
    </pc:docChg>
  </pc:docChgLst>
  <pc:docChgLst>
    <pc:chgData name="Andreas Willich" userId="f1a27a91-fb80-49c6-a061-1959e15afc91" providerId="ADAL" clId="{233AC84B-2A73-49DF-9870-DC0E3EC46539}"/>
    <pc:docChg chg="modSld">
      <pc:chgData name="Andreas Willich" userId="f1a27a91-fb80-49c6-a061-1959e15afc91" providerId="ADAL" clId="{233AC84B-2A73-49DF-9870-DC0E3EC46539}" dt="2020-03-31T15:44:15.222" v="2" actId="6549"/>
      <pc:docMkLst>
        <pc:docMk/>
      </pc:docMkLst>
      <pc:sldChg chg="modNotesTx">
        <pc:chgData name="Andreas Willich" userId="f1a27a91-fb80-49c6-a061-1959e15afc91" providerId="ADAL" clId="{233AC84B-2A73-49DF-9870-DC0E3EC46539}" dt="2020-03-31T15:43:36.552" v="0" actId="6549"/>
        <pc:sldMkLst>
          <pc:docMk/>
          <pc:sldMk cId="3651273312" sldId="330"/>
        </pc:sldMkLst>
      </pc:sldChg>
      <pc:sldChg chg="modSp">
        <pc:chgData name="Andreas Willich" userId="f1a27a91-fb80-49c6-a061-1959e15afc91" providerId="ADAL" clId="{233AC84B-2A73-49DF-9870-DC0E3EC46539}" dt="2020-03-31T15:43:47.367" v="1" actId="6549"/>
        <pc:sldMkLst>
          <pc:docMk/>
          <pc:sldMk cId="3757817415" sldId="356"/>
        </pc:sldMkLst>
        <pc:spChg chg="mod">
          <ac:chgData name="Andreas Willich" userId="f1a27a91-fb80-49c6-a061-1959e15afc91" providerId="ADAL" clId="{233AC84B-2A73-49DF-9870-DC0E3EC46539}" dt="2020-03-31T15:43:47.367" v="1" actId="6549"/>
          <ac:spMkLst>
            <pc:docMk/>
            <pc:sldMk cId="3757817415" sldId="356"/>
            <ac:spMk id="2" creationId="{37E171D2-C851-49BB-BD4D-A9D00C0C2888}"/>
          </ac:spMkLst>
        </pc:spChg>
      </pc:sldChg>
      <pc:sldChg chg="modSp">
        <pc:chgData name="Andreas Willich" userId="f1a27a91-fb80-49c6-a061-1959e15afc91" providerId="ADAL" clId="{233AC84B-2A73-49DF-9870-DC0E3EC46539}" dt="2020-03-31T15:44:15.222" v="2" actId="6549"/>
        <pc:sldMkLst>
          <pc:docMk/>
          <pc:sldMk cId="537529604" sldId="357"/>
        </pc:sldMkLst>
        <pc:spChg chg="mod">
          <ac:chgData name="Andreas Willich" userId="f1a27a91-fb80-49c6-a061-1959e15afc91" providerId="ADAL" clId="{233AC84B-2A73-49DF-9870-DC0E3EC46539}" dt="2020-03-31T15:44:15.222" v="2" actId="6549"/>
          <ac:spMkLst>
            <pc:docMk/>
            <pc:sldMk cId="537529604" sldId="357"/>
            <ac:spMk id="2" creationId="{37E171D2-C851-49BB-BD4D-A9D00C0C2888}"/>
          </ac:spMkLst>
        </pc:spChg>
      </pc:sldChg>
    </pc:docChg>
  </pc:docChgLst>
  <pc:docChgLst>
    <pc:chgData name="Andreas Willich" userId="f1a27a91-fb80-49c6-a061-1959e15afc91" providerId="ADAL" clId="{14C7C30B-6278-4487-B9B4-90C804FF4888}"/>
    <pc:docChg chg="custSel addSld delSld modSld">
      <pc:chgData name="Andreas Willich" userId="f1a27a91-fb80-49c6-a061-1959e15afc91" providerId="ADAL" clId="{14C7C30B-6278-4487-B9B4-90C804FF4888}" dt="2020-09-29T16:57:17.889" v="390" actId="5793"/>
      <pc:docMkLst>
        <pc:docMk/>
      </pc:docMkLst>
      <pc:sldChg chg="modTransition">
        <pc:chgData name="Andreas Willich" userId="f1a27a91-fb80-49c6-a061-1959e15afc91" providerId="ADAL" clId="{14C7C30B-6278-4487-B9B4-90C804FF4888}" dt="2020-09-27T13:53:11.817" v="133"/>
        <pc:sldMkLst>
          <pc:docMk/>
          <pc:sldMk cId="2303228845" sldId="265"/>
        </pc:sldMkLst>
      </pc:sldChg>
      <pc:sldChg chg="add">
        <pc:chgData name="Andreas Willich" userId="f1a27a91-fb80-49c6-a061-1959e15afc91" providerId="ADAL" clId="{14C7C30B-6278-4487-B9B4-90C804FF4888}" dt="2020-09-27T16:01:20.791" v="317"/>
        <pc:sldMkLst>
          <pc:docMk/>
          <pc:sldMk cId="4197562363" sldId="308"/>
        </pc:sldMkLst>
      </pc:sldChg>
      <pc:sldChg chg="modSp">
        <pc:chgData name="Andreas Willich" userId="f1a27a91-fb80-49c6-a061-1959e15afc91" providerId="ADAL" clId="{14C7C30B-6278-4487-B9B4-90C804FF4888}" dt="2020-09-27T13:43:58.671" v="8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14C7C30B-6278-4487-B9B4-90C804FF4888}" dt="2020-09-27T13:43:58.671" v="8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14C7C30B-6278-4487-B9B4-90C804FF4888}" dt="2020-09-27T13:47:11.535" v="84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14C7C30B-6278-4487-B9B4-90C804FF4888}" dt="2020-09-27T13:47:11.535" v="84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14C7C30B-6278-4487-B9B4-90C804FF4888}" dt="2020-09-27T15:55:20.516" v="316" actId="14100"/>
        <pc:sldMkLst>
          <pc:docMk/>
          <pc:sldMk cId="820736664" sldId="321"/>
        </pc:sldMkLst>
        <pc:spChg chg="mod">
          <ac:chgData name="Andreas Willich" userId="f1a27a91-fb80-49c6-a061-1959e15afc91" providerId="ADAL" clId="{14C7C30B-6278-4487-B9B4-90C804FF4888}" dt="2020-09-27T15:54:21.915" v="310" actId="27636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14C7C30B-6278-4487-B9B4-90C804FF4888}" dt="2020-09-27T15:55:12.540" v="311" actId="478"/>
          <ac:picMkLst>
            <pc:docMk/>
            <pc:sldMk cId="820736664" sldId="321"/>
            <ac:picMk id="4" creationId="{9C76C943-F200-4D2A-B9B1-6CD2A3222B66}"/>
          </ac:picMkLst>
        </pc:picChg>
        <pc:picChg chg="add mod">
          <ac:chgData name="Andreas Willich" userId="f1a27a91-fb80-49c6-a061-1959e15afc91" providerId="ADAL" clId="{14C7C30B-6278-4487-B9B4-90C804FF4888}" dt="2020-09-27T15:55:20.516" v="316" actId="14100"/>
          <ac:picMkLst>
            <pc:docMk/>
            <pc:sldMk cId="820736664" sldId="321"/>
            <ac:picMk id="6" creationId="{2389D912-7D8E-4875-8717-C75CA2BD7E3C}"/>
          </ac:picMkLst>
        </pc:picChg>
      </pc:sldChg>
      <pc:sldChg chg="modSp">
        <pc:chgData name="Andreas Willich" userId="f1a27a91-fb80-49c6-a061-1959e15afc91" providerId="ADAL" clId="{14C7C30B-6278-4487-B9B4-90C804FF4888}" dt="2020-09-29T16:57:17.889" v="390" actId="5793"/>
        <pc:sldMkLst>
          <pc:docMk/>
          <pc:sldMk cId="2598560352" sldId="334"/>
        </pc:sldMkLst>
        <pc:graphicFrameChg chg="mod">
          <ac:chgData name="Andreas Willich" userId="f1a27a91-fb80-49c6-a061-1959e15afc91" providerId="ADAL" clId="{14C7C30B-6278-4487-B9B4-90C804FF4888}" dt="2020-09-29T16:57:17.889" v="390" actId="5793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">
        <pc:chgData name="Andreas Willich" userId="f1a27a91-fb80-49c6-a061-1959e15afc91" providerId="ADAL" clId="{14C7C30B-6278-4487-B9B4-90C804FF4888}" dt="2020-09-27T13:46:18.572" v="17" actId="1076"/>
        <pc:sldMkLst>
          <pc:docMk/>
          <pc:sldMk cId="3757817415" sldId="356"/>
        </pc:sldMkLst>
        <pc:spChg chg="add del mod">
          <ac:chgData name="Andreas Willich" userId="f1a27a91-fb80-49c6-a061-1959e15afc91" providerId="ADAL" clId="{14C7C30B-6278-4487-B9B4-90C804FF4888}" dt="2020-09-27T13:45:04.478" v="11" actId="478"/>
          <ac:spMkLst>
            <pc:docMk/>
            <pc:sldMk cId="3757817415" sldId="356"/>
            <ac:spMk id="3" creationId="{ACE5F1AC-E090-4BDC-9402-9B8D8A7A5176}"/>
          </ac:spMkLst>
        </pc:spChg>
        <pc:picChg chg="mod">
          <ac:chgData name="Andreas Willich" userId="f1a27a91-fb80-49c6-a061-1959e15afc91" providerId="ADAL" clId="{14C7C30B-6278-4487-B9B4-90C804FF4888}" dt="2020-09-27T13:46:09.700" v="15" actId="1076"/>
          <ac:picMkLst>
            <pc:docMk/>
            <pc:sldMk cId="3757817415" sldId="356"/>
            <ac:picMk id="4" creationId="{09740D33-19F0-40FB-BA26-AE70E472C50E}"/>
          </ac:picMkLst>
        </pc:picChg>
        <pc:picChg chg="mod">
          <ac:chgData name="Andreas Willich" userId="f1a27a91-fb80-49c6-a061-1959e15afc91" providerId="ADAL" clId="{14C7C30B-6278-4487-B9B4-90C804FF4888}" dt="2020-09-27T13:46:13.046" v="16" actId="1076"/>
          <ac:picMkLst>
            <pc:docMk/>
            <pc:sldMk cId="3757817415" sldId="356"/>
            <ac:picMk id="6" creationId="{BDAB3D8A-A002-46A9-B003-B2FD48C9C92F}"/>
          </ac:picMkLst>
        </pc:picChg>
        <pc:picChg chg="add mod">
          <ac:chgData name="Andreas Willich" userId="f1a27a91-fb80-49c6-a061-1959e15afc91" providerId="ADAL" clId="{14C7C30B-6278-4487-B9B4-90C804FF4888}" dt="2020-09-27T13:46:18.572" v="17" actId="1076"/>
          <ac:picMkLst>
            <pc:docMk/>
            <pc:sldMk cId="3757817415" sldId="356"/>
            <ac:picMk id="7" creationId="{537F4741-5D55-4510-8571-8123A30691EE}"/>
          </ac:picMkLst>
        </pc:picChg>
      </pc:sldChg>
      <pc:sldChg chg="modTransition">
        <pc:chgData name="Andreas Willich" userId="f1a27a91-fb80-49c6-a061-1959e15afc91" providerId="ADAL" clId="{14C7C30B-6278-4487-B9B4-90C804FF4888}" dt="2020-09-27T13:53:11.817" v="133"/>
        <pc:sldMkLst>
          <pc:docMk/>
          <pc:sldMk cId="1227752644" sldId="2076136233"/>
        </pc:sldMkLst>
      </pc:sldChg>
      <pc:sldChg chg="modTransition">
        <pc:chgData name="Andreas Willich" userId="f1a27a91-fb80-49c6-a061-1959e15afc91" providerId="ADAL" clId="{14C7C30B-6278-4487-B9B4-90C804FF4888}" dt="2020-09-27T13:53:11.817" v="133"/>
        <pc:sldMkLst>
          <pc:docMk/>
          <pc:sldMk cId="1347562593" sldId="2076136254"/>
        </pc:sldMkLst>
      </pc:sldChg>
      <pc:sldChg chg="modSp">
        <pc:chgData name="Andreas Willich" userId="f1a27a91-fb80-49c6-a061-1959e15afc91" providerId="ADAL" clId="{14C7C30B-6278-4487-B9B4-90C804FF4888}" dt="2020-09-29T15:31:04.476" v="354"/>
        <pc:sldMkLst>
          <pc:docMk/>
          <pc:sldMk cId="3611784228" sldId="2076136300"/>
        </pc:sldMkLst>
        <pc:spChg chg="mod">
          <ac:chgData name="Andreas Willich" userId="f1a27a91-fb80-49c6-a061-1959e15afc91" providerId="ADAL" clId="{14C7C30B-6278-4487-B9B4-90C804FF4888}" dt="2020-09-29T15:31:04.476" v="354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">
        <pc:chgData name="Andreas Willich" userId="f1a27a91-fb80-49c6-a061-1959e15afc91" providerId="ADAL" clId="{14C7C30B-6278-4487-B9B4-90C804FF4888}" dt="2020-09-27T15:44:45.076" v="203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14C7C30B-6278-4487-B9B4-90C804FF4888}" dt="2020-09-27T15:44:45.076" v="203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modSp">
        <pc:chgData name="Andreas Willich" userId="f1a27a91-fb80-49c6-a061-1959e15afc91" providerId="ADAL" clId="{14C7C30B-6278-4487-B9B4-90C804FF4888}" dt="2020-09-29T15:45:18.727" v="373" actId="20577"/>
        <pc:sldMkLst>
          <pc:docMk/>
          <pc:sldMk cId="363290704" sldId="2076136306"/>
        </pc:sldMkLst>
        <pc:spChg chg="mod">
          <ac:chgData name="Andreas Willich" userId="f1a27a91-fb80-49c6-a061-1959e15afc91" providerId="ADAL" clId="{14C7C30B-6278-4487-B9B4-90C804FF4888}" dt="2020-09-29T15:45:18.727" v="373" actId="20577"/>
          <ac:spMkLst>
            <pc:docMk/>
            <pc:sldMk cId="363290704" sldId="2076136306"/>
            <ac:spMk id="2" creationId="{9FA355AB-0459-4D79-B918-3DCE696E092C}"/>
          </ac:spMkLst>
        </pc:spChg>
      </pc:sldChg>
      <pc:sldChg chg="del">
        <pc:chgData name="Andreas Willich" userId="f1a27a91-fb80-49c6-a061-1959e15afc91" providerId="ADAL" clId="{14C7C30B-6278-4487-B9B4-90C804FF4888}" dt="2020-09-27T13:46:28.425" v="19" actId="2696"/>
        <pc:sldMkLst>
          <pc:docMk/>
          <pc:sldMk cId="2246882655" sldId="2076136308"/>
        </pc:sldMkLst>
      </pc:sldChg>
      <pc:sldChg chg="add">
        <pc:chgData name="Andreas Willich" userId="f1a27a91-fb80-49c6-a061-1959e15afc91" providerId="ADAL" clId="{14C7C30B-6278-4487-B9B4-90C804FF4888}" dt="2020-09-27T13:46:26.953" v="18"/>
        <pc:sldMkLst>
          <pc:docMk/>
          <pc:sldMk cId="1849694684" sldId="2076136309"/>
        </pc:sldMkLst>
      </pc:sldChg>
      <pc:sldChg chg="add modTransition">
        <pc:chgData name="Andreas Willich" userId="f1a27a91-fb80-49c6-a061-1959e15afc91" providerId="ADAL" clId="{14C7C30B-6278-4487-B9B4-90C804FF4888}" dt="2020-09-27T16:01:20.791" v="317"/>
        <pc:sldMkLst>
          <pc:docMk/>
          <pc:sldMk cId="933372865" sldId="2076136916"/>
        </pc:sldMkLst>
      </pc:sldChg>
    </pc:docChg>
  </pc:docChgLst>
  <pc:docChgLst>
    <pc:chgData name="Andreas Willich" userId="f1a27a91-fb80-49c6-a061-1959e15afc91" providerId="ADAL" clId="{A37FF76C-50DE-4856-BE9F-11275FFD5917}"/>
    <pc:docChg chg="undo custSel mod addSld delSld modSld">
      <pc:chgData name="Andreas Willich" userId="f1a27a91-fb80-49c6-a061-1959e15afc91" providerId="ADAL" clId="{A37FF76C-50DE-4856-BE9F-11275FFD5917}" dt="2020-03-26T19:23:53.167" v="1043" actId="2696"/>
      <pc:docMkLst>
        <pc:docMk/>
      </pc:docMkLst>
      <pc:sldChg chg="del">
        <pc:chgData name="Andreas Willich" userId="f1a27a91-fb80-49c6-a061-1959e15afc91" providerId="ADAL" clId="{A37FF76C-50DE-4856-BE9F-11275FFD5917}" dt="2020-03-26T18:16:31.824" v="6" actId="2696"/>
        <pc:sldMkLst>
          <pc:docMk/>
          <pc:sldMk cId="2286610563" sldId="285"/>
        </pc:sldMkLst>
      </pc:sldChg>
      <pc:sldChg chg="modSp">
        <pc:chgData name="Andreas Willich" userId="f1a27a91-fb80-49c6-a061-1959e15afc91" providerId="ADAL" clId="{A37FF76C-50DE-4856-BE9F-11275FFD5917}" dt="2020-03-26T18:17:58.782" v="14" actId="20577"/>
        <pc:sldMkLst>
          <pc:docMk/>
          <pc:sldMk cId="76436240" sldId="298"/>
        </pc:sldMkLst>
        <pc:spChg chg="mod">
          <ac:chgData name="Andreas Willich" userId="f1a27a91-fb80-49c6-a061-1959e15afc91" providerId="ADAL" clId="{A37FF76C-50DE-4856-BE9F-11275FFD5917}" dt="2020-03-26T18:17:58.782" v="14" actId="20577"/>
          <ac:spMkLst>
            <pc:docMk/>
            <pc:sldMk cId="76436240" sldId="298"/>
            <ac:spMk id="2" creationId="{00000000-0000-0000-0000-000000000000}"/>
          </ac:spMkLst>
        </pc:spChg>
      </pc:sldChg>
      <pc:sldChg chg="del">
        <pc:chgData name="Andreas Willich" userId="f1a27a91-fb80-49c6-a061-1959e15afc91" providerId="ADAL" clId="{A37FF76C-50DE-4856-BE9F-11275FFD5917}" dt="2020-03-26T18:26:31.034" v="103" actId="2696"/>
        <pc:sldMkLst>
          <pc:docMk/>
          <pc:sldMk cId="3374559431" sldId="304"/>
        </pc:sldMkLst>
      </pc:sldChg>
      <pc:sldChg chg="del">
        <pc:chgData name="Andreas Willich" userId="f1a27a91-fb80-49c6-a061-1959e15afc91" providerId="ADAL" clId="{A37FF76C-50DE-4856-BE9F-11275FFD5917}" dt="2020-03-26T18:26:31.016" v="101" actId="2696"/>
        <pc:sldMkLst>
          <pc:docMk/>
          <pc:sldMk cId="3668429019" sldId="312"/>
        </pc:sldMkLst>
      </pc:sldChg>
      <pc:sldChg chg="del">
        <pc:chgData name="Andreas Willich" userId="f1a27a91-fb80-49c6-a061-1959e15afc91" providerId="ADAL" clId="{A37FF76C-50DE-4856-BE9F-11275FFD5917}" dt="2020-03-26T18:26:31.027" v="102" actId="2696"/>
        <pc:sldMkLst>
          <pc:docMk/>
          <pc:sldMk cId="816153105" sldId="313"/>
        </pc:sldMkLst>
      </pc:sldChg>
      <pc:sldChg chg="modSp">
        <pc:chgData name="Andreas Willich" userId="f1a27a91-fb80-49c6-a061-1959e15afc91" providerId="ADAL" clId="{A37FF76C-50DE-4856-BE9F-11275FFD5917}" dt="2020-03-26T18:16:25.902" v="5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A37FF76C-50DE-4856-BE9F-11275FFD5917}" dt="2020-03-26T18:16:25.902" v="5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del">
        <pc:chgData name="Andreas Willich" userId="f1a27a91-fb80-49c6-a061-1959e15afc91" providerId="ADAL" clId="{A37FF76C-50DE-4856-BE9F-11275FFD5917}" dt="2020-03-26T18:26:30.984" v="99" actId="2696"/>
        <pc:sldMkLst>
          <pc:docMk/>
          <pc:sldMk cId="834093159" sldId="318"/>
        </pc:sldMkLst>
      </pc:sldChg>
      <pc:sldChg chg="modSp">
        <pc:chgData name="Andreas Willich" userId="f1a27a91-fb80-49c6-a061-1959e15afc91" providerId="ADAL" clId="{A37FF76C-50DE-4856-BE9F-11275FFD5917}" dt="2020-03-26T18:18:57.918" v="2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A37FF76C-50DE-4856-BE9F-11275FFD5917}" dt="2020-03-26T18:18:57.918" v="2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del">
        <pc:chgData name="Andreas Willich" userId="f1a27a91-fb80-49c6-a061-1959e15afc91" providerId="ADAL" clId="{A37FF76C-50DE-4856-BE9F-11275FFD5917}" dt="2020-03-26T18:18:03.308" v="15" actId="2696"/>
        <pc:sldMkLst>
          <pc:docMk/>
          <pc:sldMk cId="4012844004" sldId="320"/>
        </pc:sldMkLst>
      </pc:sldChg>
      <pc:sldChg chg="addSp delSp modSp add">
        <pc:chgData name="Andreas Willich" userId="f1a27a91-fb80-49c6-a061-1959e15afc91" providerId="ADAL" clId="{A37FF76C-50DE-4856-BE9F-11275FFD5917}" dt="2020-03-26T18:30:30.795" v="121" actId="1036"/>
        <pc:sldMkLst>
          <pc:docMk/>
          <pc:sldMk cId="820736664" sldId="321"/>
        </pc:sldMkLst>
        <pc:spChg chg="mod">
          <ac:chgData name="Andreas Willich" userId="f1a27a91-fb80-49c6-a061-1959e15afc91" providerId="ADAL" clId="{A37FF76C-50DE-4856-BE9F-11275FFD5917}" dt="2020-03-26T18:30:12.236" v="106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A37FF76C-50DE-4856-BE9F-11275FFD5917}" dt="2020-03-26T18:30:30.795" v="121" actId="1036"/>
          <ac:picMkLst>
            <pc:docMk/>
            <pc:sldMk cId="820736664" sldId="321"/>
            <ac:picMk id="4" creationId="{0495E371-0AF3-4058-894C-3BAEACE413EB}"/>
          </ac:picMkLst>
        </pc:picChg>
        <pc:picChg chg="del">
          <ac:chgData name="Andreas Willich" userId="f1a27a91-fb80-49c6-a061-1959e15afc91" providerId="ADAL" clId="{A37FF76C-50DE-4856-BE9F-11275FFD5917}" dt="2020-03-26T18:30:21.563" v="107" actId="478"/>
          <ac:picMkLst>
            <pc:docMk/>
            <pc:sldMk cId="820736664" sldId="321"/>
            <ac:picMk id="1026" creationId="{32BFD98E-1404-4921-83B4-7A55DE184FE1}"/>
          </ac:picMkLst>
        </pc:picChg>
      </pc:sldChg>
      <pc:sldChg chg="add del">
        <pc:chgData name="Andreas Willich" userId="f1a27a91-fb80-49c6-a061-1959e15afc91" providerId="ADAL" clId="{A37FF76C-50DE-4856-BE9F-11275FFD5917}" dt="2020-03-26T18:20:10.393" v="37" actId="2696"/>
        <pc:sldMkLst>
          <pc:docMk/>
          <pc:sldMk cId="3702973703" sldId="323"/>
        </pc:sldMkLst>
      </pc:sldChg>
      <pc:sldChg chg="del">
        <pc:chgData name="Andreas Willich" userId="f1a27a91-fb80-49c6-a061-1959e15afc91" providerId="ADAL" clId="{A37FF76C-50DE-4856-BE9F-11275FFD5917}" dt="2020-03-26T18:16:34.065" v="7" actId="2696"/>
        <pc:sldMkLst>
          <pc:docMk/>
          <pc:sldMk cId="2491128967" sldId="327"/>
        </pc:sldMkLst>
      </pc:sldChg>
      <pc:sldChg chg="addSp delSp modSp del mod setBg">
        <pc:chgData name="Andreas Willich" userId="f1a27a91-fb80-49c6-a061-1959e15afc91" providerId="ADAL" clId="{A37FF76C-50DE-4856-BE9F-11275FFD5917}" dt="2020-03-26T19:21:03.342" v="1030" actId="2696"/>
        <pc:sldMkLst>
          <pc:docMk/>
          <pc:sldMk cId="2428404075" sldId="328"/>
        </pc:sldMkLst>
        <pc:spChg chg="add del mod">
          <ac:chgData name="Andreas Willich" userId="f1a27a91-fb80-49c6-a061-1959e15afc91" providerId="ADAL" clId="{A37FF76C-50DE-4856-BE9F-11275FFD5917}" dt="2020-03-26T19:20:37.736" v="1026"/>
          <ac:spMkLst>
            <pc:docMk/>
            <pc:sldMk cId="2428404075" sldId="328"/>
            <ac:spMk id="2" creationId="{CA2CAA87-264D-4C53-86FC-9F9EC9610BA0}"/>
          </ac:spMkLst>
        </pc:spChg>
        <pc:spChg chg="add del mod">
          <ac:chgData name="Andreas Willich" userId="f1a27a91-fb80-49c6-a061-1959e15afc91" providerId="ADAL" clId="{A37FF76C-50DE-4856-BE9F-11275FFD5917}" dt="2020-03-26T19:20:37.736" v="1026"/>
          <ac:spMkLst>
            <pc:docMk/>
            <pc:sldMk cId="2428404075" sldId="328"/>
            <ac:spMk id="3" creationId="{E759C0D8-0009-4349-967F-C1E65BB95E92}"/>
          </ac:spMkLst>
        </pc:spChg>
        <pc:spChg chg="add">
          <ac:chgData name="Andreas Willich" userId="f1a27a91-fb80-49c6-a061-1959e15afc91" providerId="ADAL" clId="{A37FF76C-50DE-4856-BE9F-11275FFD5917}" dt="2020-03-26T19:20:43.561" v="1027" actId="26606"/>
          <ac:spMkLst>
            <pc:docMk/>
            <pc:sldMk cId="2428404075" sldId="328"/>
            <ac:spMk id="19" creationId="{8C2CE3DB-200E-4445-B316-69FE3850D6DD}"/>
          </ac:spMkLst>
        </pc:spChg>
        <pc:grpChg chg="add">
          <ac:chgData name="Andreas Willich" userId="f1a27a91-fb80-49c6-a061-1959e15afc91" providerId="ADAL" clId="{A37FF76C-50DE-4856-BE9F-11275FFD5917}" dt="2020-03-26T19:20:43.561" v="1027" actId="26606"/>
          <ac:grpSpMkLst>
            <pc:docMk/>
            <pc:sldMk cId="2428404075" sldId="328"/>
            <ac:grpSpMk id="11" creationId="{92AFBF86-5DAF-4D46-8786-F4C7A376C54D}"/>
          </ac:grpSpMkLst>
        </pc:grpChg>
        <pc:picChg chg="del mod">
          <ac:chgData name="Andreas Willich" userId="f1a27a91-fb80-49c6-a061-1959e15afc91" providerId="ADAL" clId="{A37FF76C-50DE-4856-BE9F-11275FFD5917}" dt="2020-03-26T19:20:47.685" v="1028"/>
          <ac:picMkLst>
            <pc:docMk/>
            <pc:sldMk cId="2428404075" sldId="328"/>
            <ac:picMk id="6" creationId="{011A3CB2-4F9B-46F0-BBE9-AA6754C04CB6}"/>
          </ac:picMkLst>
        </pc:picChg>
      </pc:sldChg>
      <pc:sldChg chg="del">
        <pc:chgData name="Andreas Willich" userId="f1a27a91-fb80-49c6-a061-1959e15afc91" providerId="ADAL" clId="{A37FF76C-50DE-4856-BE9F-11275FFD5917}" dt="2020-03-26T18:26:30.978" v="98" actId="2696"/>
        <pc:sldMkLst>
          <pc:docMk/>
          <pc:sldMk cId="3289957254" sldId="331"/>
        </pc:sldMkLst>
      </pc:sldChg>
      <pc:sldChg chg="del">
        <pc:chgData name="Andreas Willich" userId="f1a27a91-fb80-49c6-a061-1959e15afc91" providerId="ADAL" clId="{A37FF76C-50DE-4856-BE9F-11275FFD5917}" dt="2020-03-26T18:26:30.997" v="100" actId="2696"/>
        <pc:sldMkLst>
          <pc:docMk/>
          <pc:sldMk cId="3552980712" sldId="332"/>
        </pc:sldMkLst>
      </pc:sldChg>
      <pc:sldChg chg="addSp modSp add setBg">
        <pc:chgData name="Andreas Willich" userId="f1a27a91-fb80-49c6-a061-1959e15afc91" providerId="ADAL" clId="{A37FF76C-50DE-4856-BE9F-11275FFD5917}" dt="2020-03-26T19:17:22.833" v="959" actId="20577"/>
        <pc:sldMkLst>
          <pc:docMk/>
          <pc:sldMk cId="4076581664" sldId="333"/>
        </pc:sldMkLst>
        <pc:spChg chg="add mod">
          <ac:chgData name="Andreas Willich" userId="f1a27a91-fb80-49c6-a061-1959e15afc91" providerId="ADAL" clId="{A37FF76C-50DE-4856-BE9F-11275FFD5917}" dt="2020-03-26T19:17:22.833" v="959" actId="20577"/>
          <ac:spMkLst>
            <pc:docMk/>
            <pc:sldMk cId="4076581664" sldId="333"/>
            <ac:spMk id="2" creationId="{E4B46495-D030-4802-B1DF-AD04FB403543}"/>
          </ac:spMkLst>
        </pc:spChg>
        <pc:spChg chg="add mod">
          <ac:chgData name="Andreas Willich" userId="f1a27a91-fb80-49c6-a061-1959e15afc91" providerId="ADAL" clId="{A37FF76C-50DE-4856-BE9F-11275FFD5917}" dt="2020-03-26T19:06:57.529" v="647"/>
          <ac:spMkLst>
            <pc:docMk/>
            <pc:sldMk cId="4076581664" sldId="333"/>
            <ac:spMk id="3" creationId="{2393FAA2-2B5D-42DC-B577-26BB5E278A2F}"/>
          </ac:spMkLst>
        </pc:spChg>
      </pc:sldChg>
      <pc:sldChg chg="modSp add">
        <pc:chgData name="Andreas Willich" userId="f1a27a91-fb80-49c6-a061-1959e15afc91" providerId="ADAL" clId="{A37FF76C-50DE-4856-BE9F-11275FFD5917}" dt="2020-03-26T19:19:47.039" v="1023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A37FF76C-50DE-4856-BE9F-11275FFD5917}" dt="2020-03-26T19:19:47.039" v="102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2409106442" sldId="336"/>
        </pc:sldMkLst>
      </pc:sldChg>
      <pc:sldChg chg="add del">
        <pc:chgData name="Andreas Willich" userId="f1a27a91-fb80-49c6-a061-1959e15afc91" providerId="ADAL" clId="{A37FF76C-50DE-4856-BE9F-11275FFD5917}" dt="2020-03-26T18:20:03.254" v="29" actId="2696"/>
        <pc:sldMkLst>
          <pc:docMk/>
          <pc:sldMk cId="3232771951" sldId="337"/>
        </pc:sldMkLst>
      </pc:sldChg>
      <pc:sldChg chg="modSp add">
        <pc:chgData name="Andreas Willich" userId="f1a27a91-fb80-49c6-a061-1959e15afc91" providerId="ADAL" clId="{A37FF76C-50DE-4856-BE9F-11275FFD5917}" dt="2020-03-26T18:20:06.375" v="36" actId="20577"/>
        <pc:sldMkLst>
          <pc:docMk/>
          <pc:sldMk cId="655518425" sldId="338"/>
        </pc:sldMkLst>
        <pc:spChg chg="mod">
          <ac:chgData name="Andreas Willich" userId="f1a27a91-fb80-49c6-a061-1959e15afc91" providerId="ADAL" clId="{A37FF76C-50DE-4856-BE9F-11275FFD5917}" dt="2020-03-26T18:20:06.375" v="36" actId="20577"/>
          <ac:spMkLst>
            <pc:docMk/>
            <pc:sldMk cId="655518425" sldId="338"/>
            <ac:spMk id="2" creationId="{00000000-0000-0000-0000-000000000000}"/>
          </ac:spMkLst>
        </pc:spChg>
      </pc:sldChg>
      <pc:sldChg chg="add del">
        <pc:chgData name="Andreas Willich" userId="f1a27a91-fb80-49c6-a061-1959e15afc91" providerId="ADAL" clId="{A37FF76C-50DE-4856-BE9F-11275FFD5917}" dt="2020-03-26T19:23:53.167" v="1043" actId="2696"/>
        <pc:sldMkLst>
          <pc:docMk/>
          <pc:sldMk cId="4087749938" sldId="339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60102468" sldId="340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395760585" sldId="341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3163372477" sldId="342"/>
        </pc:sldMkLst>
      </pc:sldChg>
      <pc:sldChg chg="add del">
        <pc:chgData name="Andreas Willich" userId="f1a27a91-fb80-49c6-a061-1959e15afc91" providerId="ADAL" clId="{A37FF76C-50DE-4856-BE9F-11275FFD5917}" dt="2020-03-26T18:27:25.623" v="104" actId="2696"/>
        <pc:sldMkLst>
          <pc:docMk/>
          <pc:sldMk cId="1805489245" sldId="343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2912987150" sldId="344"/>
        </pc:sldMkLst>
      </pc:sldChg>
      <pc:sldChg chg="modSp add">
        <pc:chgData name="Andreas Willich" userId="f1a27a91-fb80-49c6-a061-1959e15afc91" providerId="ADAL" clId="{A37FF76C-50DE-4856-BE9F-11275FFD5917}" dt="2020-03-26T19:19:55.420" v="1024" actId="122"/>
        <pc:sldMkLst>
          <pc:docMk/>
          <pc:sldMk cId="3557587428" sldId="345"/>
        </pc:sldMkLst>
        <pc:spChg chg="mod">
          <ac:chgData name="Andreas Willich" userId="f1a27a91-fb80-49c6-a061-1959e15afc91" providerId="ADAL" clId="{A37FF76C-50DE-4856-BE9F-11275FFD5917}" dt="2020-03-26T19:19:55.420" v="1024" actId="122"/>
          <ac:spMkLst>
            <pc:docMk/>
            <pc:sldMk cId="3557587428" sldId="345"/>
            <ac:spMk id="2" creationId="{777F1BEC-7346-49C4-8982-028289C661FA}"/>
          </ac:spMkLst>
        </pc:spChg>
        <pc:spChg chg="mod">
          <ac:chgData name="Andreas Willich" userId="f1a27a91-fb80-49c6-a061-1959e15afc91" providerId="ADAL" clId="{A37FF76C-50DE-4856-BE9F-11275FFD5917}" dt="2020-03-26T18:27:46.226" v="105" actId="1076"/>
          <ac:spMkLst>
            <pc:docMk/>
            <pc:sldMk cId="3557587428" sldId="345"/>
            <ac:spMk id="3" creationId="{45ECB2EA-8F8A-4CFD-BE74-077FEFB374F1}"/>
          </ac:spMkLst>
        </pc:spChg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3887042138" sldId="346"/>
        </pc:sldMkLst>
      </pc:sldChg>
      <pc:sldChg chg="addSp delSp modSp add">
        <pc:chgData name="Andreas Willich" userId="f1a27a91-fb80-49c6-a061-1959e15afc91" providerId="ADAL" clId="{A37FF76C-50DE-4856-BE9F-11275FFD5917}" dt="2020-03-26T19:23:24.522" v="1041" actId="122"/>
        <pc:sldMkLst>
          <pc:docMk/>
          <pc:sldMk cId="1447551412" sldId="347"/>
        </pc:sldMkLst>
        <pc:spChg chg="mod">
          <ac:chgData name="Andreas Willich" userId="f1a27a91-fb80-49c6-a061-1959e15afc91" providerId="ADAL" clId="{A37FF76C-50DE-4856-BE9F-11275FFD5917}" dt="2020-03-26T18:37:01.860" v="176" actId="20577"/>
          <ac:spMkLst>
            <pc:docMk/>
            <pc:sldMk cId="1447551412" sldId="347"/>
            <ac:spMk id="2" creationId="{37E171D2-C851-49BB-BD4D-A9D00C0C2888}"/>
          </ac:spMkLst>
        </pc:spChg>
        <pc:spChg chg="add del mod">
          <ac:chgData name="Andreas Willich" userId="f1a27a91-fb80-49c6-a061-1959e15afc91" providerId="ADAL" clId="{A37FF76C-50DE-4856-BE9F-11275FFD5917}" dt="2020-03-26T19:23:24.522" v="1041" actId="122"/>
          <ac:spMkLst>
            <pc:docMk/>
            <pc:sldMk cId="1447551412" sldId="347"/>
            <ac:spMk id="3" creationId="{75749533-675B-4072-B3D4-84538195242A}"/>
          </ac:spMkLst>
        </pc:spChg>
        <pc:spChg chg="add del mod">
          <ac:chgData name="Andreas Willich" userId="f1a27a91-fb80-49c6-a061-1959e15afc91" providerId="ADAL" clId="{A37FF76C-50DE-4856-BE9F-11275FFD5917}" dt="2020-03-26T18:37:23.785" v="184" actId="478"/>
          <ac:spMkLst>
            <pc:docMk/>
            <pc:sldMk cId="1447551412" sldId="347"/>
            <ac:spMk id="4" creationId="{5B576D65-B3AA-45B7-8A17-4EDB6B5BB928}"/>
          </ac:spMkLst>
        </pc:spChg>
        <pc:picChg chg="add del mod">
          <ac:chgData name="Andreas Willich" userId="f1a27a91-fb80-49c6-a061-1959e15afc91" providerId="ADAL" clId="{A37FF76C-50DE-4856-BE9F-11275FFD5917}" dt="2020-03-26T18:37:25.577" v="188"/>
          <ac:picMkLst>
            <pc:docMk/>
            <pc:sldMk cId="1447551412" sldId="347"/>
            <ac:picMk id="2050" creationId="{1D74339F-2CA9-4933-87E6-9F5A8DCB8B5A}"/>
          </ac:picMkLst>
        </pc:picChg>
        <pc:picChg chg="add mod">
          <ac:chgData name="Andreas Willich" userId="f1a27a91-fb80-49c6-a061-1959e15afc91" providerId="ADAL" clId="{A37FF76C-50DE-4856-BE9F-11275FFD5917}" dt="2020-03-26T18:37:37.844" v="192" actId="1076"/>
          <ac:picMkLst>
            <pc:docMk/>
            <pc:sldMk cId="1447551412" sldId="347"/>
            <ac:picMk id="2052" creationId="{15E937C9-B1E1-4E09-B91B-F8AB9F41F495}"/>
          </ac:picMkLst>
        </pc:picChg>
      </pc:sldChg>
      <pc:sldChg chg="addSp delSp modSp add mod setBg">
        <pc:chgData name="Andreas Willich" userId="f1a27a91-fb80-49c6-a061-1959e15afc91" providerId="ADAL" clId="{A37FF76C-50DE-4856-BE9F-11275FFD5917}" dt="2020-03-26T18:49:16.217" v="222" actId="20577"/>
        <pc:sldMkLst>
          <pc:docMk/>
          <pc:sldMk cId="4028352217" sldId="348"/>
        </pc:sldMkLst>
        <pc:spChg chg="del">
          <ac:chgData name="Andreas Willich" userId="f1a27a91-fb80-49c6-a061-1959e15afc91" providerId="ADAL" clId="{A37FF76C-50DE-4856-BE9F-11275FFD5917}" dt="2020-03-26T18:48:12.493" v="198"/>
          <ac:spMkLst>
            <pc:docMk/>
            <pc:sldMk cId="4028352217" sldId="348"/>
            <ac:spMk id="2" creationId="{55E80FD9-B3C8-4536-BF7F-4E1229293193}"/>
          </ac:spMkLst>
        </pc:spChg>
        <pc:spChg chg="del">
          <ac:chgData name="Andreas Willich" userId="f1a27a91-fb80-49c6-a061-1959e15afc91" providerId="ADAL" clId="{A37FF76C-50DE-4856-BE9F-11275FFD5917}" dt="2020-03-26T18:48:12.493" v="198"/>
          <ac:spMkLst>
            <pc:docMk/>
            <pc:sldMk cId="4028352217" sldId="348"/>
            <ac:spMk id="3" creationId="{92581734-989D-4726-B13B-7B6BCB14C4DB}"/>
          </ac:spMkLst>
        </pc:spChg>
        <pc:spChg chg="add mod">
          <ac:chgData name="Andreas Willich" userId="f1a27a91-fb80-49c6-a061-1959e15afc91" providerId="ADAL" clId="{A37FF76C-50DE-4856-BE9F-11275FFD5917}" dt="2020-03-26T18:49:16.217" v="222" actId="20577"/>
          <ac:spMkLst>
            <pc:docMk/>
            <pc:sldMk cId="4028352217" sldId="348"/>
            <ac:spMk id="4" creationId="{7E155F7D-7B2E-4F17-A35B-DDA6D6363367}"/>
          </ac:spMkLst>
        </pc:spChg>
        <pc:spChg chg="add mo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5" creationId="{3ECE8563-8CBC-4C90-8051-5BA249B44BFF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18" creationId="{15655827-B42D-4180-88D3-D83F25E4BD1C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0" creationId="{24ACCB06-563C-4ADE-B4D6-1FE9F723C7D9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2" creationId="{40761ECD-D92B-46AE-82CA-640023D282F9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4" creationId="{9A928607-C55C-40FD-B2DF-6CD6A7226A71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6" creationId="{400A20C1-29A4-43E0-AB15-7931F76F8C2D}"/>
          </ac:spMkLst>
        </pc:spChg>
        <pc:grpChg chg="add">
          <ac:chgData name="Andreas Willich" userId="f1a27a91-fb80-49c6-a061-1959e15afc91" providerId="ADAL" clId="{A37FF76C-50DE-4856-BE9F-11275FFD5917}" dt="2020-03-26T18:48:16.026" v="199" actId="26606"/>
          <ac:grpSpMkLst>
            <pc:docMk/>
            <pc:sldMk cId="4028352217" sldId="348"/>
            <ac:grpSpMk id="10" creationId="{E9D059B6-ADD8-488A-B346-63289E90D13F}"/>
          </ac:grpSpMkLst>
        </pc:grpChg>
      </pc:sldChg>
      <pc:sldChg chg="addSp delSp modSp add mod setBg">
        <pc:chgData name="Andreas Willich" userId="f1a27a91-fb80-49c6-a061-1959e15afc91" providerId="ADAL" clId="{A37FF76C-50DE-4856-BE9F-11275FFD5917}" dt="2020-03-26T18:49:54.611" v="258" actId="26606"/>
        <pc:sldMkLst>
          <pc:docMk/>
          <pc:sldMk cId="4276977678" sldId="349"/>
        </pc:sldMkLst>
        <pc:spChg chg="mo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2" creationId="{8CFDAACF-CAA9-4AE0-9506-7EA9BFEB2726}"/>
          </ac:spMkLst>
        </pc:spChg>
        <pc:spChg chg="mo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3" creationId="{39947D2C-603C-40B6-8E56-D461F9BEA2FA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16" creationId="{15655827-B42D-4180-88D3-D83F25E4BD1C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18" creationId="{24ACCB06-563C-4ADE-B4D6-1FE9F723C7D9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20" creationId="{40761ECD-D92B-46AE-82CA-640023D282F9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22" creationId="{9A928607-C55C-40FD-B2DF-6CD6A7226A71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24" creationId="{400A20C1-29A4-43E0-AB15-7931F76F8C2D}"/>
          </ac:spMkLst>
        </pc:spChg>
        <pc:spChg chg="ad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28" creationId="{CE3D4922-3D1C-4679-9A86-15BFC1A252F0}"/>
          </ac:spMkLst>
        </pc:spChg>
        <pc:spChg chg="ad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29" creationId="{09F52C08-8FCD-4D4F-96B5-F1ED8C65A799}"/>
          </ac:spMkLst>
        </pc:spChg>
        <pc:grpChg chg="add del">
          <ac:chgData name="Andreas Willich" userId="f1a27a91-fb80-49c6-a061-1959e15afc91" providerId="ADAL" clId="{A37FF76C-50DE-4856-BE9F-11275FFD5917}" dt="2020-03-26T18:49:54.596" v="257" actId="26606"/>
          <ac:grpSpMkLst>
            <pc:docMk/>
            <pc:sldMk cId="4276977678" sldId="349"/>
            <ac:grpSpMk id="8" creationId="{E9D059B6-ADD8-488A-B346-63289E90D13F}"/>
          </ac:grpSpMkLst>
        </pc:grpChg>
        <pc:grpChg chg="add">
          <ac:chgData name="Andreas Willich" userId="f1a27a91-fb80-49c6-a061-1959e15afc91" providerId="ADAL" clId="{A37FF76C-50DE-4856-BE9F-11275FFD5917}" dt="2020-03-26T18:49:54.611" v="258" actId="26606"/>
          <ac:grpSpMkLst>
            <pc:docMk/>
            <pc:sldMk cId="4276977678" sldId="349"/>
            <ac:grpSpMk id="27" creationId="{E9D059B6-ADD8-488A-B346-63289E90D13F}"/>
          </ac:grpSpMkLst>
        </pc:grpChg>
        <pc:grpChg chg="add">
          <ac:chgData name="Andreas Willich" userId="f1a27a91-fb80-49c6-a061-1959e15afc91" providerId="ADAL" clId="{A37FF76C-50DE-4856-BE9F-11275FFD5917}" dt="2020-03-26T18:49:54.611" v="258" actId="26606"/>
          <ac:grpSpMkLst>
            <pc:docMk/>
            <pc:sldMk cId="4276977678" sldId="349"/>
            <ac:grpSpMk id="30" creationId="{32238778-9D1D-45F4-BB78-76F208A224B4}"/>
          </ac:grpSpMkLst>
        </pc:grpChg>
      </pc:sldChg>
      <pc:sldChg chg="addSp delSp modSp add">
        <pc:chgData name="Andreas Willich" userId="f1a27a91-fb80-49c6-a061-1959e15afc91" providerId="ADAL" clId="{A37FF76C-50DE-4856-BE9F-11275FFD5917}" dt="2020-03-26T18:58:09.580" v="615" actId="20577"/>
        <pc:sldMkLst>
          <pc:docMk/>
          <pc:sldMk cId="1738663836" sldId="350"/>
        </pc:sldMkLst>
        <pc:spChg chg="del">
          <ac:chgData name="Andreas Willich" userId="f1a27a91-fb80-49c6-a061-1959e15afc91" providerId="ADAL" clId="{A37FF76C-50DE-4856-BE9F-11275FFD5917}" dt="2020-03-26T18:50:21.862" v="260"/>
          <ac:spMkLst>
            <pc:docMk/>
            <pc:sldMk cId="1738663836" sldId="350"/>
            <ac:spMk id="2" creationId="{96210C20-3033-4CA0-A37B-B75B9D70A890}"/>
          </ac:spMkLst>
        </pc:spChg>
        <pc:spChg chg="del">
          <ac:chgData name="Andreas Willich" userId="f1a27a91-fb80-49c6-a061-1959e15afc91" providerId="ADAL" clId="{A37FF76C-50DE-4856-BE9F-11275FFD5917}" dt="2020-03-26T18:50:21.862" v="260"/>
          <ac:spMkLst>
            <pc:docMk/>
            <pc:sldMk cId="1738663836" sldId="350"/>
            <ac:spMk id="3" creationId="{FA85EFEC-A7D8-4EC2-831B-4397F2C5CE89}"/>
          </ac:spMkLst>
        </pc:spChg>
        <pc:spChg chg="add del mod">
          <ac:chgData name="Andreas Willich" userId="f1a27a91-fb80-49c6-a061-1959e15afc91" providerId="ADAL" clId="{A37FF76C-50DE-4856-BE9F-11275FFD5917}" dt="2020-03-26T18:50:57.615" v="261"/>
          <ac:spMkLst>
            <pc:docMk/>
            <pc:sldMk cId="1738663836" sldId="350"/>
            <ac:spMk id="4" creationId="{425890BC-C8BB-4F1F-A5A7-3C932923A95D}"/>
          </ac:spMkLst>
        </pc:spChg>
        <pc:spChg chg="add del mod">
          <ac:chgData name="Andreas Willich" userId="f1a27a91-fb80-49c6-a061-1959e15afc91" providerId="ADAL" clId="{A37FF76C-50DE-4856-BE9F-11275FFD5917}" dt="2020-03-26T18:50:57.615" v="261"/>
          <ac:spMkLst>
            <pc:docMk/>
            <pc:sldMk cId="1738663836" sldId="350"/>
            <ac:spMk id="5" creationId="{8A799B92-62EB-4FA5-B253-00D5D327D04A}"/>
          </ac:spMkLst>
        </pc:spChg>
        <pc:spChg chg="add mod">
          <ac:chgData name="Andreas Willich" userId="f1a27a91-fb80-49c6-a061-1959e15afc91" providerId="ADAL" clId="{A37FF76C-50DE-4856-BE9F-11275FFD5917}" dt="2020-03-26T18:53:08.571" v="340"/>
          <ac:spMkLst>
            <pc:docMk/>
            <pc:sldMk cId="1738663836" sldId="350"/>
            <ac:spMk id="6" creationId="{4317F6A2-1D86-4484-AC92-EA3D9E39DDE6}"/>
          </ac:spMkLst>
        </pc:spChg>
        <pc:spChg chg="add mod">
          <ac:chgData name="Andreas Willich" userId="f1a27a91-fb80-49c6-a061-1959e15afc91" providerId="ADAL" clId="{A37FF76C-50DE-4856-BE9F-11275FFD5917}" dt="2020-03-26T18:58:09.580" v="615" actId="20577"/>
          <ac:spMkLst>
            <pc:docMk/>
            <pc:sldMk cId="1738663836" sldId="350"/>
            <ac:spMk id="7" creationId="{0AB6C7F0-5DF8-4CDD-A2AF-9128EC042FD2}"/>
          </ac:spMkLst>
        </pc:spChg>
      </pc:sldChg>
      <pc:sldChg chg="modSp add">
        <pc:chgData name="Andreas Willich" userId="f1a27a91-fb80-49c6-a061-1959e15afc91" providerId="ADAL" clId="{A37FF76C-50DE-4856-BE9F-11275FFD5917}" dt="2020-03-26T18:57:46.547" v="517"/>
        <pc:sldMkLst>
          <pc:docMk/>
          <pc:sldMk cId="450079257" sldId="351"/>
        </pc:sldMkLst>
        <pc:spChg chg="mod">
          <ac:chgData name="Andreas Willich" userId="f1a27a91-fb80-49c6-a061-1959e15afc91" providerId="ADAL" clId="{A37FF76C-50DE-4856-BE9F-11275FFD5917}" dt="2020-03-26T18:57:33.678" v="515"/>
          <ac:spMkLst>
            <pc:docMk/>
            <pc:sldMk cId="450079257" sldId="351"/>
            <ac:spMk id="2" creationId="{19137142-E224-4867-B300-2A02026A5D6A}"/>
          </ac:spMkLst>
        </pc:spChg>
        <pc:spChg chg="mod">
          <ac:chgData name="Andreas Willich" userId="f1a27a91-fb80-49c6-a061-1959e15afc91" providerId="ADAL" clId="{A37FF76C-50DE-4856-BE9F-11275FFD5917}" dt="2020-03-26T18:57:46.547" v="517"/>
          <ac:spMkLst>
            <pc:docMk/>
            <pc:sldMk cId="450079257" sldId="351"/>
            <ac:spMk id="3" creationId="{22A60651-B9D7-4FAB-93CE-2526D405C39D}"/>
          </ac:spMkLst>
        </pc:spChg>
      </pc:sldChg>
      <pc:sldChg chg="addSp delSp modSp add">
        <pc:chgData name="Andreas Willich" userId="f1a27a91-fb80-49c6-a061-1959e15afc91" providerId="ADAL" clId="{A37FF76C-50DE-4856-BE9F-11275FFD5917}" dt="2020-03-26T19:04:45.722" v="646" actId="14100"/>
        <pc:sldMkLst>
          <pc:docMk/>
          <pc:sldMk cId="858860655" sldId="352"/>
        </pc:sldMkLst>
        <pc:spChg chg="mod">
          <ac:chgData name="Andreas Willich" userId="f1a27a91-fb80-49c6-a061-1959e15afc91" providerId="ADAL" clId="{A37FF76C-50DE-4856-BE9F-11275FFD5917}" dt="2020-03-26T19:04:15.326" v="638" actId="20577"/>
          <ac:spMkLst>
            <pc:docMk/>
            <pc:sldMk cId="858860655" sldId="352"/>
            <ac:spMk id="2" creationId="{E36E7E56-54A9-49E0-A793-7D6AB13E535E}"/>
          </ac:spMkLst>
        </pc:spChg>
        <pc:spChg chg="del">
          <ac:chgData name="Andreas Willich" userId="f1a27a91-fb80-49c6-a061-1959e15afc91" providerId="ADAL" clId="{A37FF76C-50DE-4856-BE9F-11275FFD5917}" dt="2020-03-26T19:04:23.216" v="642" actId="478"/>
          <ac:spMkLst>
            <pc:docMk/>
            <pc:sldMk cId="858860655" sldId="352"/>
            <ac:spMk id="3" creationId="{DF04266E-201A-46E8-9C15-D871E92E3E6C}"/>
          </ac:spMkLst>
        </pc:spChg>
        <pc:picChg chg="add mod">
          <ac:chgData name="Andreas Willich" userId="f1a27a91-fb80-49c6-a061-1959e15afc91" providerId="ADAL" clId="{A37FF76C-50DE-4856-BE9F-11275FFD5917}" dt="2020-03-26T19:04:21.702" v="641" actId="1076"/>
          <ac:picMkLst>
            <pc:docMk/>
            <pc:sldMk cId="858860655" sldId="352"/>
            <ac:picMk id="4" creationId="{F6240F92-8D1A-482E-95AD-5C52B6624AB9}"/>
          </ac:picMkLst>
        </pc:picChg>
        <pc:picChg chg="add mod">
          <ac:chgData name="Andreas Willich" userId="f1a27a91-fb80-49c6-a061-1959e15afc91" providerId="ADAL" clId="{A37FF76C-50DE-4856-BE9F-11275FFD5917}" dt="2020-03-26T19:04:45.722" v="646" actId="14100"/>
          <ac:picMkLst>
            <pc:docMk/>
            <pc:sldMk cId="858860655" sldId="352"/>
            <ac:picMk id="5" creationId="{230C0B41-4FD6-44D3-ABBF-714DA56629FF}"/>
          </ac:picMkLst>
        </pc:picChg>
      </pc:sldChg>
      <pc:sldChg chg="modSp add">
        <pc:chgData name="Andreas Willich" userId="f1a27a91-fb80-49c6-a061-1959e15afc91" providerId="ADAL" clId="{A37FF76C-50DE-4856-BE9F-11275FFD5917}" dt="2020-03-26T19:07:44.399" v="701" actId="27636"/>
        <pc:sldMkLst>
          <pc:docMk/>
          <pc:sldMk cId="3274012398" sldId="353"/>
        </pc:sldMkLst>
        <pc:spChg chg="mod">
          <ac:chgData name="Andreas Willich" userId="f1a27a91-fb80-49c6-a061-1959e15afc91" providerId="ADAL" clId="{A37FF76C-50DE-4856-BE9F-11275FFD5917}" dt="2020-03-26T19:07:20.172" v="676"/>
          <ac:spMkLst>
            <pc:docMk/>
            <pc:sldMk cId="3274012398" sldId="353"/>
            <ac:spMk id="2" creationId="{F1961AEB-2069-4ED0-8355-F0501FD7630C}"/>
          </ac:spMkLst>
        </pc:spChg>
        <pc:spChg chg="mod">
          <ac:chgData name="Andreas Willich" userId="f1a27a91-fb80-49c6-a061-1959e15afc91" providerId="ADAL" clId="{A37FF76C-50DE-4856-BE9F-11275FFD5917}" dt="2020-03-26T19:07:44.399" v="701" actId="27636"/>
          <ac:spMkLst>
            <pc:docMk/>
            <pc:sldMk cId="3274012398" sldId="353"/>
            <ac:spMk id="3" creationId="{43D42CB3-95DE-4989-9C5A-9951AA9AA4A6}"/>
          </ac:spMkLst>
        </pc:spChg>
      </pc:sldChg>
      <pc:sldChg chg="modSp add modAnim">
        <pc:chgData name="Andreas Willich" userId="f1a27a91-fb80-49c6-a061-1959e15afc91" providerId="ADAL" clId="{A37FF76C-50DE-4856-BE9F-11275FFD5917}" dt="2020-03-26T19:17:05.765" v="957"/>
        <pc:sldMkLst>
          <pc:docMk/>
          <pc:sldMk cId="1742375197" sldId="354"/>
        </pc:sldMkLst>
        <pc:spChg chg="mod">
          <ac:chgData name="Andreas Willich" userId="f1a27a91-fb80-49c6-a061-1959e15afc91" providerId="ADAL" clId="{A37FF76C-50DE-4856-BE9F-11275FFD5917}" dt="2020-03-26T19:08:56.375" v="703"/>
          <ac:spMkLst>
            <pc:docMk/>
            <pc:sldMk cId="1742375197" sldId="354"/>
            <ac:spMk id="2" creationId="{3832A29A-050E-4AA4-99D9-E827C3A0D5BA}"/>
          </ac:spMkLst>
        </pc:spChg>
        <pc:spChg chg="mod">
          <ac:chgData name="Andreas Willich" userId="f1a27a91-fb80-49c6-a061-1959e15afc91" providerId="ADAL" clId="{A37FF76C-50DE-4856-BE9F-11275FFD5917}" dt="2020-03-26T19:12:51.874" v="954" actId="20577"/>
          <ac:spMkLst>
            <pc:docMk/>
            <pc:sldMk cId="1742375197" sldId="354"/>
            <ac:spMk id="3" creationId="{A9D582FE-64E4-409B-B9DA-B763C1386AAE}"/>
          </ac:spMkLst>
        </pc:spChg>
      </pc:sldChg>
      <pc:sldChg chg="addSp delSp modSp add mod setBg">
        <pc:chgData name="Andreas Willich" userId="f1a27a91-fb80-49c6-a061-1959e15afc91" providerId="ADAL" clId="{A37FF76C-50DE-4856-BE9F-11275FFD5917}" dt="2020-03-26T19:17:46.926" v="979" actId="26606"/>
        <pc:sldMkLst>
          <pc:docMk/>
          <pc:sldMk cId="3284965958" sldId="355"/>
        </pc:sldMkLst>
        <pc:spChg chg="mod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2" creationId="{77F24F1A-CD7B-4CB1-887E-C1D7E5EDD570}"/>
          </ac:spMkLst>
        </pc:spChg>
        <pc:spChg chg="del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3" creationId="{77099C48-FE1B-45D9-BA16-3A9E9B0778AA}"/>
          </ac:spMkLst>
        </pc:spChg>
        <pc:spChg chg="add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18" creationId="{1D4477A3-7936-4C6B-B46C-52E99531272A}"/>
          </ac:spMkLst>
        </pc:spChg>
        <pc:spChg chg="add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28" creationId="{C29A1D40-470D-401E-8548-6FF3CF37797D}"/>
          </ac:spMkLst>
        </pc:spChg>
        <pc:grpChg chg="add">
          <ac:chgData name="Andreas Willich" userId="f1a27a91-fb80-49c6-a061-1959e15afc91" providerId="ADAL" clId="{A37FF76C-50DE-4856-BE9F-11275FFD5917}" dt="2020-03-26T19:17:46.926" v="979" actId="26606"/>
          <ac:grpSpMkLst>
            <pc:docMk/>
            <pc:sldMk cId="3284965958" sldId="355"/>
            <ac:grpSpMk id="10" creationId="{C616B3DC-C165-433D-9187-62DCC0E317D3}"/>
          </ac:grpSpMkLst>
        </pc:grpChg>
        <pc:grpChg chg="add">
          <ac:chgData name="Andreas Willich" userId="f1a27a91-fb80-49c6-a061-1959e15afc91" providerId="ADAL" clId="{A37FF76C-50DE-4856-BE9F-11275FFD5917}" dt="2020-03-26T19:17:46.926" v="979" actId="26606"/>
          <ac:grpSpMkLst>
            <pc:docMk/>
            <pc:sldMk cId="3284965958" sldId="355"/>
            <ac:grpSpMk id="20" creationId="{F44DEACC-B2E6-413E-B2B5-320225952713}"/>
          </ac:grpSpMkLst>
        </pc:grpChg>
        <pc:picChg chg="add">
          <ac:chgData name="Andreas Willich" userId="f1a27a91-fb80-49c6-a061-1959e15afc91" providerId="ADAL" clId="{A37FF76C-50DE-4856-BE9F-11275FFD5917}" dt="2020-03-26T19:17:46.926" v="979" actId="26606"/>
          <ac:picMkLst>
            <pc:docMk/>
            <pc:sldMk cId="3284965958" sldId="355"/>
            <ac:picMk id="7" creationId="{F8AB178E-D2E7-4EEC-921D-D4ABB9A4F1E6}"/>
          </ac:picMkLst>
        </pc:picChg>
      </pc:sldChg>
      <pc:sldChg chg="addSp delSp modSp add">
        <pc:chgData name="Andreas Willich" userId="f1a27a91-fb80-49c6-a061-1959e15afc91" providerId="ADAL" clId="{A37FF76C-50DE-4856-BE9F-11275FFD5917}" dt="2020-03-26T19:23:16.362" v="1040" actId="1076"/>
        <pc:sldMkLst>
          <pc:docMk/>
          <pc:sldMk cId="3757817415" sldId="356"/>
        </pc:sldMkLst>
        <pc:spChg chg="del">
          <ac:chgData name="Andreas Willich" userId="f1a27a91-fb80-49c6-a061-1959e15afc91" providerId="ADAL" clId="{A37FF76C-50DE-4856-BE9F-11275FFD5917}" dt="2020-03-26T19:21:09.012" v="1031" actId="478"/>
          <ac:spMkLst>
            <pc:docMk/>
            <pc:sldMk cId="3757817415" sldId="356"/>
            <ac:spMk id="3" creationId="{75749533-675B-4072-B3D4-84538195242A}"/>
          </ac:spMkLst>
        </pc:spChg>
        <pc:spChg chg="add del mod">
          <ac:chgData name="Andreas Willich" userId="f1a27a91-fb80-49c6-a061-1959e15afc91" providerId="ADAL" clId="{A37FF76C-50DE-4856-BE9F-11275FFD5917}" dt="2020-03-26T19:21:14.412" v="1033" actId="478"/>
          <ac:spMkLst>
            <pc:docMk/>
            <pc:sldMk cId="3757817415" sldId="356"/>
            <ac:spMk id="5" creationId="{4E03F88D-494F-4F49-BC2B-16E2867BC13E}"/>
          </ac:spMkLst>
        </pc:spChg>
        <pc:picChg chg="add mod">
          <ac:chgData name="Andreas Willich" userId="f1a27a91-fb80-49c6-a061-1959e15afc91" providerId="ADAL" clId="{A37FF76C-50DE-4856-BE9F-11275FFD5917}" dt="2020-03-26T19:23:16.362" v="1040" actId="1076"/>
          <ac:picMkLst>
            <pc:docMk/>
            <pc:sldMk cId="3757817415" sldId="356"/>
            <ac:picMk id="6" creationId="{BDAB3D8A-A002-46A9-B003-B2FD48C9C92F}"/>
          </ac:picMkLst>
        </pc:picChg>
        <pc:picChg chg="del">
          <ac:chgData name="Andreas Willich" userId="f1a27a91-fb80-49c6-a061-1959e15afc91" providerId="ADAL" clId="{A37FF76C-50DE-4856-BE9F-11275FFD5917}" dt="2020-03-26T19:21:11.335" v="1032" actId="478"/>
          <ac:picMkLst>
            <pc:docMk/>
            <pc:sldMk cId="3757817415" sldId="356"/>
            <ac:picMk id="2052" creationId="{15E937C9-B1E1-4E09-B91B-F8AB9F41F495}"/>
          </ac:picMkLst>
        </pc:picChg>
      </pc:sldChg>
      <pc:sldChg chg="add">
        <pc:chgData name="Andreas Willich" userId="f1a27a91-fb80-49c6-a061-1959e15afc91" providerId="ADAL" clId="{A37FF76C-50DE-4856-BE9F-11275FFD5917}" dt="2020-03-26T19:23:51.592" v="1042"/>
        <pc:sldMkLst>
          <pc:docMk/>
          <pc:sldMk cId="537529604" sldId="357"/>
        </pc:sldMkLst>
      </pc:sldChg>
    </pc:docChg>
  </pc:docChgLst>
  <pc:docChgLst>
    <pc:chgData name="Andreas Willich" userId="f1a27a91-fb80-49c6-a061-1959e15afc91" providerId="ADAL" clId="{9A93EFDF-DA3E-41BC-ADDA-976C6CAECA58}"/>
    <pc:docChg chg="modSld">
      <pc:chgData name="Andreas Willich" userId="f1a27a91-fb80-49c6-a061-1959e15afc91" providerId="ADAL" clId="{9A93EFDF-DA3E-41BC-ADDA-976C6CAECA58}" dt="2020-03-30T16:36:00.169" v="0"/>
      <pc:docMkLst>
        <pc:docMk/>
      </pc:docMkLst>
      <pc:sldChg chg="modSp">
        <pc:chgData name="Andreas Willich" userId="f1a27a91-fb80-49c6-a061-1959e15afc91" providerId="ADAL" clId="{9A93EFDF-DA3E-41BC-ADDA-976C6CAECA58}" dt="2020-03-30T16:36:00.169" v="0"/>
        <pc:sldMkLst>
          <pc:docMk/>
          <pc:sldMk cId="1447551412" sldId="347"/>
        </pc:sldMkLst>
        <pc:spChg chg="mod">
          <ac:chgData name="Andreas Willich" userId="f1a27a91-fb80-49c6-a061-1959e15afc91" providerId="ADAL" clId="{9A93EFDF-DA3E-41BC-ADDA-976C6CAECA58}" dt="2020-03-30T16:36:00.169" v="0"/>
          <ac:spMkLst>
            <pc:docMk/>
            <pc:sldMk cId="1447551412" sldId="347"/>
            <ac:spMk id="3" creationId="{75749533-675B-4072-B3D4-84538195242A}"/>
          </ac:spMkLst>
        </pc:spChg>
      </pc:sldChg>
    </pc:docChg>
  </pc:docChgLst>
  <pc:docChgLst>
    <pc:chgData name="Andreas" userId="f1a27a91-fb80-49c6-a061-1959e15afc91" providerId="ADAL" clId="{0433D90D-8549-4FF9-B480-2F2FA0D00D13}"/>
    <pc:docChg chg="undo redo custSel modSld">
      <pc:chgData name="Andreas" userId="f1a27a91-fb80-49c6-a061-1959e15afc91" providerId="ADAL" clId="{0433D90D-8549-4FF9-B480-2F2FA0D00D13}" dt="2021-07-27T11:39:59.203" v="77" actId="1076"/>
      <pc:docMkLst>
        <pc:docMk/>
      </pc:docMkLst>
      <pc:sldChg chg="modSp mod">
        <pc:chgData name="Andreas" userId="f1a27a91-fb80-49c6-a061-1959e15afc91" providerId="ADAL" clId="{0433D90D-8549-4FF9-B480-2F2FA0D00D13}" dt="2021-07-27T11:34:11.123" v="3" actId="20577"/>
        <pc:sldMkLst>
          <pc:docMk/>
          <pc:sldMk cId="3908362423" sldId="314"/>
        </pc:sldMkLst>
        <pc:spChg chg="mod">
          <ac:chgData name="Andreas" userId="f1a27a91-fb80-49c6-a061-1959e15afc91" providerId="ADAL" clId="{0433D90D-8549-4FF9-B480-2F2FA0D00D13}" dt="2021-07-27T11:34:11.123" v="3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" userId="f1a27a91-fb80-49c6-a061-1959e15afc91" providerId="ADAL" clId="{0433D90D-8549-4FF9-B480-2F2FA0D00D13}" dt="2021-07-27T11:35:32.353" v="13"/>
        <pc:sldMkLst>
          <pc:docMk/>
          <pc:sldMk cId="1406265366" sldId="319"/>
        </pc:sldMkLst>
        <pc:spChg chg="mod">
          <ac:chgData name="Andreas" userId="f1a27a91-fb80-49c6-a061-1959e15afc91" providerId="ADAL" clId="{0433D90D-8549-4FF9-B480-2F2FA0D00D13}" dt="2021-07-27T11:35:32.353" v="13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" userId="f1a27a91-fb80-49c6-a061-1959e15afc91" providerId="ADAL" clId="{0433D90D-8549-4FF9-B480-2F2FA0D00D13}" dt="2021-07-27T11:39:59.203" v="77" actId="1076"/>
        <pc:sldMkLst>
          <pc:docMk/>
          <pc:sldMk cId="820736664" sldId="321"/>
        </pc:sldMkLst>
        <pc:spChg chg="mod">
          <ac:chgData name="Andreas" userId="f1a27a91-fb80-49c6-a061-1959e15afc91" providerId="ADAL" clId="{0433D90D-8549-4FF9-B480-2F2FA0D00D13}" dt="2021-07-27T11:39:41.626" v="74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" userId="f1a27a91-fb80-49c6-a061-1959e15afc91" providerId="ADAL" clId="{0433D90D-8549-4FF9-B480-2F2FA0D00D13}" dt="2021-07-27T11:39:52.808" v="75" actId="478"/>
          <ac:picMkLst>
            <pc:docMk/>
            <pc:sldMk cId="820736664" sldId="321"/>
            <ac:picMk id="4" creationId="{440336A7-C981-4F72-990A-A23068EEA2C1}"/>
          </ac:picMkLst>
        </pc:picChg>
        <pc:picChg chg="add mod">
          <ac:chgData name="Andreas" userId="f1a27a91-fb80-49c6-a061-1959e15afc91" providerId="ADAL" clId="{0433D90D-8549-4FF9-B480-2F2FA0D00D13}" dt="2021-07-27T11:39:59.203" v="77" actId="1076"/>
          <ac:picMkLst>
            <pc:docMk/>
            <pc:sldMk cId="820736664" sldId="321"/>
            <ac:picMk id="1026" creationId="{37AA8A78-8EE7-413E-BAFD-B2BB0CF4E315}"/>
          </ac:picMkLst>
        </pc:picChg>
      </pc:sldChg>
      <pc:sldChg chg="modSp">
        <pc:chgData name="Andreas" userId="f1a27a91-fb80-49c6-a061-1959e15afc91" providerId="ADAL" clId="{0433D90D-8549-4FF9-B480-2F2FA0D00D13}" dt="2021-07-27T11:36:11.663" v="73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0433D90D-8549-4FF9-B480-2F2FA0D00D13}" dt="2021-07-27T11:36:11.663" v="7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" userId="f1a27a91-fb80-49c6-a061-1959e15afc91" providerId="ADAL" clId="{0433D90D-8549-4FF9-B480-2F2FA0D00D13}" dt="2021-07-27T11:35:45.160" v="20" actId="20577"/>
        <pc:sldMkLst>
          <pc:docMk/>
          <pc:sldMk cId="3611784228" sldId="2076136300"/>
        </pc:sldMkLst>
        <pc:spChg chg="mod">
          <ac:chgData name="Andreas" userId="f1a27a91-fb80-49c6-a061-1959e15afc91" providerId="ADAL" clId="{0433D90D-8549-4FF9-B480-2F2FA0D00D13}" dt="2021-07-27T11:35:45.160" v="20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mod">
        <pc:chgData name="Andreas" userId="f1a27a91-fb80-49c6-a061-1959e15afc91" providerId="ADAL" clId="{0433D90D-8549-4FF9-B480-2F2FA0D00D13}" dt="2021-07-27T11:35:38.780" v="19" actId="20577"/>
        <pc:sldMkLst>
          <pc:docMk/>
          <pc:sldMk cId="3355931194" sldId="2076136918"/>
        </pc:sldMkLst>
        <pc:spChg chg="mod">
          <ac:chgData name="Andreas" userId="f1a27a91-fb80-49c6-a061-1959e15afc91" providerId="ADAL" clId="{0433D90D-8549-4FF9-B480-2F2FA0D00D13}" dt="2021-07-27T11:35:38.780" v="19" actId="20577"/>
          <ac:spMkLst>
            <pc:docMk/>
            <pc:sldMk cId="3355931194" sldId="2076136918"/>
            <ac:spMk id="2" creationId="{00000000-0000-0000-0000-000000000000}"/>
          </ac:spMkLst>
        </pc:spChg>
      </pc:sldChg>
    </pc:docChg>
  </pc:docChgLst>
  <pc:docChgLst>
    <pc:chgData name="Andreas" userId="f1a27a91-fb80-49c6-a061-1959e15afc91" providerId="ADAL" clId="{0B37D68B-B758-4FEE-8E87-CEDA5C9A558D}"/>
    <pc:docChg chg="custSel modSld">
      <pc:chgData name="Andreas" userId="f1a27a91-fb80-49c6-a061-1959e15afc91" providerId="ADAL" clId="{0B37D68B-B758-4FEE-8E87-CEDA5C9A558D}" dt="2020-08-11T14:41:06.231" v="106" actId="14100"/>
      <pc:docMkLst>
        <pc:docMk/>
      </pc:docMkLst>
      <pc:sldChg chg="addSp delSp modSp">
        <pc:chgData name="Andreas" userId="f1a27a91-fb80-49c6-a061-1959e15afc91" providerId="ADAL" clId="{0B37D68B-B758-4FEE-8E87-CEDA5C9A558D}" dt="2020-08-11T14:41:06.231" v="106" actId="14100"/>
        <pc:sldMkLst>
          <pc:docMk/>
          <pc:sldMk cId="2303228845" sldId="265"/>
        </pc:sldMkLst>
        <pc:picChg chg="add del">
          <ac:chgData name="Andreas" userId="f1a27a91-fb80-49c6-a061-1959e15afc91" providerId="ADAL" clId="{0B37D68B-B758-4FEE-8E87-CEDA5C9A558D}" dt="2020-08-11T14:41:02.168" v="104" actId="478"/>
          <ac:picMkLst>
            <pc:docMk/>
            <pc:sldMk cId="2303228845" sldId="265"/>
            <ac:picMk id="3" creationId="{574F0F1D-5523-46B0-884E-373D7A580F8D}"/>
          </ac:picMkLst>
        </pc:picChg>
        <pc:picChg chg="add mod">
          <ac:chgData name="Andreas" userId="f1a27a91-fb80-49c6-a061-1959e15afc91" providerId="ADAL" clId="{0B37D68B-B758-4FEE-8E87-CEDA5C9A558D}" dt="2020-08-11T14:41:06.231" v="106" actId="14100"/>
          <ac:picMkLst>
            <pc:docMk/>
            <pc:sldMk cId="2303228845" sldId="265"/>
            <ac:picMk id="4" creationId="{308A1D59-2815-4CA5-B225-8D04CFEBB14E}"/>
          </ac:picMkLst>
        </pc:picChg>
      </pc:sldChg>
      <pc:sldChg chg="modSp">
        <pc:chgData name="Andreas" userId="f1a27a91-fb80-49c6-a061-1959e15afc91" providerId="ADAL" clId="{0B37D68B-B758-4FEE-8E87-CEDA5C9A558D}" dt="2020-08-11T14:35:55.850" v="5" actId="20577"/>
        <pc:sldMkLst>
          <pc:docMk/>
          <pc:sldMk cId="3908362423" sldId="314"/>
        </pc:sldMkLst>
        <pc:spChg chg="mod">
          <ac:chgData name="Andreas" userId="f1a27a91-fb80-49c6-a061-1959e15afc91" providerId="ADAL" clId="{0B37D68B-B758-4FEE-8E87-CEDA5C9A558D}" dt="2020-08-11T14:35:55.850" v="5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" userId="f1a27a91-fb80-49c6-a061-1959e15afc91" providerId="ADAL" clId="{0B37D68B-B758-4FEE-8E87-CEDA5C9A558D}" dt="2020-08-11T14:36:21.389" v="24" actId="20577"/>
        <pc:sldMkLst>
          <pc:docMk/>
          <pc:sldMk cId="1406265366" sldId="319"/>
        </pc:sldMkLst>
        <pc:spChg chg="mod">
          <ac:chgData name="Andreas" userId="f1a27a91-fb80-49c6-a061-1959e15afc91" providerId="ADAL" clId="{0B37D68B-B758-4FEE-8E87-CEDA5C9A558D}" dt="2020-08-11T14:36:21.389" v="24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" userId="f1a27a91-fb80-49c6-a061-1959e15afc91" providerId="ADAL" clId="{0B37D68B-B758-4FEE-8E87-CEDA5C9A558D}" dt="2020-08-11T14:39:07.662" v="80" actId="1076"/>
        <pc:sldMkLst>
          <pc:docMk/>
          <pc:sldMk cId="820736664" sldId="321"/>
        </pc:sldMkLst>
        <pc:spChg chg="mod">
          <ac:chgData name="Andreas" userId="f1a27a91-fb80-49c6-a061-1959e15afc91" providerId="ADAL" clId="{0B37D68B-B758-4FEE-8E87-CEDA5C9A558D}" dt="2020-08-11T14:38:14.304" v="75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" userId="f1a27a91-fb80-49c6-a061-1959e15afc91" providerId="ADAL" clId="{0B37D68B-B758-4FEE-8E87-CEDA5C9A558D}" dt="2020-08-11T14:39:07.662" v="80" actId="1076"/>
          <ac:picMkLst>
            <pc:docMk/>
            <pc:sldMk cId="820736664" sldId="321"/>
            <ac:picMk id="4" creationId="{9C76C943-F200-4D2A-B9B1-6CD2A3222B66}"/>
          </ac:picMkLst>
        </pc:picChg>
        <pc:picChg chg="del">
          <ac:chgData name="Andreas" userId="f1a27a91-fb80-49c6-a061-1959e15afc91" providerId="ADAL" clId="{0B37D68B-B758-4FEE-8E87-CEDA5C9A558D}" dt="2020-08-11T14:38:59.960" v="76" actId="478"/>
          <ac:picMkLst>
            <pc:docMk/>
            <pc:sldMk cId="820736664" sldId="321"/>
            <ac:picMk id="1026" creationId="{16DC2AEB-A52D-45A0-BF9A-598E8E5AFA18}"/>
          </ac:picMkLst>
        </pc:picChg>
      </pc:sldChg>
      <pc:sldChg chg="modSp">
        <pc:chgData name="Andreas" userId="f1a27a91-fb80-49c6-a061-1959e15afc91" providerId="ADAL" clId="{0B37D68B-B758-4FEE-8E87-CEDA5C9A558D}" dt="2020-08-11T14:36:53.824" v="74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0B37D68B-B758-4FEE-8E87-CEDA5C9A558D}" dt="2020-08-11T14:36:53.824" v="74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">
        <pc:chgData name="Andreas" userId="f1a27a91-fb80-49c6-a061-1959e15afc91" providerId="ADAL" clId="{0B37D68B-B758-4FEE-8E87-CEDA5C9A558D}" dt="2020-08-11T14:36:08.843" v="6" actId="20577"/>
        <pc:sldMkLst>
          <pc:docMk/>
          <pc:sldMk cId="3611784228" sldId="2076136300"/>
        </pc:sldMkLst>
        <pc:spChg chg="mod">
          <ac:chgData name="Andreas" userId="f1a27a91-fb80-49c6-a061-1959e15afc91" providerId="ADAL" clId="{0B37D68B-B758-4FEE-8E87-CEDA5C9A558D}" dt="2020-08-11T14:36:08.843" v="6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">
        <pc:chgData name="Andreas" userId="f1a27a91-fb80-49c6-a061-1959e15afc91" providerId="ADAL" clId="{0B37D68B-B758-4FEE-8E87-CEDA5C9A558D}" dt="2020-08-11T14:39:15.330" v="100" actId="20577"/>
        <pc:sldMkLst>
          <pc:docMk/>
          <pc:sldMk cId="363290704" sldId="2076136306"/>
        </pc:sldMkLst>
        <pc:spChg chg="mod">
          <ac:chgData name="Andreas" userId="f1a27a91-fb80-49c6-a061-1959e15afc91" providerId="ADAL" clId="{0B37D68B-B758-4FEE-8E87-CEDA5C9A558D}" dt="2020-08-11T14:39:15.330" v="100" actId="20577"/>
          <ac:spMkLst>
            <pc:docMk/>
            <pc:sldMk cId="363290704" sldId="2076136306"/>
            <ac:spMk id="3" creationId="{023A6FCC-F2F2-40E2-9047-052EF4B30FDD}"/>
          </ac:spMkLst>
        </pc:spChg>
      </pc:sldChg>
    </pc:docChg>
  </pc:docChgLst>
  <pc:docChgLst>
    <pc:chgData name="Andreas" userId="f1a27a91-fb80-49c6-a061-1959e15afc91" providerId="ADAL" clId="{FDDBE5EE-5F4D-4CE8-8880-8C8201B8FD28}"/>
    <pc:docChg chg="undo redo custSel modSld">
      <pc:chgData name="Andreas" userId="f1a27a91-fb80-49c6-a061-1959e15afc91" providerId="ADAL" clId="{FDDBE5EE-5F4D-4CE8-8880-8C8201B8FD28}" dt="2021-01-19T14:27:47.267" v="34" actId="207"/>
      <pc:docMkLst>
        <pc:docMk/>
      </pc:docMkLst>
      <pc:sldChg chg="modSp mod">
        <pc:chgData name="Andreas" userId="f1a27a91-fb80-49c6-a061-1959e15afc91" providerId="ADAL" clId="{FDDBE5EE-5F4D-4CE8-8880-8C8201B8FD28}" dt="2021-01-19T14:27:47.267" v="34" actId="207"/>
        <pc:sldMkLst>
          <pc:docMk/>
          <pc:sldMk cId="3611784228" sldId="2076136300"/>
        </pc:sldMkLst>
        <pc:spChg chg="mod">
          <ac:chgData name="Andreas" userId="f1a27a91-fb80-49c6-a061-1959e15afc91" providerId="ADAL" clId="{FDDBE5EE-5F4D-4CE8-8880-8C8201B8FD28}" dt="2021-01-19T14:27:47.267" v="34" actId="207"/>
          <ac:spMkLst>
            <pc:docMk/>
            <pc:sldMk cId="3611784228" sldId="2076136300"/>
            <ac:spMk id="4" creationId="{D7925A7C-AB59-454A-B250-F65B7CA9A084}"/>
          </ac:spMkLst>
        </pc:spChg>
      </pc:sldChg>
    </pc:docChg>
  </pc:docChgLst>
  <pc:docChgLst>
    <pc:chgData name="Andreas Willich" userId="f1a27a91-fb80-49c6-a061-1959e15afc91" providerId="ADAL" clId="{F628C34C-E73E-4B97-BC7A-F9D636D00E1E}"/>
    <pc:docChg chg="modSld">
      <pc:chgData name="Andreas Willich" userId="f1a27a91-fb80-49c6-a061-1959e15afc91" providerId="ADAL" clId="{F628C34C-E73E-4B97-BC7A-F9D636D00E1E}" dt="2020-12-15T16:16:40.988" v="1" actId="20577"/>
      <pc:docMkLst>
        <pc:docMk/>
      </pc:docMkLst>
      <pc:sldChg chg="modSp mod">
        <pc:chgData name="Andreas Willich" userId="f1a27a91-fb80-49c6-a061-1959e15afc91" providerId="ADAL" clId="{F628C34C-E73E-4B97-BC7A-F9D636D00E1E}" dt="2020-12-15T16:16:40.988" v="1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628C34C-E73E-4B97-BC7A-F9D636D00E1E}" dt="2020-12-15T16:16:40.988" v="1" actId="20577"/>
          <ac:spMkLst>
            <pc:docMk/>
            <pc:sldMk cId="3908362423" sldId="314"/>
            <ac:spMk id="2" creationId="{C7CF4C79-936C-42D0-BDD1-5E60E01898F1}"/>
          </ac:spMkLst>
        </pc:spChg>
      </pc:sldChg>
    </pc:docChg>
  </pc:docChgLst>
  <pc:docChgLst>
    <pc:chgData name="Andreas Willich" userId="f1a27a91-fb80-49c6-a061-1959e15afc91" providerId="ADAL" clId="{86013D1A-0724-4DB3-A4C7-ECA6124F5BFF}"/>
    <pc:docChg chg="undo custSel delSld modSld">
      <pc:chgData name="Andreas Willich" userId="f1a27a91-fb80-49c6-a061-1959e15afc91" providerId="ADAL" clId="{86013D1A-0724-4DB3-A4C7-ECA6124F5BFF}" dt="2021-04-25T16:48:39.730" v="59" actId="26606"/>
      <pc:docMkLst>
        <pc:docMk/>
      </pc:docMkLst>
      <pc:sldChg chg="modSp mod">
        <pc:chgData name="Andreas Willich" userId="f1a27a91-fb80-49c6-a061-1959e15afc91" providerId="ADAL" clId="{86013D1A-0724-4DB3-A4C7-ECA6124F5BFF}" dt="2021-04-25T16:40:26.716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86013D1A-0724-4DB3-A4C7-ECA6124F5BFF}" dt="2021-04-25T16:40:26.716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86013D1A-0724-4DB3-A4C7-ECA6124F5BFF}" dt="2021-04-25T16:45:45.147" v="42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86013D1A-0724-4DB3-A4C7-ECA6124F5BFF}" dt="2021-04-25T16:45:45.147" v="42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86013D1A-0724-4DB3-A4C7-ECA6124F5BFF}" dt="2021-04-25T16:48:39.730" v="59" actId="26606"/>
        <pc:sldMkLst>
          <pc:docMk/>
          <pc:sldMk cId="820736664" sldId="321"/>
        </pc:sldMkLst>
        <pc:spChg chg="mod">
          <ac:chgData name="Andreas Willich" userId="f1a27a91-fb80-49c6-a061-1959e15afc91" providerId="ADAL" clId="{86013D1A-0724-4DB3-A4C7-ECA6124F5BFF}" dt="2021-04-25T16:48:12.397" v="55"/>
          <ac:spMkLst>
            <pc:docMk/>
            <pc:sldMk cId="820736664" sldId="321"/>
            <ac:spMk id="3" creationId="{F6AD33C1-B332-454C-806B-0AAA693B62C2}"/>
          </ac:spMkLst>
        </pc:spChg>
        <pc:spChg chg="del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79" creationId="{6C686317-9C96-4A02-88CE-7319FF590580}"/>
          </ac:spMkLst>
        </pc:spChg>
        <pc:spChg chg="del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89" creationId="{EB9A9756-A5DB-460E-A867-A2AE77834D3A}"/>
          </ac:spMkLst>
        </pc:spChg>
        <pc:spChg chg="add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143" creationId="{6C686317-9C96-4A02-88CE-7319FF590580}"/>
          </ac:spMkLst>
        </pc:spChg>
        <pc:spChg chg="add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153" creationId="{EB9A9756-A5DB-460E-A867-A2AE77834D3A}"/>
          </ac:spMkLst>
        </pc:spChg>
        <pc:grpChg chg="del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71" creationId="{C616B3DC-C165-433D-9187-62DCC0E317D3}"/>
          </ac:grpSpMkLst>
        </pc:grpChg>
        <pc:grpChg chg="del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81" creationId="{E0E25B5C-98A3-47D8-A4D7-10C2E1758981}"/>
          </ac:grpSpMkLst>
        </pc:grpChg>
        <pc:grpChg chg="add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135" creationId="{C616B3DC-C165-433D-9187-62DCC0E317D3}"/>
          </ac:grpSpMkLst>
        </pc:grpChg>
        <pc:grpChg chg="add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145" creationId="{E0E25B5C-98A3-47D8-A4D7-10C2E1758981}"/>
          </ac:grpSpMkLst>
        </pc:grpChg>
        <pc:picChg chg="del">
          <ac:chgData name="Andreas Willich" userId="f1a27a91-fb80-49c6-a061-1959e15afc91" providerId="ADAL" clId="{86013D1A-0724-4DB3-A4C7-ECA6124F5BFF}" dt="2021-04-25T16:48:32.067" v="56" actId="478"/>
          <ac:picMkLst>
            <pc:docMk/>
            <pc:sldMk cId="820736664" sldId="321"/>
            <ac:picMk id="4" creationId="{138A25B8-A49B-43D4-830D-E2249168968B}"/>
          </ac:picMkLst>
        </pc:picChg>
        <pc:picChg chg="add mod">
          <ac:chgData name="Andreas Willich" userId="f1a27a91-fb80-49c6-a061-1959e15afc91" providerId="ADAL" clId="{86013D1A-0724-4DB3-A4C7-ECA6124F5BFF}" dt="2021-04-25T16:48:39.730" v="59" actId="26606"/>
          <ac:picMkLst>
            <pc:docMk/>
            <pc:sldMk cId="820736664" sldId="321"/>
            <ac:picMk id="1026" creationId="{A5E6E6B2-A3EF-49E2-AADD-D8F25295F5FB}"/>
          </ac:picMkLst>
        </pc:picChg>
      </pc:sldChg>
      <pc:sldChg chg="modSp">
        <pc:chgData name="Andreas Willich" userId="f1a27a91-fb80-49c6-a061-1959e15afc91" providerId="ADAL" clId="{86013D1A-0724-4DB3-A4C7-ECA6124F5BFF}" dt="2021-04-25T16:47:05.843" v="54" actId="113"/>
        <pc:sldMkLst>
          <pc:docMk/>
          <pc:sldMk cId="2598560352" sldId="334"/>
        </pc:sldMkLst>
        <pc:graphicFrameChg chg="mod">
          <ac:chgData name="Andreas Willich" userId="f1a27a91-fb80-49c6-a061-1959e15afc91" providerId="ADAL" clId="{86013D1A-0724-4DB3-A4C7-ECA6124F5BFF}" dt="2021-04-25T16:47:05.843" v="54" actId="113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86013D1A-0724-4DB3-A4C7-ECA6124F5BFF}" dt="2021-04-25T16:42:27.636" v="30" actId="5793"/>
        <pc:sldMkLst>
          <pc:docMk/>
          <pc:sldMk cId="3611784228" sldId="2076136300"/>
        </pc:sldMkLst>
        <pc:spChg chg="mod">
          <ac:chgData name="Andreas Willich" userId="f1a27a91-fb80-49c6-a061-1959e15afc91" providerId="ADAL" clId="{86013D1A-0724-4DB3-A4C7-ECA6124F5BFF}" dt="2021-04-25T16:42:27.636" v="30" actId="5793"/>
          <ac:spMkLst>
            <pc:docMk/>
            <pc:sldMk cId="3611784228" sldId="2076136300"/>
            <ac:spMk id="4" creationId="{D7925A7C-AB59-454A-B250-F65B7CA9A084}"/>
          </ac:spMkLst>
        </pc:spChg>
      </pc:sldChg>
      <pc:sldChg chg="del">
        <pc:chgData name="Andreas Willich" userId="f1a27a91-fb80-49c6-a061-1959e15afc91" providerId="ADAL" clId="{86013D1A-0724-4DB3-A4C7-ECA6124F5BFF}" dt="2021-04-25T16:45:51.235" v="43" actId="47"/>
        <pc:sldMkLst>
          <pc:docMk/>
          <pc:sldMk cId="602454855" sldId="2076136301"/>
        </pc:sldMkLst>
      </pc:sldChg>
    </pc:docChg>
  </pc:docChgLst>
  <pc:docChgLst>
    <pc:chgData name="Andreas Willich" userId="f1a27a91-fb80-49c6-a061-1959e15afc91" providerId="ADAL" clId="{45D5694C-E53B-449D-B3DF-EB0CC56D9558}"/>
    <pc:docChg chg="modSld">
      <pc:chgData name="Andreas Willich" userId="f1a27a91-fb80-49c6-a061-1959e15afc91" providerId="ADAL" clId="{45D5694C-E53B-449D-B3DF-EB0CC56D9558}" dt="2021-03-30T15:44:38.873" v="84" actId="113"/>
      <pc:docMkLst>
        <pc:docMk/>
      </pc:docMkLst>
      <pc:sldChg chg="modSp mod">
        <pc:chgData name="Andreas Willich" userId="f1a27a91-fb80-49c6-a061-1959e15afc91" providerId="ADAL" clId="{45D5694C-E53B-449D-B3DF-EB0CC56D9558}" dt="2021-03-29T18:40:54.261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45D5694C-E53B-449D-B3DF-EB0CC56D9558}" dt="2021-03-29T18:40:54.261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45D5694C-E53B-449D-B3DF-EB0CC56D9558}" dt="2021-03-29T18:42:32.693" v="1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45D5694C-E53B-449D-B3DF-EB0CC56D9558}" dt="2021-03-29T18:42:32.693" v="1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45D5694C-E53B-449D-B3DF-EB0CC56D9558}" dt="2021-03-29T18:45:11.374" v="23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45D5694C-E53B-449D-B3DF-EB0CC56D9558}" dt="2021-03-29T18:45:11.374" v="23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45D5694C-E53B-449D-B3DF-EB0CC56D9558}" dt="2021-03-29T18:45:08.355" v="21" actId="1076"/>
          <ac:picMkLst>
            <pc:docMk/>
            <pc:sldMk cId="820736664" sldId="321"/>
            <ac:picMk id="4" creationId="{138A25B8-A49B-43D4-830D-E2249168968B}"/>
          </ac:picMkLst>
        </pc:picChg>
        <pc:picChg chg="del">
          <ac:chgData name="Andreas Willich" userId="f1a27a91-fb80-49c6-a061-1959e15afc91" providerId="ADAL" clId="{45D5694C-E53B-449D-B3DF-EB0CC56D9558}" dt="2021-03-29T18:45:02.098" v="19" actId="478"/>
          <ac:picMkLst>
            <pc:docMk/>
            <pc:sldMk cId="820736664" sldId="321"/>
            <ac:picMk id="1026" creationId="{B6EEBEAC-DCB9-4A6E-A7F3-E5044D8EB255}"/>
          </ac:picMkLst>
        </pc:picChg>
      </pc:sldChg>
      <pc:sldChg chg="modSp mod">
        <pc:chgData name="Andreas Willich" userId="f1a27a91-fb80-49c6-a061-1959e15afc91" providerId="ADAL" clId="{45D5694C-E53B-449D-B3DF-EB0CC56D9558}" dt="2021-03-30T15:44:38.873" v="84" actId="113"/>
        <pc:sldMkLst>
          <pc:docMk/>
          <pc:sldMk cId="2598560352" sldId="334"/>
        </pc:sldMkLst>
        <pc:graphicFrameChg chg="mod">
          <ac:chgData name="Andreas Willich" userId="f1a27a91-fb80-49c6-a061-1959e15afc91" providerId="ADAL" clId="{45D5694C-E53B-449D-B3DF-EB0CC56D9558}" dt="2021-03-30T15:44:38.873" v="84" actId="113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</pc:docChg>
  </pc:docChgLst>
  <pc:docChgLst>
    <pc:chgData name="Guest User" userId="S::urn:spo:anon#80054aaa82f1c6652cc84e795c73529b725831b3f93152f2ea16d563d43f74d0::" providerId="AD" clId="Web-{C17DD5A4-9689-484C-B646-DDB833411143}"/>
    <pc:docChg chg="addSld delSld modSld">
      <pc:chgData name="Guest User" userId="S::urn:spo:anon#80054aaa82f1c6652cc84e795c73529b725831b3f93152f2ea16d563d43f74d0::" providerId="AD" clId="Web-{C17DD5A4-9689-484C-B646-DDB833411143}" dt="2020-11-24T09:47:43.431" v="241" actId="20577"/>
      <pc:docMkLst>
        <pc:docMk/>
      </pc:docMkLst>
      <pc:sldChg chg="del">
        <pc:chgData name="Guest User" userId="S::urn:spo:anon#80054aaa82f1c6652cc84e795c73529b725831b3f93152f2ea16d563d43f74d0::" providerId="AD" clId="Web-{C17DD5A4-9689-484C-B646-DDB833411143}" dt="2020-11-24T09:44:03.756" v="220"/>
        <pc:sldMkLst>
          <pc:docMk/>
          <pc:sldMk cId="2749397067" sldId="271"/>
        </pc:sldMkLst>
      </pc:sldChg>
      <pc:sldChg chg="del">
        <pc:chgData name="Guest User" userId="S::urn:spo:anon#80054aaa82f1c6652cc84e795c73529b725831b3f93152f2ea16d563d43f74d0::" providerId="AD" clId="Web-{C17DD5A4-9689-484C-B646-DDB833411143}" dt="2020-11-24T09:47:02.337" v="236"/>
        <pc:sldMkLst>
          <pc:docMk/>
          <pc:sldMk cId="1363913116" sldId="2076136918"/>
        </pc:sldMkLst>
      </pc:sldChg>
      <pc:sldChg chg="addSp delSp modSp add replId">
        <pc:chgData name="Guest User" userId="S::urn:spo:anon#80054aaa82f1c6652cc84e795c73529b725831b3f93152f2ea16d563d43f74d0::" providerId="AD" clId="Web-{C17DD5A4-9689-484C-B646-DDB833411143}" dt="2020-11-24T09:47:41.806" v="239" actId="20577"/>
        <pc:sldMkLst>
          <pc:docMk/>
          <pc:sldMk cId="2286232128" sldId="2076136919"/>
        </pc:sldMkLst>
        <pc:spChg chg="mod">
          <ac:chgData name="Guest User" userId="S::urn:spo:anon#80054aaa82f1c6652cc84e795c73529b725831b3f93152f2ea16d563d43f74d0::" providerId="AD" clId="Web-{C17DD5A4-9689-484C-B646-DDB833411143}" dt="2020-11-24T09:43:31.209" v="202" actId="1076"/>
          <ac:spMkLst>
            <pc:docMk/>
            <pc:sldMk cId="2286232128" sldId="2076136919"/>
            <ac:spMk id="2" creationId="{8C512C1E-4E8F-46C3-A010-7CBADFEFA0D2}"/>
          </ac:spMkLst>
        </pc:spChg>
        <pc:spChg chg="del mod">
          <ac:chgData name="Guest User" userId="S::urn:spo:anon#80054aaa82f1c6652cc84e795c73529b725831b3f93152f2ea16d563d43f74d0::" providerId="AD" clId="Web-{C17DD5A4-9689-484C-B646-DDB833411143}" dt="2020-11-24T09:36:51.360" v="56"/>
          <ac:spMkLst>
            <pc:docMk/>
            <pc:sldMk cId="2286232128" sldId="2076136919"/>
            <ac:spMk id="3" creationId="{C8FF92DF-3861-479D-B972-54B132547B14}"/>
          </ac:spMkLst>
        </pc:spChg>
        <pc:spChg chg="add del mod">
          <ac:chgData name="Guest User" userId="S::urn:spo:anon#80054aaa82f1c6652cc84e795c73529b725831b3f93152f2ea16d563d43f74d0::" providerId="AD" clId="Web-{C17DD5A4-9689-484C-B646-DDB833411143}" dt="2020-11-24T09:37:13.298" v="65"/>
          <ac:spMkLst>
            <pc:docMk/>
            <pc:sldMk cId="2286232128" sldId="2076136919"/>
            <ac:spMk id="5" creationId="{DEF84F7D-3785-4C30-9544-CFAA7B87F426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2:50.818" v="197" actId="1076"/>
          <ac:spMkLst>
            <pc:docMk/>
            <pc:sldMk cId="2286232128" sldId="2076136919"/>
            <ac:spMk id="9" creationId="{810C1056-E166-4F30-A2F1-BBB4F2EC18A6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2:50.833" v="199" actId="1076"/>
          <ac:spMkLst>
            <pc:docMk/>
            <pc:sldMk cId="2286232128" sldId="2076136919"/>
            <ac:spMk id="13" creationId="{5E9DDB90-CCD5-4638-8BFD-3EC05E316465}"/>
          </ac:spMkLst>
        </pc:spChg>
        <pc:spChg chg="add del">
          <ac:chgData name="Guest User" userId="S::urn:spo:anon#80054aaa82f1c6652cc84e795c73529b725831b3f93152f2ea16d563d43f74d0::" providerId="AD" clId="Web-{C17DD5A4-9689-484C-B646-DDB833411143}" dt="2020-11-24T09:39:11.643" v="74"/>
          <ac:spMkLst>
            <pc:docMk/>
            <pc:sldMk cId="2286232128" sldId="2076136919"/>
            <ac:spMk id="18" creationId="{BA806F82-64EC-4957-9929-2D4EE06BEEEA}"/>
          </ac:spMkLst>
        </pc:spChg>
        <pc:spChg chg="add del">
          <ac:chgData name="Guest User" userId="S::urn:spo:anon#80054aaa82f1c6652cc84e795c73529b725831b3f93152f2ea16d563d43f74d0::" providerId="AD" clId="Web-{C17DD5A4-9689-484C-B646-DDB833411143}" dt="2020-11-24T09:39:11.643" v="72"/>
          <ac:spMkLst>
            <pc:docMk/>
            <pc:sldMk cId="2286232128" sldId="2076136919"/>
            <ac:spMk id="22" creationId="{CB3D6688-40E3-4B12-BFFF-5CBFE087F08B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7:41.806" v="239" actId="20577"/>
          <ac:spMkLst>
            <pc:docMk/>
            <pc:sldMk cId="2286232128" sldId="2076136919"/>
            <ac:spMk id="24" creationId="{1A209191-A410-4724-83FA-75D0F7C7398B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50" v="204" actId="1076"/>
          <ac:spMkLst>
            <pc:docMk/>
            <pc:sldMk cId="2286232128" sldId="2076136919"/>
            <ac:spMk id="26" creationId="{1A89CDB0-2B52-48BE-A6C1-082FE26E0015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65" v="205" actId="1076"/>
          <ac:spMkLst>
            <pc:docMk/>
            <pc:sldMk cId="2286232128" sldId="2076136919"/>
            <ac:spMk id="28" creationId="{6C236B9A-5D54-4457-A5B5-27F282846001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65" v="206" actId="1076"/>
          <ac:spMkLst>
            <pc:docMk/>
            <pc:sldMk cId="2286232128" sldId="2076136919"/>
            <ac:spMk id="30" creationId="{8DFF5174-F55C-4E95-9866-53A5F51E2682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81" v="207" actId="1076"/>
          <ac:spMkLst>
            <pc:docMk/>
            <pc:sldMk cId="2286232128" sldId="2076136919"/>
            <ac:spMk id="32" creationId="{08D8AD82-A59C-4663-A59D-B81BA9844420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81" v="208" actId="1076"/>
          <ac:spMkLst>
            <pc:docMk/>
            <pc:sldMk cId="2286232128" sldId="2076136919"/>
            <ac:spMk id="34" creationId="{23A04E6E-B26F-490C-BD41-A78FE54A7D38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97" v="209" actId="1076"/>
          <ac:spMkLst>
            <pc:docMk/>
            <pc:sldMk cId="2286232128" sldId="2076136919"/>
            <ac:spMk id="36" creationId="{D4182A8A-ED9E-43B1-AEAB-B234B6EEC779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97" v="210" actId="1076"/>
          <ac:spMkLst>
            <pc:docMk/>
            <pc:sldMk cId="2286232128" sldId="2076136919"/>
            <ac:spMk id="38" creationId="{881CE0D8-F17C-46FB-AABE-CEB00377FF71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12" v="211" actId="1076"/>
          <ac:spMkLst>
            <pc:docMk/>
            <pc:sldMk cId="2286232128" sldId="2076136919"/>
            <ac:spMk id="40" creationId="{C4B8B62A-9936-48BA-BB4C-D2C85D120072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12" v="212" actId="1076"/>
          <ac:spMkLst>
            <pc:docMk/>
            <pc:sldMk cId="2286232128" sldId="2076136919"/>
            <ac:spMk id="42" creationId="{822E05ED-6957-4931-8619-7F976B4DA555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28" v="213" actId="1076"/>
          <ac:spMkLst>
            <pc:docMk/>
            <pc:sldMk cId="2286232128" sldId="2076136919"/>
            <ac:spMk id="44" creationId="{0B956CB4-15A1-4A8A-9AFB-DEB5B0EA46D1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44" v="214" actId="1076"/>
          <ac:spMkLst>
            <pc:docMk/>
            <pc:sldMk cId="2286232128" sldId="2076136919"/>
            <ac:spMk id="46" creationId="{990A712C-89EE-43E3-B7DD-B7E640EEAB19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44" v="215" actId="1076"/>
          <ac:spMkLst>
            <pc:docMk/>
            <pc:sldMk cId="2286232128" sldId="2076136919"/>
            <ac:spMk id="48" creationId="{329746AE-F9CC-4FC9-B6B3-0FA2A3187E90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59" v="216" actId="1076"/>
          <ac:spMkLst>
            <pc:docMk/>
            <pc:sldMk cId="2286232128" sldId="2076136919"/>
            <ac:spMk id="50" creationId="{952E255B-2913-454A-9E97-F859B48D9AA2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59" v="217" actId="1076"/>
          <ac:spMkLst>
            <pc:docMk/>
            <pc:sldMk cId="2286232128" sldId="2076136919"/>
            <ac:spMk id="52" creationId="{50AFF264-8B00-42AF-9CFF-75939009BACE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75" v="218" actId="1076"/>
          <ac:spMkLst>
            <pc:docMk/>
            <pc:sldMk cId="2286232128" sldId="2076136919"/>
            <ac:spMk id="54" creationId="{A858531E-3184-4E18-833F-5AA424037863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75" v="219" actId="1076"/>
          <ac:spMkLst>
            <pc:docMk/>
            <pc:sldMk cId="2286232128" sldId="2076136919"/>
            <ac:spMk id="56" creationId="{1349F31A-2020-400D-BC96-851C025D2655}"/>
          </ac:spMkLst>
        </pc:spChg>
        <pc:spChg chg="add">
          <ac:chgData name="Guest User" userId="S::urn:spo:anon#80054aaa82f1c6652cc84e795c73529b725831b3f93152f2ea16d563d43f74d0::" providerId="AD" clId="Web-{C17DD5A4-9689-484C-B646-DDB833411143}" dt="2020-11-24T09:42:08.895" v="178"/>
          <ac:spMkLst>
            <pc:docMk/>
            <pc:sldMk cId="2286232128" sldId="2076136919"/>
            <ac:spMk id="60" creationId="{9725175E-749D-482F-9B01-91293365C91A}"/>
          </ac:spMkLst>
        </pc:spChg>
        <pc:picChg chg="add mod">
          <ac:chgData name="Guest User" userId="S::urn:spo:anon#80054aaa82f1c6652cc84e795c73529b725831b3f93152f2ea16d563d43f74d0::" providerId="AD" clId="Web-{C17DD5A4-9689-484C-B646-DDB833411143}" dt="2020-11-24T09:42:50.802" v="196" actId="1076"/>
          <ac:picMkLst>
            <pc:docMk/>
            <pc:sldMk cId="2286232128" sldId="2076136919"/>
            <ac:picMk id="7" creationId="{2DD85D07-2E47-4C96-8545-7A4B2B94B3A4}"/>
          </ac:picMkLst>
        </pc:picChg>
        <pc:picChg chg="add mod">
          <ac:chgData name="Guest User" userId="S::urn:spo:anon#80054aaa82f1c6652cc84e795c73529b725831b3f93152f2ea16d563d43f74d0::" providerId="AD" clId="Web-{C17DD5A4-9689-484C-B646-DDB833411143}" dt="2020-11-24T09:42:50.818" v="198" actId="1076"/>
          <ac:picMkLst>
            <pc:docMk/>
            <pc:sldMk cId="2286232128" sldId="2076136919"/>
            <ac:picMk id="11" creationId="{04DA7902-E2EE-4B8E-A5D6-0810E9376CD0}"/>
          </ac:picMkLst>
        </pc:picChg>
        <pc:picChg chg="add mod">
          <ac:chgData name="Guest User" userId="S::urn:spo:anon#80054aaa82f1c6652cc84e795c73529b725831b3f93152f2ea16d563d43f74d0::" providerId="AD" clId="Web-{C17DD5A4-9689-484C-B646-DDB833411143}" dt="2020-11-24T09:43:19.224" v="201" actId="1076"/>
          <ac:picMkLst>
            <pc:docMk/>
            <pc:sldMk cId="2286232128" sldId="2076136919"/>
            <ac:picMk id="14" creationId="{A754A154-ECF6-411A-BB8B-997ADEFF56C3}"/>
          </ac:picMkLst>
        </pc:picChg>
        <pc:picChg chg="add del">
          <ac:chgData name="Guest User" userId="S::urn:spo:anon#80054aaa82f1c6652cc84e795c73529b725831b3f93152f2ea16d563d43f74d0::" providerId="AD" clId="Web-{C17DD5A4-9689-484C-B646-DDB833411143}" dt="2020-11-24T09:39:11.643" v="75"/>
          <ac:picMkLst>
            <pc:docMk/>
            <pc:sldMk cId="2286232128" sldId="2076136919"/>
            <ac:picMk id="16" creationId="{968A2168-F6CB-412D-88CB-712F114CD203}"/>
          </ac:picMkLst>
        </pc:picChg>
        <pc:picChg chg="add del">
          <ac:chgData name="Guest User" userId="S::urn:spo:anon#80054aaa82f1c6652cc84e795c73529b725831b3f93152f2ea16d563d43f74d0::" providerId="AD" clId="Web-{C17DD5A4-9689-484C-B646-DDB833411143}" dt="2020-11-24T09:39:11.643" v="73"/>
          <ac:picMkLst>
            <pc:docMk/>
            <pc:sldMk cId="2286232128" sldId="2076136919"/>
            <ac:picMk id="20" creationId="{E7EAAC0C-C58B-499D-A146-D61A1342EAFD}"/>
          </ac:picMkLst>
        </pc:picChg>
        <pc:picChg chg="add">
          <ac:chgData name="Guest User" userId="S::urn:spo:anon#80054aaa82f1c6652cc84e795c73529b725831b3f93152f2ea16d563d43f74d0::" providerId="AD" clId="Web-{C17DD5A4-9689-484C-B646-DDB833411143}" dt="2020-11-24T09:41:45.426" v="173"/>
          <ac:picMkLst>
            <pc:docMk/>
            <pc:sldMk cId="2286232128" sldId="2076136919"/>
            <ac:picMk id="58" creationId="{738E8D98-DAB0-4A71-B73A-3611269C5369}"/>
          </ac:picMkLst>
        </pc:picChg>
      </pc:sldChg>
    </pc:docChg>
  </pc:docChgLst>
  <pc:docChgLst>
    <pc:chgData name="Andreas Willich" userId="f1a27a91-fb80-49c6-a061-1959e15afc91" providerId="ADAL" clId="{A01E0F7B-8A01-4325-ABF0-8D52AC743D91}"/>
    <pc:docChg chg="custSel addSld delSld modSld">
      <pc:chgData name="Andreas Willich" userId="f1a27a91-fb80-49c6-a061-1959e15afc91" providerId="ADAL" clId="{A01E0F7B-8A01-4325-ABF0-8D52AC743D91}" dt="2019-10-01T14:31:49.889" v="98" actId="20577"/>
      <pc:docMkLst>
        <pc:docMk/>
      </pc:docMkLst>
      <pc:sldChg chg="modSp del">
        <pc:chgData name="Andreas Willich" userId="f1a27a91-fb80-49c6-a061-1959e15afc91" providerId="ADAL" clId="{A01E0F7B-8A01-4325-ABF0-8D52AC743D91}" dt="2019-10-01T14:27:07.893" v="94" actId="2696"/>
        <pc:sldMkLst>
          <pc:docMk/>
          <pc:sldMk cId="761059054" sldId="256"/>
        </pc:sldMkLst>
        <pc:spChg chg="mod">
          <ac:chgData name="Andreas Willich" userId="f1a27a91-fb80-49c6-a061-1959e15afc91" providerId="ADAL" clId="{A01E0F7B-8A01-4325-ABF0-8D52AC743D91}" dt="2019-10-01T14:26:56.052" v="88" actId="20577"/>
          <ac:spMkLst>
            <pc:docMk/>
            <pc:sldMk cId="761059054" sldId="256"/>
            <ac:spMk id="2" creationId="{F9AA163C-91DF-4DE2-9A38-F40B13152A58}"/>
          </ac:spMkLst>
        </pc:spChg>
      </pc:sldChg>
      <pc:sldChg chg="modSp">
        <pc:chgData name="Andreas Willich" userId="f1a27a91-fb80-49c6-a061-1959e15afc91" providerId="ADAL" clId="{A01E0F7B-8A01-4325-ABF0-8D52AC743D91}" dt="2019-10-01T14:31:49.889" v="98" actId="20577"/>
        <pc:sldMkLst>
          <pc:docMk/>
          <pc:sldMk cId="3374559431" sldId="304"/>
        </pc:sldMkLst>
        <pc:spChg chg="mod">
          <ac:chgData name="Andreas Willich" userId="f1a27a91-fb80-49c6-a061-1959e15afc91" providerId="ADAL" clId="{A01E0F7B-8A01-4325-ABF0-8D52AC743D91}" dt="2019-10-01T14:31:49.889" v="98" actId="20577"/>
          <ac:spMkLst>
            <pc:docMk/>
            <pc:sldMk cId="3374559431" sldId="304"/>
            <ac:spMk id="3" creationId="{45ECB2EA-8F8A-4CFD-BE74-077FEFB374F1}"/>
          </ac:spMkLst>
        </pc:spChg>
      </pc:sldChg>
      <pc:sldChg chg="modSp">
        <pc:chgData name="Andreas Willich" userId="f1a27a91-fb80-49c6-a061-1959e15afc91" providerId="ADAL" clId="{A01E0F7B-8A01-4325-ABF0-8D52AC743D91}" dt="2019-10-01T14:25:31.703" v="9" actId="5793"/>
        <pc:sldMkLst>
          <pc:docMk/>
          <pc:sldMk cId="4009951914" sldId="311"/>
        </pc:sldMkLst>
        <pc:spChg chg="mod">
          <ac:chgData name="Andreas Willich" userId="f1a27a91-fb80-49c6-a061-1959e15afc91" providerId="ADAL" clId="{A01E0F7B-8A01-4325-ABF0-8D52AC743D91}" dt="2019-10-01T14:25:31.703" v="9" actId="5793"/>
          <ac:spMkLst>
            <pc:docMk/>
            <pc:sldMk cId="4009951914" sldId="311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A01E0F7B-8A01-4325-ABF0-8D52AC743D91}" dt="2019-10-01T14:25:52.295" v="23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A01E0F7B-8A01-4325-ABF0-8D52AC743D91}" dt="2019-10-01T14:25:52.295" v="23" actId="20577"/>
          <ac:spMkLst>
            <pc:docMk/>
            <pc:sldMk cId="3668429019" sldId="312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A01E0F7B-8A01-4325-ABF0-8D52AC743D91}" dt="2019-10-01T14:26:19.076" v="46" actId="20577"/>
        <pc:sldMkLst>
          <pc:docMk/>
          <pc:sldMk cId="816153105" sldId="313"/>
        </pc:sldMkLst>
        <pc:spChg chg="mod">
          <ac:chgData name="Andreas Willich" userId="f1a27a91-fb80-49c6-a061-1959e15afc91" providerId="ADAL" clId="{A01E0F7B-8A01-4325-ABF0-8D52AC743D91}" dt="2019-10-01T14:26:19.076" v="46" actId="20577"/>
          <ac:spMkLst>
            <pc:docMk/>
            <pc:sldMk cId="816153105" sldId="313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A01E0F7B-8A01-4325-ABF0-8D52AC743D91}" dt="2019-10-01T14:27:02.989" v="92" actId="27636"/>
        <pc:sldMkLst>
          <pc:docMk/>
          <pc:sldMk cId="3908362423" sldId="314"/>
        </pc:sldMkLst>
        <pc:spChg chg="mod">
          <ac:chgData name="Andreas Willich" userId="f1a27a91-fb80-49c6-a061-1959e15afc91" providerId="ADAL" clId="{A01E0F7B-8A01-4325-ABF0-8D52AC743D91}" dt="2019-10-01T14:27:02.989" v="92" actId="27636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A01E0F7B-8A01-4325-ABF0-8D52AC743D91}" dt="2019-10-01T14:26:41.182" v="57" actId="20577"/>
        <pc:sldMkLst>
          <pc:docMk/>
          <pc:sldMk cId="38101848" sldId="315"/>
        </pc:sldMkLst>
        <pc:spChg chg="mod">
          <ac:chgData name="Andreas Willich" userId="f1a27a91-fb80-49c6-a061-1959e15afc91" providerId="ADAL" clId="{A01E0F7B-8A01-4325-ABF0-8D52AC743D91}" dt="2019-10-01T14:26:41.182" v="57" actId="20577"/>
          <ac:spMkLst>
            <pc:docMk/>
            <pc:sldMk cId="38101848" sldId="315"/>
            <ac:spMk id="2" creationId="{6E28FA68-F88A-4C3C-BF12-37A8759C5B35}"/>
          </ac:spMkLst>
        </pc:spChg>
      </pc:sldChg>
      <pc:sldChg chg="add">
        <pc:chgData name="Andreas Willich" userId="f1a27a91-fb80-49c6-a061-1959e15afc91" providerId="ADAL" clId="{A01E0F7B-8A01-4325-ABF0-8D52AC743D91}" dt="2019-10-01T14:27:05.916" v="93"/>
        <pc:sldMkLst>
          <pc:docMk/>
          <pc:sldMk cId="1406265366" sldId="319"/>
        </pc:sldMkLst>
      </pc:sldChg>
    </pc:docChg>
  </pc:docChgLst>
  <pc:docChgLst>
    <pc:chgData name="Andreas Willich" userId="f1a27a91-fb80-49c6-a061-1959e15afc91" providerId="ADAL" clId="{4FA19878-4CB5-4593-A3F1-CF16C93CD3A3}"/>
    <pc:docChg chg="undo custSel modSld">
      <pc:chgData name="Andreas Willich" userId="f1a27a91-fb80-49c6-a061-1959e15afc91" providerId="ADAL" clId="{4FA19878-4CB5-4593-A3F1-CF16C93CD3A3}" dt="2021-02-21T17:33:09.001" v="156" actId="20577"/>
      <pc:docMkLst>
        <pc:docMk/>
      </pc:docMkLst>
      <pc:sldChg chg="modSp mod">
        <pc:chgData name="Andreas Willich" userId="f1a27a91-fb80-49c6-a061-1959e15afc91" providerId="ADAL" clId="{4FA19878-4CB5-4593-A3F1-CF16C93CD3A3}" dt="2021-02-21T17:25:31.668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4FA19878-4CB5-4593-A3F1-CF16C93CD3A3}" dt="2021-02-21T17:25:31.668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4FA19878-4CB5-4593-A3F1-CF16C93CD3A3}" dt="2021-02-21T17:26:27.435" v="81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4FA19878-4CB5-4593-A3F1-CF16C93CD3A3}" dt="2021-02-21T17:26:27.435" v="81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4FA19878-4CB5-4593-A3F1-CF16C93CD3A3}" dt="2021-02-21T17:33:09.001" v="156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4FA19878-4CB5-4593-A3F1-CF16C93CD3A3}" dt="2021-02-21T17:33:09.001" v="156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4FA19878-4CB5-4593-A3F1-CF16C93CD3A3}" dt="2021-02-21T17:32:53.916" v="150" actId="478"/>
          <ac:picMkLst>
            <pc:docMk/>
            <pc:sldMk cId="820736664" sldId="321"/>
            <ac:picMk id="4" creationId="{FB03BE69-D9AE-47EE-A2A1-BCE8D76F3BDF}"/>
          </ac:picMkLst>
        </pc:picChg>
        <pc:picChg chg="add mod">
          <ac:chgData name="Andreas Willich" userId="f1a27a91-fb80-49c6-a061-1959e15afc91" providerId="ADAL" clId="{4FA19878-4CB5-4593-A3F1-CF16C93CD3A3}" dt="2021-02-21T17:33:03.574" v="152" actId="1076"/>
          <ac:picMkLst>
            <pc:docMk/>
            <pc:sldMk cId="820736664" sldId="321"/>
            <ac:picMk id="1026" creationId="{B6EEBEAC-DCB9-4A6E-A7F3-E5044D8EB255}"/>
          </ac:picMkLst>
        </pc:picChg>
      </pc:sldChg>
      <pc:sldChg chg="modSp">
        <pc:chgData name="Andreas Willich" userId="f1a27a91-fb80-49c6-a061-1959e15afc91" providerId="ADAL" clId="{4FA19878-4CB5-4593-A3F1-CF16C93CD3A3}" dt="2021-02-21T17:29:34.898" v="149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4FA19878-4CB5-4593-A3F1-CF16C93CD3A3}" dt="2021-02-21T17:29:34.898" v="149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4FA19878-4CB5-4593-A3F1-CF16C93CD3A3}" dt="2021-02-21T17:25:42.385" v="8" actId="20577"/>
        <pc:sldMkLst>
          <pc:docMk/>
          <pc:sldMk cId="3611784228" sldId="2076136300"/>
        </pc:sldMkLst>
        <pc:spChg chg="mod">
          <ac:chgData name="Andreas Willich" userId="f1a27a91-fb80-49c6-a061-1959e15afc91" providerId="ADAL" clId="{4FA19878-4CB5-4593-A3F1-CF16C93CD3A3}" dt="2021-02-21T17:25:42.385" v="8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mod">
        <pc:chgData name="Andreas Willich" userId="f1a27a91-fb80-49c6-a061-1959e15afc91" providerId="ADAL" clId="{4FA19878-4CB5-4593-A3F1-CF16C93CD3A3}" dt="2021-02-21T17:26:40.675" v="94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4FA19878-4CB5-4593-A3F1-CF16C93CD3A3}" dt="2021-02-21T17:26:40.675" v="94" actId="20577"/>
          <ac:spMkLst>
            <pc:docMk/>
            <pc:sldMk cId="602454855" sldId="2076136301"/>
            <ac:spMk id="2" creationId="{00000000-0000-0000-0000-000000000000}"/>
          </ac:spMkLst>
        </pc:spChg>
      </pc:sldChg>
    </pc:docChg>
  </pc:docChgLst>
  <pc:docChgLst>
    <pc:chgData name="Andreas" userId="f1a27a91-fb80-49c6-a061-1959e15afc91" providerId="ADAL" clId="{1C4CCB77-7A09-4A4C-B97D-9AF6D5D2BC83}"/>
    <pc:docChg chg="modSld">
      <pc:chgData name="Andreas" userId="f1a27a91-fb80-49c6-a061-1959e15afc91" providerId="ADAL" clId="{1C4CCB77-7A09-4A4C-B97D-9AF6D5D2BC83}" dt="2020-04-13T12:32:27.597" v="0"/>
      <pc:docMkLst>
        <pc:docMk/>
      </pc:docMkLst>
      <pc:sldChg chg="modSp">
        <pc:chgData name="Andreas" userId="f1a27a91-fb80-49c6-a061-1959e15afc91" providerId="ADAL" clId="{1C4CCB77-7A09-4A4C-B97D-9AF6D5D2BC83}" dt="2020-04-13T12:32:27.597" v="0"/>
        <pc:sldMkLst>
          <pc:docMk/>
          <pc:sldMk cId="1406265366" sldId="319"/>
        </pc:sldMkLst>
        <pc:spChg chg="mod">
          <ac:chgData name="Andreas" userId="f1a27a91-fb80-49c6-a061-1959e15afc91" providerId="ADAL" clId="{1C4CCB77-7A09-4A4C-B97D-9AF6D5D2BC83}" dt="2020-04-13T12:32:27.597" v="0"/>
          <ac:spMkLst>
            <pc:docMk/>
            <pc:sldMk cId="1406265366" sldId="319"/>
            <ac:spMk id="2" creationId="{C7CF4C79-936C-42D0-BDD1-5E60E01898F1}"/>
          </ac:spMkLst>
        </pc:spChg>
      </pc:sldChg>
    </pc:docChg>
  </pc:docChgLst>
  <pc:docChgLst>
    <pc:chgData name="Andreas Willich" userId="f1a27a91-fb80-49c6-a061-1959e15afc91" providerId="ADAL" clId="{0A833342-D8D2-4285-A9F1-7C5574A35F1D}"/>
    <pc:docChg chg="addSld delSld modSld">
      <pc:chgData name="Andreas Willich" userId="f1a27a91-fb80-49c6-a061-1959e15afc91" providerId="ADAL" clId="{0A833342-D8D2-4285-A9F1-7C5574A35F1D}" dt="2020-07-14T15:48:18.614" v="29" actId="20577"/>
      <pc:docMkLst>
        <pc:docMk/>
      </pc:docMkLst>
      <pc:sldChg chg="addSp modSp add del">
        <pc:chgData name="Andreas Willich" userId="f1a27a91-fb80-49c6-a061-1959e15afc91" providerId="ADAL" clId="{0A833342-D8D2-4285-A9F1-7C5574A35F1D}" dt="2020-07-13T18:18:33.116" v="23" actId="1076"/>
        <pc:sldMkLst>
          <pc:docMk/>
          <pc:sldMk cId="2303228845" sldId="265"/>
        </pc:sldMkLst>
        <pc:picChg chg="add mod">
          <ac:chgData name="Andreas Willich" userId="f1a27a91-fb80-49c6-a061-1959e15afc91" providerId="ADAL" clId="{0A833342-D8D2-4285-A9F1-7C5574A35F1D}" dt="2020-07-13T18:18:33.116" v="23" actId="1076"/>
          <ac:picMkLst>
            <pc:docMk/>
            <pc:sldMk cId="2303228845" sldId="265"/>
            <ac:picMk id="3" creationId="{574F0F1D-5523-46B0-884E-373D7A580F8D}"/>
          </ac:picMkLst>
        </pc:picChg>
      </pc:sldChg>
      <pc:sldChg chg="modSp">
        <pc:chgData name="Andreas Willich" userId="f1a27a91-fb80-49c6-a061-1959e15afc91" providerId="ADAL" clId="{0A833342-D8D2-4285-A9F1-7C5574A35F1D}" dt="2020-07-13T18:06:27.726" v="8"/>
        <pc:sldMkLst>
          <pc:docMk/>
          <pc:sldMk cId="1406265366" sldId="319"/>
        </pc:sldMkLst>
        <pc:spChg chg="mod">
          <ac:chgData name="Andreas Willich" userId="f1a27a91-fb80-49c6-a061-1959e15afc91" providerId="ADAL" clId="{0A833342-D8D2-4285-A9F1-7C5574A35F1D}" dt="2020-07-13T18:06:27.726" v="8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0A833342-D8D2-4285-A9F1-7C5574A35F1D}" dt="2020-07-13T18:15:26.085" v="19"/>
        <pc:sldMkLst>
          <pc:docMk/>
          <pc:sldMk cId="820736664" sldId="321"/>
        </pc:sldMkLst>
        <pc:spChg chg="mod">
          <ac:chgData name="Andreas Willich" userId="f1a27a91-fb80-49c6-a061-1959e15afc91" providerId="ADAL" clId="{0A833342-D8D2-4285-A9F1-7C5574A35F1D}" dt="2020-07-13T18:15:26.085" v="19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0A833342-D8D2-4285-A9F1-7C5574A35F1D}" dt="2020-07-13T18:15:21.539" v="18" actId="1076"/>
          <ac:picMkLst>
            <pc:docMk/>
            <pc:sldMk cId="820736664" sldId="321"/>
            <ac:picMk id="1026" creationId="{16DC2AEB-A52D-45A0-BF9A-598E8E5AFA18}"/>
          </ac:picMkLst>
        </pc:picChg>
        <pc:picChg chg="del">
          <ac:chgData name="Andreas Willich" userId="f1a27a91-fb80-49c6-a061-1959e15afc91" providerId="ADAL" clId="{0A833342-D8D2-4285-A9F1-7C5574A35F1D}" dt="2020-07-13T18:15:08.800" v="12" actId="478"/>
          <ac:picMkLst>
            <pc:docMk/>
            <pc:sldMk cId="820736664" sldId="321"/>
            <ac:picMk id="2050" creationId="{9235C5EA-AF12-4B8F-B650-73D796EA8790}"/>
          </ac:picMkLst>
        </pc:picChg>
      </pc:sldChg>
      <pc:sldChg chg="modSp">
        <pc:chgData name="Andreas Willich" userId="f1a27a91-fb80-49c6-a061-1959e15afc91" providerId="ADAL" clId="{0A833342-D8D2-4285-A9F1-7C5574A35F1D}" dt="2020-07-13T18:07:21.420" v="11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0A833342-D8D2-4285-A9F1-7C5574A35F1D}" dt="2020-07-13T18:07:21.420" v="1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modSp">
        <pc:chgData name="Andreas Willich" userId="f1a27a91-fb80-49c6-a061-1959e15afc91" providerId="ADAL" clId="{0A833342-D8D2-4285-A9F1-7C5574A35F1D}" dt="2020-07-14T15:24:45.295" v="25" actId="1076"/>
        <pc:sldMkLst>
          <pc:docMk/>
          <pc:sldMk cId="3757817415" sldId="356"/>
        </pc:sldMkLst>
        <pc:picChg chg="add mod">
          <ac:chgData name="Andreas Willich" userId="f1a27a91-fb80-49c6-a061-1959e15afc91" providerId="ADAL" clId="{0A833342-D8D2-4285-A9F1-7C5574A35F1D}" dt="2020-07-13T18:01:10.968" v="2"/>
          <ac:picMkLst>
            <pc:docMk/>
            <pc:sldMk cId="3757817415" sldId="356"/>
            <ac:picMk id="4" creationId="{09740D33-19F0-40FB-BA26-AE70E472C50E}"/>
          </ac:picMkLst>
        </pc:picChg>
        <pc:picChg chg="mod">
          <ac:chgData name="Andreas Willich" userId="f1a27a91-fb80-49c6-a061-1959e15afc91" providerId="ADAL" clId="{0A833342-D8D2-4285-A9F1-7C5574A35F1D}" dt="2020-07-14T15:24:45.295" v="25" actId="1076"/>
          <ac:picMkLst>
            <pc:docMk/>
            <pc:sldMk cId="3757817415" sldId="356"/>
            <ac:picMk id="6" creationId="{BDAB3D8A-A002-46A9-B003-B2FD48C9C92F}"/>
          </ac:picMkLst>
        </pc:picChg>
      </pc:sldChg>
      <pc:sldChg chg="add del">
        <pc:chgData name="Andreas Willich" userId="f1a27a91-fb80-49c6-a061-1959e15afc91" providerId="ADAL" clId="{0A833342-D8D2-4285-A9F1-7C5574A35F1D}" dt="2020-07-13T17:51:23.759" v="1"/>
        <pc:sldMkLst>
          <pc:docMk/>
          <pc:sldMk cId="1347562593" sldId="2076136254"/>
        </pc:sldMkLst>
      </pc:sldChg>
      <pc:sldChg chg="modSp">
        <pc:chgData name="Andreas Willich" userId="f1a27a91-fb80-49c6-a061-1959e15afc91" providerId="ADAL" clId="{0A833342-D8D2-4285-A9F1-7C5574A35F1D}" dt="2020-07-13T18:05:33.061" v="5"/>
        <pc:sldMkLst>
          <pc:docMk/>
          <pc:sldMk cId="3611784228" sldId="2076136300"/>
        </pc:sldMkLst>
        <pc:spChg chg="mod">
          <ac:chgData name="Andreas Willich" userId="f1a27a91-fb80-49c6-a061-1959e15afc91" providerId="ADAL" clId="{0A833342-D8D2-4285-A9F1-7C5574A35F1D}" dt="2020-07-13T18:05:33.061" v="5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">
        <pc:chgData name="Andreas Willich" userId="f1a27a91-fb80-49c6-a061-1959e15afc91" providerId="ADAL" clId="{0A833342-D8D2-4285-A9F1-7C5574A35F1D}" dt="2020-07-14T15:48:18.614" v="29" actId="20577"/>
        <pc:sldMkLst>
          <pc:docMk/>
          <pc:sldMk cId="363290704" sldId="2076136306"/>
        </pc:sldMkLst>
        <pc:spChg chg="mod">
          <ac:chgData name="Andreas Willich" userId="f1a27a91-fb80-49c6-a061-1959e15afc91" providerId="ADAL" clId="{0A833342-D8D2-4285-A9F1-7C5574A35F1D}" dt="2020-07-14T15:48:18.614" v="29" actId="20577"/>
          <ac:spMkLst>
            <pc:docMk/>
            <pc:sldMk cId="363290704" sldId="2076136306"/>
            <ac:spMk id="3" creationId="{023A6FCC-F2F2-40E2-9047-052EF4B30FDD}"/>
          </ac:spMkLst>
        </pc:spChg>
      </pc:sldChg>
      <pc:sldChg chg="add del">
        <pc:chgData name="Andreas Willich" userId="f1a27a91-fb80-49c6-a061-1959e15afc91" providerId="ADAL" clId="{0A833342-D8D2-4285-A9F1-7C5574A35F1D}" dt="2020-07-14T15:24:52.340" v="27" actId="2696"/>
        <pc:sldMkLst>
          <pc:docMk/>
          <pc:sldMk cId="341863535" sldId="2076136307"/>
        </pc:sldMkLst>
      </pc:sldChg>
      <pc:sldChg chg="add">
        <pc:chgData name="Andreas Willich" userId="f1a27a91-fb80-49c6-a061-1959e15afc91" providerId="ADAL" clId="{0A833342-D8D2-4285-A9F1-7C5574A35F1D}" dt="2020-07-14T15:24:50.417" v="26"/>
        <pc:sldMkLst>
          <pc:docMk/>
          <pc:sldMk cId="2246882655" sldId="2076136308"/>
        </pc:sldMkLst>
      </pc:sldChg>
    </pc:docChg>
  </pc:docChgLst>
  <pc:docChgLst>
    <pc:chgData name="Andreas Willich" userId="f1a27a91-fb80-49c6-a061-1959e15afc91" providerId="ADAL" clId="{89165C0E-D495-4B7A-8CA2-9F3AD5C37584}"/>
    <pc:docChg chg="modSld sldOrd">
      <pc:chgData name="Andreas Willich" userId="f1a27a91-fb80-49c6-a061-1959e15afc91" providerId="ADAL" clId="{89165C0E-D495-4B7A-8CA2-9F3AD5C37584}" dt="2020-10-20T15:26:06.324" v="1" actId="6549"/>
      <pc:docMkLst>
        <pc:docMk/>
      </pc:docMkLst>
      <pc:sldChg chg="ord">
        <pc:chgData name="Andreas Willich" userId="f1a27a91-fb80-49c6-a061-1959e15afc91" providerId="ADAL" clId="{89165C0E-D495-4B7A-8CA2-9F3AD5C37584}" dt="2020-10-20T15:16:09.847" v="0"/>
        <pc:sldMkLst>
          <pc:docMk/>
          <pc:sldMk cId="76436240" sldId="298"/>
        </pc:sldMkLst>
      </pc:sldChg>
      <pc:sldChg chg="modSp">
        <pc:chgData name="Andreas Willich" userId="f1a27a91-fb80-49c6-a061-1959e15afc91" providerId="ADAL" clId="{89165C0E-D495-4B7A-8CA2-9F3AD5C37584}" dt="2020-10-20T15:26:06.324" v="1" actId="6549"/>
        <pc:sldMkLst>
          <pc:docMk/>
          <pc:sldMk cId="3611784228" sldId="2076136300"/>
        </pc:sldMkLst>
        <pc:spChg chg="mod">
          <ac:chgData name="Andreas Willich" userId="f1a27a91-fb80-49c6-a061-1959e15afc91" providerId="ADAL" clId="{89165C0E-D495-4B7A-8CA2-9F3AD5C37584}" dt="2020-10-20T15:26:06.324" v="1" actId="6549"/>
          <ac:spMkLst>
            <pc:docMk/>
            <pc:sldMk cId="3611784228" sldId="2076136300"/>
            <ac:spMk id="4" creationId="{D7925A7C-AB59-454A-B250-F65B7CA9A084}"/>
          </ac:spMkLst>
        </pc:spChg>
      </pc:sldChg>
    </pc:docChg>
  </pc:docChgLst>
  <pc:docChgLst>
    <pc:chgData name="Andreas Willich" userId="f1a27a91-fb80-49c6-a061-1959e15afc91" providerId="ADAL" clId="{444629CD-EC50-4DBC-8705-D80CA9B08BEE}"/>
    <pc:docChg chg="modSld">
      <pc:chgData name="Andreas Willich" userId="f1a27a91-fb80-49c6-a061-1959e15afc91" providerId="ADAL" clId="{444629CD-EC50-4DBC-8705-D80CA9B08BEE}" dt="2021-09-15T11:30:46.744" v="68" actId="1076"/>
      <pc:docMkLst>
        <pc:docMk/>
      </pc:docMkLst>
      <pc:sldChg chg="modSp mod">
        <pc:chgData name="Andreas Willich" userId="f1a27a91-fb80-49c6-a061-1959e15afc91" providerId="ADAL" clId="{444629CD-EC50-4DBC-8705-D80CA9B08BEE}" dt="2021-09-15T11:24:10.065" v="8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444629CD-EC50-4DBC-8705-D80CA9B08BEE}" dt="2021-09-15T11:24:10.065" v="8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444629CD-EC50-4DBC-8705-D80CA9B08BEE}" dt="2021-09-15T11:24:51.696" v="23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444629CD-EC50-4DBC-8705-D80CA9B08BEE}" dt="2021-09-15T11:24:51.696" v="23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444629CD-EC50-4DBC-8705-D80CA9B08BEE}" dt="2021-09-15T11:30:46.744" v="68" actId="1076"/>
        <pc:sldMkLst>
          <pc:docMk/>
          <pc:sldMk cId="820736664" sldId="321"/>
        </pc:sldMkLst>
        <pc:spChg chg="mod">
          <ac:chgData name="Andreas Willich" userId="f1a27a91-fb80-49c6-a061-1959e15afc91" providerId="ADAL" clId="{444629CD-EC50-4DBC-8705-D80CA9B08BEE}" dt="2021-09-15T11:30:28.393" v="65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444629CD-EC50-4DBC-8705-D80CA9B08BEE}" dt="2021-09-15T11:30:46.744" v="68" actId="1076"/>
          <ac:picMkLst>
            <pc:docMk/>
            <pc:sldMk cId="820736664" sldId="321"/>
            <ac:picMk id="4" creationId="{B73F0D6A-1B68-437F-9088-A7D8AB55A88E}"/>
          </ac:picMkLst>
        </pc:picChg>
        <pc:picChg chg="del">
          <ac:chgData name="Andreas Willich" userId="f1a27a91-fb80-49c6-a061-1959e15afc91" providerId="ADAL" clId="{444629CD-EC50-4DBC-8705-D80CA9B08BEE}" dt="2021-09-15T11:30:41.816" v="66" actId="478"/>
          <ac:picMkLst>
            <pc:docMk/>
            <pc:sldMk cId="820736664" sldId="321"/>
            <ac:picMk id="1026" creationId="{37AA8A78-8EE7-413E-BAFD-B2BB0CF4E315}"/>
          </ac:picMkLst>
        </pc:picChg>
      </pc:sldChg>
      <pc:sldChg chg="modSp">
        <pc:chgData name="Andreas Willich" userId="f1a27a91-fb80-49c6-a061-1959e15afc91" providerId="ADAL" clId="{444629CD-EC50-4DBC-8705-D80CA9B08BEE}" dt="2021-09-15T11:25:45.188" v="64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444629CD-EC50-4DBC-8705-D80CA9B08BEE}" dt="2021-09-15T11:25:45.188" v="64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444629CD-EC50-4DBC-8705-D80CA9B08BEE}" dt="2021-09-15T11:25:20.090" v="29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444629CD-EC50-4DBC-8705-D80CA9B08BEE}" dt="2021-09-15T11:25:20.090" v="29" actId="20577"/>
          <ac:spMkLst>
            <pc:docMk/>
            <pc:sldMk cId="3355931194" sldId="2076136918"/>
            <ac:spMk id="2" creationId="{00000000-0000-0000-0000-000000000000}"/>
          </ac:spMkLst>
        </pc:spChg>
      </pc:sldChg>
    </pc:docChg>
  </pc:docChgLst>
  <pc:docChgLst>
    <pc:chgData name="Andreas Willich" userId="f1a27a91-fb80-49c6-a061-1959e15afc91" providerId="ADAL" clId="{86CCD0DF-0B70-4123-929F-7605D9689028}"/>
    <pc:docChg chg="custSel addSld modSld">
      <pc:chgData name="Andreas Willich" userId="f1a27a91-fb80-49c6-a061-1959e15afc91" providerId="ADAL" clId="{86CCD0DF-0B70-4123-929F-7605D9689028}" dt="2021-10-19T16:02:34.305" v="1400" actId="20577"/>
      <pc:docMkLst>
        <pc:docMk/>
      </pc:docMkLst>
      <pc:sldChg chg="mod modShow">
        <pc:chgData name="Andreas Willich" userId="f1a27a91-fb80-49c6-a061-1959e15afc91" providerId="ADAL" clId="{86CCD0DF-0B70-4123-929F-7605D9689028}" dt="2021-10-19T12:41:10.842" v="1380" actId="729"/>
        <pc:sldMkLst>
          <pc:docMk/>
          <pc:sldMk cId="4197562363" sldId="308"/>
        </pc:sldMkLst>
      </pc:sldChg>
      <pc:sldChg chg="modSp mod">
        <pc:chgData name="Andreas Willich" userId="f1a27a91-fb80-49c6-a061-1959e15afc91" providerId="ADAL" clId="{86CCD0DF-0B70-4123-929F-7605D9689028}" dt="2021-10-07T11:26:45.533" v="6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86CCD0DF-0B70-4123-929F-7605D9689028}" dt="2021-10-07T11:26:45.533" v="6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86CCD0DF-0B70-4123-929F-7605D9689028}" dt="2021-10-07T11:27:05.540" v="25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86CCD0DF-0B70-4123-929F-7605D9689028}" dt="2021-10-07T11:27:05.540" v="25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86CCD0DF-0B70-4123-929F-7605D9689028}" dt="2021-10-19T12:40:53.766" v="1378" actId="1076"/>
        <pc:sldMkLst>
          <pc:docMk/>
          <pc:sldMk cId="820736664" sldId="321"/>
        </pc:sldMkLst>
        <pc:spChg chg="mod">
          <ac:chgData name="Andreas Willich" userId="f1a27a91-fb80-49c6-a061-1959e15afc91" providerId="ADAL" clId="{86CCD0DF-0B70-4123-929F-7605D9689028}" dt="2021-10-19T12:39:11.718" v="1375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86CCD0DF-0B70-4123-929F-7605D9689028}" dt="2021-10-19T12:40:49.484" v="1376" actId="478"/>
          <ac:picMkLst>
            <pc:docMk/>
            <pc:sldMk cId="820736664" sldId="321"/>
            <ac:picMk id="4" creationId="{B73F0D6A-1B68-437F-9088-A7D8AB55A88E}"/>
          </ac:picMkLst>
        </pc:picChg>
        <pc:picChg chg="add mod">
          <ac:chgData name="Andreas Willich" userId="f1a27a91-fb80-49c6-a061-1959e15afc91" providerId="ADAL" clId="{86CCD0DF-0B70-4123-929F-7605D9689028}" dt="2021-10-19T12:40:53.766" v="1378" actId="1076"/>
          <ac:picMkLst>
            <pc:docMk/>
            <pc:sldMk cId="820736664" sldId="321"/>
            <ac:picMk id="1026" creationId="{A15A154A-160A-4478-9A28-B546D26F2B7C}"/>
          </ac:picMkLst>
        </pc:picChg>
      </pc:sldChg>
      <pc:sldChg chg="modSp">
        <pc:chgData name="Andreas Willich" userId="f1a27a91-fb80-49c6-a061-1959e15afc91" providerId="ADAL" clId="{86CCD0DF-0B70-4123-929F-7605D9689028}" dt="2021-10-19T16:02:34.305" v="1400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86CCD0DF-0B70-4123-929F-7605D9689028}" dt="2021-10-19T16:02:34.305" v="1400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86CCD0DF-0B70-4123-929F-7605D9689028}" dt="2021-10-19T12:41:07.023" v="1379" actId="729"/>
        <pc:sldMkLst>
          <pc:docMk/>
          <pc:sldMk cId="4285057711" sldId="2076136298"/>
        </pc:sldMkLst>
      </pc:sldChg>
      <pc:sldChg chg="mod modShow">
        <pc:chgData name="Andreas Willich" userId="f1a27a91-fb80-49c6-a061-1959e15afc91" providerId="ADAL" clId="{86CCD0DF-0B70-4123-929F-7605D9689028}" dt="2021-10-19T12:41:13.159" v="1381" actId="729"/>
        <pc:sldMkLst>
          <pc:docMk/>
          <pc:sldMk cId="933372865" sldId="2076136916"/>
        </pc:sldMkLst>
      </pc:sldChg>
      <pc:sldChg chg="modSp mod modShow">
        <pc:chgData name="Andreas Willich" userId="f1a27a91-fb80-49c6-a061-1959e15afc91" providerId="ADAL" clId="{86CCD0DF-0B70-4123-929F-7605D9689028}" dt="2021-10-15T08:12:39.728" v="621" actId="729"/>
        <pc:sldMkLst>
          <pc:docMk/>
          <pc:sldMk cId="3355931194" sldId="2076136918"/>
        </pc:sldMkLst>
        <pc:spChg chg="mod">
          <ac:chgData name="Andreas Willich" userId="f1a27a91-fb80-49c6-a061-1959e15afc91" providerId="ADAL" clId="{86CCD0DF-0B70-4123-929F-7605D9689028}" dt="2021-10-07T11:27:10.148" v="32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07T11:27:32.133" v="37" actId="700"/>
        <pc:sldMkLst>
          <pc:docMk/>
          <pc:sldMk cId="2960090912" sldId="2076136919"/>
        </pc:sldMkLst>
        <pc:spChg chg="del mod ord">
          <ac:chgData name="Andreas Willich" userId="f1a27a91-fb80-49c6-a061-1959e15afc91" providerId="ADAL" clId="{86CCD0DF-0B70-4123-929F-7605D9689028}" dt="2021-10-07T11:27:25.393" v="34" actId="700"/>
          <ac:spMkLst>
            <pc:docMk/>
            <pc:sldMk cId="2960090912" sldId="2076136919"/>
            <ac:spMk id="2" creationId="{3ADA33DE-99ED-4F6D-A4A8-CF819AFFF30A}"/>
          </ac:spMkLst>
        </pc:spChg>
        <pc:spChg chg="del mod ord">
          <ac:chgData name="Andreas Willich" userId="f1a27a91-fb80-49c6-a061-1959e15afc91" providerId="ADAL" clId="{86CCD0DF-0B70-4123-929F-7605D9689028}" dt="2021-10-07T11:27:25.393" v="34" actId="700"/>
          <ac:spMkLst>
            <pc:docMk/>
            <pc:sldMk cId="2960090912" sldId="2076136919"/>
            <ac:spMk id="3" creationId="{652E6C7A-AB93-46AE-9248-DBADFBDD4EA6}"/>
          </ac:spMkLst>
        </pc:spChg>
        <pc:spChg chg="add mod ord">
          <ac:chgData name="Andreas Willich" userId="f1a27a91-fb80-49c6-a061-1959e15afc91" providerId="ADAL" clId="{86CCD0DF-0B70-4123-929F-7605D9689028}" dt="2021-10-07T11:27:32.133" v="37" actId="700"/>
          <ac:spMkLst>
            <pc:docMk/>
            <pc:sldMk cId="2960090912" sldId="2076136919"/>
            <ac:spMk id="4" creationId="{DB845F47-22EC-4D94-8669-EA719C9175E8}"/>
          </ac:spMkLst>
        </pc:spChg>
        <pc:spChg chg="add del mod ord">
          <ac:chgData name="Andreas Willich" userId="f1a27a91-fb80-49c6-a061-1959e15afc91" providerId="ADAL" clId="{86CCD0DF-0B70-4123-929F-7605D9689028}" dt="2021-10-07T11:27:32.133" v="37" actId="700"/>
          <ac:spMkLst>
            <pc:docMk/>
            <pc:sldMk cId="2960090912" sldId="2076136919"/>
            <ac:spMk id="5" creationId="{FD6B6AEC-5C64-494D-AB1B-7A7E24EAD711}"/>
          </ac:spMkLst>
        </pc:spChg>
        <pc:spChg chg="add mod ord">
          <ac:chgData name="Andreas Willich" userId="f1a27a91-fb80-49c6-a061-1959e15afc91" providerId="ADAL" clId="{86CCD0DF-0B70-4123-929F-7605D9689028}" dt="2021-10-07T11:27:32.133" v="37" actId="700"/>
          <ac:spMkLst>
            <pc:docMk/>
            <pc:sldMk cId="2960090912" sldId="2076136919"/>
            <ac:spMk id="6" creationId="{80103C52-2FEB-4F4E-8E2E-E6A30BCF5F3D}"/>
          </ac:spMkLst>
        </pc:spChg>
      </pc:sldChg>
      <pc:sldChg chg="addSp delSp modSp new mod chgLayout">
        <pc:chgData name="Andreas Willich" userId="f1a27a91-fb80-49c6-a061-1959e15afc91" providerId="ADAL" clId="{86CCD0DF-0B70-4123-929F-7605D9689028}" dt="2021-10-07T11:29:37.036" v="187" actId="20577"/>
        <pc:sldMkLst>
          <pc:docMk/>
          <pc:sldMk cId="2423181572" sldId="2076136920"/>
        </pc:sldMkLst>
        <pc:spChg chg="del">
          <ac:chgData name="Andreas Willich" userId="f1a27a91-fb80-49c6-a061-1959e15afc91" providerId="ADAL" clId="{86CCD0DF-0B70-4123-929F-7605D9689028}" dt="2021-10-07T11:27:52.941" v="39" actId="700"/>
          <ac:spMkLst>
            <pc:docMk/>
            <pc:sldMk cId="2423181572" sldId="2076136920"/>
            <ac:spMk id="2" creationId="{3E504707-5F38-4998-89C2-3C10F372888B}"/>
          </ac:spMkLst>
        </pc:spChg>
        <pc:spChg chg="del">
          <ac:chgData name="Andreas Willich" userId="f1a27a91-fb80-49c6-a061-1959e15afc91" providerId="ADAL" clId="{86CCD0DF-0B70-4123-929F-7605D9689028}" dt="2021-10-07T11:27:52.941" v="39" actId="700"/>
          <ac:spMkLst>
            <pc:docMk/>
            <pc:sldMk cId="2423181572" sldId="2076136920"/>
            <ac:spMk id="3" creationId="{00131AB7-EBF4-43FF-8457-F079D63F7507}"/>
          </ac:spMkLst>
        </pc:spChg>
        <pc:spChg chg="add mod ord">
          <ac:chgData name="Andreas Willich" userId="f1a27a91-fb80-49c6-a061-1959e15afc91" providerId="ADAL" clId="{86CCD0DF-0B70-4123-929F-7605D9689028}" dt="2021-10-07T11:28:37.093" v="96" actId="20577"/>
          <ac:spMkLst>
            <pc:docMk/>
            <pc:sldMk cId="2423181572" sldId="2076136920"/>
            <ac:spMk id="4" creationId="{78870669-A1F4-4F11-8443-B8EBBAAD45CA}"/>
          </ac:spMkLst>
        </pc:spChg>
        <pc:spChg chg="add mod ord">
          <ac:chgData name="Andreas Willich" userId="f1a27a91-fb80-49c6-a061-1959e15afc91" providerId="ADAL" clId="{86CCD0DF-0B70-4123-929F-7605D9689028}" dt="2021-10-07T11:29:37.036" v="187" actId="20577"/>
          <ac:spMkLst>
            <pc:docMk/>
            <pc:sldMk cId="2423181572" sldId="2076136920"/>
            <ac:spMk id="5" creationId="{404922C1-D231-417C-8D5F-562FFB979BA5}"/>
          </ac:spMkLst>
        </pc:spChg>
      </pc:sldChg>
      <pc:sldChg chg="modSp new mod">
        <pc:chgData name="Andreas Willich" userId="f1a27a91-fb80-49c6-a061-1959e15afc91" providerId="ADAL" clId="{86CCD0DF-0B70-4123-929F-7605D9689028}" dt="2021-10-07T11:30:17.372" v="279" actId="20577"/>
        <pc:sldMkLst>
          <pc:docMk/>
          <pc:sldMk cId="2629159277" sldId="2076136921"/>
        </pc:sldMkLst>
        <pc:spChg chg="mod">
          <ac:chgData name="Andreas Willich" userId="f1a27a91-fb80-49c6-a061-1959e15afc91" providerId="ADAL" clId="{86CCD0DF-0B70-4123-929F-7605D9689028}" dt="2021-10-07T11:30:00.956" v="228" actId="20577"/>
          <ac:spMkLst>
            <pc:docMk/>
            <pc:sldMk cId="2629159277" sldId="2076136921"/>
            <ac:spMk id="2" creationId="{0DCC201B-6842-4809-9EA8-3D7C49AB0AAC}"/>
          </ac:spMkLst>
        </pc:spChg>
        <pc:spChg chg="mod">
          <ac:chgData name="Andreas Willich" userId="f1a27a91-fb80-49c6-a061-1959e15afc91" providerId="ADAL" clId="{86CCD0DF-0B70-4123-929F-7605D9689028}" dt="2021-10-07T11:30:17.372" v="279" actId="20577"/>
          <ac:spMkLst>
            <pc:docMk/>
            <pc:sldMk cId="2629159277" sldId="2076136921"/>
            <ac:spMk id="3" creationId="{153E5185-64CE-403D-AFDA-8182D8C34DA6}"/>
          </ac:spMkLst>
        </pc:spChg>
      </pc:sldChg>
      <pc:sldChg chg="addSp delSp modSp new mod">
        <pc:chgData name="Andreas Willich" userId="f1a27a91-fb80-49c6-a061-1959e15afc91" providerId="ADAL" clId="{86CCD0DF-0B70-4123-929F-7605D9689028}" dt="2021-10-16T14:48:50.446" v="1146" actId="20577"/>
        <pc:sldMkLst>
          <pc:docMk/>
          <pc:sldMk cId="1166103508" sldId="2076136922"/>
        </pc:sldMkLst>
        <pc:spChg chg="mod">
          <ac:chgData name="Andreas Willich" userId="f1a27a91-fb80-49c6-a061-1959e15afc91" providerId="ADAL" clId="{86CCD0DF-0B70-4123-929F-7605D9689028}" dt="2021-10-07T11:50:24.387" v="617" actId="14100"/>
          <ac:spMkLst>
            <pc:docMk/>
            <pc:sldMk cId="1166103508" sldId="2076136922"/>
            <ac:spMk id="2" creationId="{CECF06FC-CD56-4F60-B89B-5E7293201CF2}"/>
          </ac:spMkLst>
        </pc:spChg>
        <pc:spChg chg="del">
          <ac:chgData name="Andreas Willich" userId="f1a27a91-fb80-49c6-a061-1959e15afc91" providerId="ADAL" clId="{86CCD0DF-0B70-4123-929F-7605D9689028}" dt="2021-10-07T11:32:31.749" v="281" actId="1032"/>
          <ac:spMkLst>
            <pc:docMk/>
            <pc:sldMk cId="1166103508" sldId="2076136922"/>
            <ac:spMk id="3" creationId="{3C56AE37-7415-458D-B128-FF220EC45C0B}"/>
          </ac:spMkLst>
        </pc:spChg>
        <pc:graphicFrameChg chg="add mod modGraphic">
          <ac:chgData name="Andreas Willich" userId="f1a27a91-fb80-49c6-a061-1959e15afc91" providerId="ADAL" clId="{86CCD0DF-0B70-4123-929F-7605D9689028}" dt="2021-10-16T14:48:50.446" v="1146" actId="20577"/>
          <ac:graphicFrameMkLst>
            <pc:docMk/>
            <pc:sldMk cId="1166103508" sldId="2076136922"/>
            <ac:graphicFrameMk id="4" creationId="{9171EA95-095D-479B-9AB9-3462CD5842DB}"/>
          </ac:graphicFrameMkLst>
        </pc:graphicFrameChg>
      </pc:sldChg>
      <pc:sldChg chg="addSp delSp modSp new mod modClrScheme chgLayout">
        <pc:chgData name="Andreas Willich" userId="f1a27a91-fb80-49c6-a061-1959e15afc91" providerId="ADAL" clId="{86CCD0DF-0B70-4123-929F-7605D9689028}" dt="2021-10-16T12:31:49.119" v="692" actId="20577"/>
        <pc:sldMkLst>
          <pc:docMk/>
          <pc:sldMk cId="1224842352" sldId="2076136923"/>
        </pc:sldMkLst>
        <pc:spChg chg="del mod ord">
          <ac:chgData name="Andreas Willich" userId="f1a27a91-fb80-49c6-a061-1959e15afc91" providerId="ADAL" clId="{86CCD0DF-0B70-4123-929F-7605D9689028}" dt="2021-10-16T10:30:08.454" v="623" actId="700"/>
          <ac:spMkLst>
            <pc:docMk/>
            <pc:sldMk cId="1224842352" sldId="2076136923"/>
            <ac:spMk id="2" creationId="{B38F9FB5-2BAA-49A9-9334-979CC933857D}"/>
          </ac:spMkLst>
        </pc:spChg>
        <pc:spChg chg="del mod ord">
          <ac:chgData name="Andreas Willich" userId="f1a27a91-fb80-49c6-a061-1959e15afc91" providerId="ADAL" clId="{86CCD0DF-0B70-4123-929F-7605D9689028}" dt="2021-10-16T10:30:08.454" v="623" actId="700"/>
          <ac:spMkLst>
            <pc:docMk/>
            <pc:sldMk cId="1224842352" sldId="2076136923"/>
            <ac:spMk id="3" creationId="{DDE58A6A-C6C8-453A-99E6-77065481589F}"/>
          </ac:spMkLst>
        </pc:spChg>
        <pc:spChg chg="add mod ord">
          <ac:chgData name="Andreas Willich" userId="f1a27a91-fb80-49c6-a061-1959e15afc91" providerId="ADAL" clId="{86CCD0DF-0B70-4123-929F-7605D9689028}" dt="2021-10-16T12:31:28.383" v="686" actId="20577"/>
          <ac:spMkLst>
            <pc:docMk/>
            <pc:sldMk cId="1224842352" sldId="2076136923"/>
            <ac:spMk id="4" creationId="{5B8FECB9-81E1-457E-B906-6BAC7C8AC5B8}"/>
          </ac:spMkLst>
        </pc:spChg>
        <pc:spChg chg="add del mod ord">
          <ac:chgData name="Andreas Willich" userId="f1a27a91-fb80-49c6-a061-1959e15afc91" providerId="ADAL" clId="{86CCD0DF-0B70-4123-929F-7605D9689028}" dt="2021-10-16T12:31:03.167" v="641" actId="700"/>
          <ac:spMkLst>
            <pc:docMk/>
            <pc:sldMk cId="1224842352" sldId="2076136923"/>
            <ac:spMk id="5" creationId="{46F31F1D-6263-4C20-93C0-7CA08E4490B7}"/>
          </ac:spMkLst>
        </pc:spChg>
        <pc:spChg chg="add mod ord">
          <ac:chgData name="Andreas Willich" userId="f1a27a91-fb80-49c6-a061-1959e15afc91" providerId="ADAL" clId="{86CCD0DF-0B70-4123-929F-7605D9689028}" dt="2021-10-16T12:31:49.119" v="692" actId="20577"/>
          <ac:spMkLst>
            <pc:docMk/>
            <pc:sldMk cId="1224842352" sldId="2076136923"/>
            <ac:spMk id="6" creationId="{91FA7294-CE69-44CC-B2EA-091C072F768B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0:45:06.774" v="638" actId="20577"/>
        <pc:sldMkLst>
          <pc:docMk/>
          <pc:sldMk cId="488508483" sldId="2076136924"/>
        </pc:sldMkLst>
        <pc:spChg chg="del mod ord">
          <ac:chgData name="Andreas Willich" userId="f1a27a91-fb80-49c6-a061-1959e15afc91" providerId="ADAL" clId="{86CCD0DF-0B70-4123-929F-7605D9689028}" dt="2021-10-16T10:45:03.540" v="636" actId="700"/>
          <ac:spMkLst>
            <pc:docMk/>
            <pc:sldMk cId="488508483" sldId="2076136924"/>
            <ac:spMk id="2" creationId="{2F70CCE6-B2E5-4221-A48D-F232F8D7DABC}"/>
          </ac:spMkLst>
        </pc:spChg>
        <pc:spChg chg="del mod ord">
          <ac:chgData name="Andreas Willich" userId="f1a27a91-fb80-49c6-a061-1959e15afc91" providerId="ADAL" clId="{86CCD0DF-0B70-4123-929F-7605D9689028}" dt="2021-10-16T10:45:03.540" v="636" actId="700"/>
          <ac:spMkLst>
            <pc:docMk/>
            <pc:sldMk cId="488508483" sldId="2076136924"/>
            <ac:spMk id="3" creationId="{2EADC3E0-DDF1-486B-9886-7F49A865D79C}"/>
          </ac:spMkLst>
        </pc:spChg>
        <pc:spChg chg="add mod ord">
          <ac:chgData name="Andreas Willich" userId="f1a27a91-fb80-49c6-a061-1959e15afc91" providerId="ADAL" clId="{86CCD0DF-0B70-4123-929F-7605D9689028}" dt="2021-10-16T10:45:06.774" v="638" actId="20577"/>
          <ac:spMkLst>
            <pc:docMk/>
            <pc:sldMk cId="488508483" sldId="2076136924"/>
            <ac:spMk id="4" creationId="{7F062865-9ACA-408C-A88D-F3BF3E7F510D}"/>
          </ac:spMkLst>
        </pc:spChg>
        <pc:spChg chg="add mod ord">
          <ac:chgData name="Andreas Willich" userId="f1a27a91-fb80-49c6-a061-1959e15afc91" providerId="ADAL" clId="{86CCD0DF-0B70-4123-929F-7605D9689028}" dt="2021-10-16T10:45:03.540" v="636" actId="700"/>
          <ac:spMkLst>
            <pc:docMk/>
            <pc:sldMk cId="488508483" sldId="2076136924"/>
            <ac:spMk id="5" creationId="{8CACE17B-3A6B-4D80-85E1-E91461B8B206}"/>
          </ac:spMkLst>
        </pc:spChg>
      </pc:sldChg>
      <pc:sldChg chg="modSp add mod">
        <pc:chgData name="Andreas Willich" userId="f1a27a91-fb80-49c6-a061-1959e15afc91" providerId="ADAL" clId="{86CCD0DF-0B70-4123-929F-7605D9689028}" dt="2021-10-16T10:45:18.649" v="640"/>
        <pc:sldMkLst>
          <pc:docMk/>
          <pc:sldMk cId="2787721905" sldId="2076136925"/>
        </pc:sldMkLst>
        <pc:spChg chg="mod">
          <ac:chgData name="Andreas Willich" userId="f1a27a91-fb80-49c6-a061-1959e15afc91" providerId="ADAL" clId="{86CCD0DF-0B70-4123-929F-7605D9689028}" dt="2021-10-16T10:45:18.649" v="640"/>
          <ac:spMkLst>
            <pc:docMk/>
            <pc:sldMk cId="2787721905" sldId="2076136925"/>
            <ac:spMk id="4" creationId="{7F062865-9ACA-408C-A88D-F3BF3E7F510D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2:32:28.878" v="696" actId="20577"/>
        <pc:sldMkLst>
          <pc:docMk/>
          <pc:sldMk cId="510493398" sldId="2076136926"/>
        </pc:sldMkLst>
        <pc:spChg chg="del mod ord">
          <ac:chgData name="Andreas Willich" userId="f1a27a91-fb80-49c6-a061-1959e15afc91" providerId="ADAL" clId="{86CCD0DF-0B70-4123-929F-7605D9689028}" dt="2021-10-16T12:32:26.074" v="694" actId="700"/>
          <ac:spMkLst>
            <pc:docMk/>
            <pc:sldMk cId="510493398" sldId="2076136926"/>
            <ac:spMk id="2" creationId="{E1837115-A502-46C0-B11E-5A4940C5E685}"/>
          </ac:spMkLst>
        </pc:spChg>
        <pc:spChg chg="del mod ord">
          <ac:chgData name="Andreas Willich" userId="f1a27a91-fb80-49c6-a061-1959e15afc91" providerId="ADAL" clId="{86CCD0DF-0B70-4123-929F-7605D9689028}" dt="2021-10-16T12:32:26.074" v="694" actId="700"/>
          <ac:spMkLst>
            <pc:docMk/>
            <pc:sldMk cId="510493398" sldId="2076136926"/>
            <ac:spMk id="3" creationId="{6807EC8E-9758-4F4C-A258-CEB7A7A2CB70}"/>
          </ac:spMkLst>
        </pc:spChg>
        <pc:spChg chg="add mod ord">
          <ac:chgData name="Andreas Willich" userId="f1a27a91-fb80-49c6-a061-1959e15afc91" providerId="ADAL" clId="{86CCD0DF-0B70-4123-929F-7605D9689028}" dt="2021-10-16T12:32:28.878" v="696" actId="20577"/>
          <ac:spMkLst>
            <pc:docMk/>
            <pc:sldMk cId="510493398" sldId="2076136926"/>
            <ac:spMk id="4" creationId="{BB40D690-6CF1-4F35-A358-8F4E4A403330}"/>
          </ac:spMkLst>
        </pc:spChg>
        <pc:spChg chg="add mod ord">
          <ac:chgData name="Andreas Willich" userId="f1a27a91-fb80-49c6-a061-1959e15afc91" providerId="ADAL" clId="{86CCD0DF-0B70-4123-929F-7605D9689028}" dt="2021-10-16T12:32:26.074" v="694" actId="700"/>
          <ac:spMkLst>
            <pc:docMk/>
            <pc:sldMk cId="510493398" sldId="2076136926"/>
            <ac:spMk id="5" creationId="{F62C0B67-DF2B-4EC0-9ECF-F670A9A5DCB1}"/>
          </ac:spMkLst>
        </pc:spChg>
      </pc:sldChg>
      <pc:sldChg chg="modSp new mod">
        <pc:chgData name="Andreas Willich" userId="f1a27a91-fb80-49c6-a061-1959e15afc91" providerId="ADAL" clId="{86CCD0DF-0B70-4123-929F-7605D9689028}" dt="2021-10-16T12:41:02.197" v="699" actId="20577"/>
        <pc:sldMkLst>
          <pc:docMk/>
          <pc:sldMk cId="2612429507" sldId="2076136927"/>
        </pc:sldMkLst>
        <pc:spChg chg="mod">
          <ac:chgData name="Andreas Willich" userId="f1a27a91-fb80-49c6-a061-1959e15afc91" providerId="ADAL" clId="{86CCD0DF-0B70-4123-929F-7605D9689028}" dt="2021-10-16T12:41:02.197" v="699" actId="20577"/>
          <ac:spMkLst>
            <pc:docMk/>
            <pc:sldMk cId="2612429507" sldId="2076136927"/>
            <ac:spMk id="2" creationId="{840332FE-714E-46CA-8D80-0622FC8778C9}"/>
          </ac:spMkLst>
        </pc:spChg>
      </pc:sldChg>
      <pc:sldChg chg="addSp delSp modSp new mod setBg modClrScheme chgLayout">
        <pc:chgData name="Andreas Willich" userId="f1a27a91-fb80-49c6-a061-1959e15afc91" providerId="ADAL" clId="{86CCD0DF-0B70-4123-929F-7605D9689028}" dt="2021-10-16T12:53:41.172" v="755" actId="1076"/>
        <pc:sldMkLst>
          <pc:docMk/>
          <pc:sldMk cId="2571974868" sldId="2076136928"/>
        </pc:sldMkLst>
        <pc:spChg chg="del mod ord">
          <ac:chgData name="Andreas Willich" userId="f1a27a91-fb80-49c6-a061-1959e15afc91" providerId="ADAL" clId="{86CCD0DF-0B70-4123-929F-7605D9689028}" dt="2021-10-16T12:43:15.169" v="701" actId="700"/>
          <ac:spMkLst>
            <pc:docMk/>
            <pc:sldMk cId="2571974868" sldId="2076136928"/>
            <ac:spMk id="2" creationId="{963FC623-DEC9-4C0D-A3A7-1A926A4D6F07}"/>
          </ac:spMkLst>
        </pc:spChg>
        <pc:spChg chg="del mod ord">
          <ac:chgData name="Andreas Willich" userId="f1a27a91-fb80-49c6-a061-1959e15afc91" providerId="ADAL" clId="{86CCD0DF-0B70-4123-929F-7605D9689028}" dt="2021-10-16T12:43:15.169" v="701" actId="700"/>
          <ac:spMkLst>
            <pc:docMk/>
            <pc:sldMk cId="2571974868" sldId="2076136928"/>
            <ac:spMk id="3" creationId="{FECA40FF-ACD5-4360-973D-D84B0D1EBB5D}"/>
          </ac:spMkLst>
        </pc:spChg>
        <pc:spChg chg="add mod ord">
          <ac:chgData name="Andreas Willich" userId="f1a27a91-fb80-49c6-a061-1959e15afc91" providerId="ADAL" clId="{86CCD0DF-0B70-4123-929F-7605D9689028}" dt="2021-10-16T12:53:41.172" v="755" actId="1076"/>
          <ac:spMkLst>
            <pc:docMk/>
            <pc:sldMk cId="2571974868" sldId="2076136928"/>
            <ac:spMk id="4" creationId="{FBCA9203-463A-4F18-A9AA-B230FB06A8E1}"/>
          </ac:spMkLst>
        </pc:spChg>
        <pc:spChg chg="add del mod ord">
          <ac:chgData name="Andreas Willich" userId="f1a27a91-fb80-49c6-a061-1959e15afc91" providerId="ADAL" clId="{86CCD0DF-0B70-4123-929F-7605D9689028}" dt="2021-10-16T12:43:42.112" v="702"/>
          <ac:spMkLst>
            <pc:docMk/>
            <pc:sldMk cId="2571974868" sldId="2076136928"/>
            <ac:spMk id="5" creationId="{4402717F-EF5C-47AD-8C37-2CF9C1800A33}"/>
          </ac:spMkLst>
        </pc:spChg>
        <pc:spChg chg="add">
          <ac:chgData name="Andreas Willich" userId="f1a27a91-fb80-49c6-a061-1959e15afc91" providerId="ADAL" clId="{86CCD0DF-0B70-4123-929F-7605D9689028}" dt="2021-10-16T12:53:28.828" v="753" actId="26606"/>
          <ac:spMkLst>
            <pc:docMk/>
            <pc:sldMk cId="2571974868" sldId="2076136928"/>
            <ac:spMk id="77" creationId="{8A5BF812-2B38-4094-811B-A17AE463C3AC}"/>
          </ac:spMkLst>
        </pc:spChg>
        <pc:spChg chg="add del">
          <ac:chgData name="Andreas Willich" userId="f1a27a91-fb80-49c6-a061-1959e15afc91" providerId="ADAL" clId="{86CCD0DF-0B70-4123-929F-7605D9689028}" dt="2021-10-16T12:53:32.394" v="754" actId="478"/>
          <ac:spMkLst>
            <pc:docMk/>
            <pc:sldMk cId="2571974868" sldId="2076136928"/>
            <ac:spMk id="1034" creationId="{E2204B3C-A9F9-4BD9-BA08-892FA880117E}"/>
          </ac:spMkLst>
        </pc:spChg>
        <pc:picChg chg="add mod">
          <ac:chgData name="Andreas Willich" userId="f1a27a91-fb80-49c6-a061-1959e15afc91" providerId="ADAL" clId="{86CCD0DF-0B70-4123-929F-7605D9689028}" dt="2021-10-16T12:53:28.828" v="753" actId="26606"/>
          <ac:picMkLst>
            <pc:docMk/>
            <pc:sldMk cId="2571974868" sldId="2076136928"/>
            <ac:picMk id="1026" creationId="{F3773F94-D058-4442-AC49-0A8ACA7F77D6}"/>
          </ac:picMkLst>
        </pc:picChg>
        <pc:picChg chg="add mod ord">
          <ac:chgData name="Andreas Willich" userId="f1a27a91-fb80-49c6-a061-1959e15afc91" providerId="ADAL" clId="{86CCD0DF-0B70-4123-929F-7605D9689028}" dt="2021-10-16T12:53:28.828" v="753" actId="26606"/>
          <ac:picMkLst>
            <pc:docMk/>
            <pc:sldMk cId="2571974868" sldId="2076136928"/>
            <ac:picMk id="1028" creationId="{F5330BBB-6F96-4172-A06E-3E44687B7C52}"/>
          </ac:picMkLst>
        </pc:picChg>
        <pc:picChg chg="add mod">
          <ac:chgData name="Andreas Willich" userId="f1a27a91-fb80-49c6-a061-1959e15afc91" providerId="ADAL" clId="{86CCD0DF-0B70-4123-929F-7605D9689028}" dt="2021-10-16T12:53:28.828" v="753" actId="26606"/>
          <ac:picMkLst>
            <pc:docMk/>
            <pc:sldMk cId="2571974868" sldId="2076136928"/>
            <ac:picMk id="1030" creationId="{55114AEE-6E83-4FA1-8B87-725D7DDD84BD}"/>
          </ac:picMkLst>
        </pc:picChg>
      </pc:sldChg>
      <pc:sldChg chg="addSp delSp modSp new mod">
        <pc:chgData name="Andreas Willich" userId="f1a27a91-fb80-49c6-a061-1959e15afc91" providerId="ADAL" clId="{86CCD0DF-0B70-4123-929F-7605D9689028}" dt="2021-10-16T13:00:22.209" v="809" actId="1076"/>
        <pc:sldMkLst>
          <pc:docMk/>
          <pc:sldMk cId="2991266674" sldId="2076136929"/>
        </pc:sldMkLst>
        <pc:spChg chg="del mod">
          <ac:chgData name="Andreas Willich" userId="f1a27a91-fb80-49c6-a061-1959e15afc91" providerId="ADAL" clId="{86CCD0DF-0B70-4123-929F-7605D9689028}" dt="2021-10-16T12:59:56.055" v="805" actId="478"/>
          <ac:spMkLst>
            <pc:docMk/>
            <pc:sldMk cId="2991266674" sldId="2076136929"/>
            <ac:spMk id="2" creationId="{B7F4DFDD-EA6F-4787-9FA8-8EA52AE80215}"/>
          </ac:spMkLst>
        </pc:spChg>
        <pc:spChg chg="del mod">
          <ac:chgData name="Andreas Willich" userId="f1a27a91-fb80-49c6-a061-1959e15afc91" providerId="ADAL" clId="{86CCD0DF-0B70-4123-929F-7605D9689028}" dt="2021-10-16T12:54:12.751" v="758"/>
          <ac:spMkLst>
            <pc:docMk/>
            <pc:sldMk cId="2991266674" sldId="2076136929"/>
            <ac:spMk id="3" creationId="{33ADA279-99C6-4A80-815B-DD7A1771ECF3}"/>
          </ac:spMkLst>
        </pc:spChg>
        <pc:picChg chg="add mod">
          <ac:chgData name="Andreas Willich" userId="f1a27a91-fb80-49c6-a061-1959e15afc91" providerId="ADAL" clId="{86CCD0DF-0B70-4123-929F-7605D9689028}" dt="2021-10-16T13:00:13.171" v="807" actId="14100"/>
          <ac:picMkLst>
            <pc:docMk/>
            <pc:sldMk cId="2991266674" sldId="2076136929"/>
            <ac:picMk id="2050" creationId="{8BAD0411-6201-4F62-BFB5-708C3EA54664}"/>
          </ac:picMkLst>
        </pc:picChg>
        <pc:picChg chg="add mod">
          <ac:chgData name="Andreas Willich" userId="f1a27a91-fb80-49c6-a061-1959e15afc91" providerId="ADAL" clId="{86CCD0DF-0B70-4123-929F-7605D9689028}" dt="2021-10-16T13:00:22.209" v="809" actId="1076"/>
          <ac:picMkLst>
            <pc:docMk/>
            <pc:sldMk cId="2991266674" sldId="2076136929"/>
            <ac:picMk id="2052" creationId="{9CFE2E9F-0FEF-4CDD-B702-E982AF17B2B9}"/>
          </ac:picMkLst>
        </pc:picChg>
      </pc:sldChg>
      <pc:sldChg chg="addSp delSp modSp new mod modClrScheme chgLayout">
        <pc:chgData name="Andreas Willich" userId="f1a27a91-fb80-49c6-a061-1959e15afc91" providerId="ADAL" clId="{86CCD0DF-0B70-4123-929F-7605D9689028}" dt="2021-10-16T13:19:50.140" v="813" actId="20577"/>
        <pc:sldMkLst>
          <pc:docMk/>
          <pc:sldMk cId="126560678" sldId="2076136930"/>
        </pc:sldMkLst>
        <pc:spChg chg="del mod ord">
          <ac:chgData name="Andreas Willich" userId="f1a27a91-fb80-49c6-a061-1959e15afc91" providerId="ADAL" clId="{86CCD0DF-0B70-4123-929F-7605D9689028}" dt="2021-10-16T13:19:47.548" v="811" actId="700"/>
          <ac:spMkLst>
            <pc:docMk/>
            <pc:sldMk cId="126560678" sldId="2076136930"/>
            <ac:spMk id="2" creationId="{923836DD-6E72-49DC-B33B-4BD4D46AC7A9}"/>
          </ac:spMkLst>
        </pc:spChg>
        <pc:spChg chg="del mod ord">
          <ac:chgData name="Andreas Willich" userId="f1a27a91-fb80-49c6-a061-1959e15afc91" providerId="ADAL" clId="{86CCD0DF-0B70-4123-929F-7605D9689028}" dt="2021-10-16T13:19:47.548" v="811" actId="700"/>
          <ac:spMkLst>
            <pc:docMk/>
            <pc:sldMk cId="126560678" sldId="2076136930"/>
            <ac:spMk id="3" creationId="{FF879346-0157-460C-A8D5-9D5042F119AC}"/>
          </ac:spMkLst>
        </pc:spChg>
        <pc:spChg chg="add mod ord">
          <ac:chgData name="Andreas Willich" userId="f1a27a91-fb80-49c6-a061-1959e15afc91" providerId="ADAL" clId="{86CCD0DF-0B70-4123-929F-7605D9689028}" dt="2021-10-16T13:19:50.140" v="813" actId="20577"/>
          <ac:spMkLst>
            <pc:docMk/>
            <pc:sldMk cId="126560678" sldId="2076136930"/>
            <ac:spMk id="4" creationId="{8E645D67-C03E-4176-8F19-B3E22A05CE56}"/>
          </ac:spMkLst>
        </pc:spChg>
        <pc:spChg chg="add mod ord">
          <ac:chgData name="Andreas Willich" userId="f1a27a91-fb80-49c6-a061-1959e15afc91" providerId="ADAL" clId="{86CCD0DF-0B70-4123-929F-7605D9689028}" dt="2021-10-16T13:19:47.548" v="811" actId="700"/>
          <ac:spMkLst>
            <pc:docMk/>
            <pc:sldMk cId="126560678" sldId="2076136930"/>
            <ac:spMk id="5" creationId="{7D653A75-4282-49CB-9564-E648F8922F06}"/>
          </ac:spMkLst>
        </pc:spChg>
      </pc:sldChg>
      <pc:sldChg chg="modSp new mod">
        <pc:chgData name="Andreas Willich" userId="f1a27a91-fb80-49c6-a061-1959e15afc91" providerId="ADAL" clId="{86CCD0DF-0B70-4123-929F-7605D9689028}" dt="2021-10-16T13:48:30.584" v="816" actId="20577"/>
        <pc:sldMkLst>
          <pc:docMk/>
          <pc:sldMk cId="3281986235" sldId="2076136931"/>
        </pc:sldMkLst>
        <pc:spChg chg="mod">
          <ac:chgData name="Andreas Willich" userId="f1a27a91-fb80-49c6-a061-1959e15afc91" providerId="ADAL" clId="{86CCD0DF-0B70-4123-929F-7605D9689028}" dt="2021-10-16T13:48:30.584" v="816" actId="20577"/>
          <ac:spMkLst>
            <pc:docMk/>
            <pc:sldMk cId="3281986235" sldId="2076136931"/>
            <ac:spMk id="2" creationId="{B675DA42-867C-4F86-BA21-A715B60BAE1A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18:39.601" v="981" actId="20577"/>
        <pc:sldMkLst>
          <pc:docMk/>
          <pc:sldMk cId="3834492319" sldId="2076136932"/>
        </pc:sldMkLst>
        <pc:spChg chg="del mod ord">
          <ac:chgData name="Andreas Willich" userId="f1a27a91-fb80-49c6-a061-1959e15afc91" providerId="ADAL" clId="{86CCD0DF-0B70-4123-929F-7605D9689028}" dt="2021-10-16T13:48:38.578" v="818" actId="700"/>
          <ac:spMkLst>
            <pc:docMk/>
            <pc:sldMk cId="3834492319" sldId="2076136932"/>
            <ac:spMk id="2" creationId="{78354634-8563-4FA5-A492-820952D58F99}"/>
          </ac:spMkLst>
        </pc:spChg>
        <pc:spChg chg="del mod ord">
          <ac:chgData name="Andreas Willich" userId="f1a27a91-fb80-49c6-a061-1959e15afc91" providerId="ADAL" clId="{86CCD0DF-0B70-4123-929F-7605D9689028}" dt="2021-10-16T13:48:38.578" v="818" actId="700"/>
          <ac:spMkLst>
            <pc:docMk/>
            <pc:sldMk cId="3834492319" sldId="2076136932"/>
            <ac:spMk id="3" creationId="{AB0D02B3-45A3-4D28-A4E4-C530AB3316EF}"/>
          </ac:spMkLst>
        </pc:spChg>
        <pc:spChg chg="add mod ord">
          <ac:chgData name="Andreas Willich" userId="f1a27a91-fb80-49c6-a061-1959e15afc91" providerId="ADAL" clId="{86CCD0DF-0B70-4123-929F-7605D9689028}" dt="2021-10-16T14:02:58.368" v="836" actId="14100"/>
          <ac:spMkLst>
            <pc:docMk/>
            <pc:sldMk cId="3834492319" sldId="2076136932"/>
            <ac:spMk id="4" creationId="{8FCC590D-FE01-42C8-95A5-158BD52053E4}"/>
          </ac:spMkLst>
        </pc:spChg>
        <pc:spChg chg="add mod ord">
          <ac:chgData name="Andreas Willich" userId="f1a27a91-fb80-49c6-a061-1959e15afc91" providerId="ADAL" clId="{86CCD0DF-0B70-4123-929F-7605D9689028}" dt="2021-10-16T14:18:39.601" v="981" actId="20577"/>
          <ac:spMkLst>
            <pc:docMk/>
            <pc:sldMk cId="3834492319" sldId="2076136932"/>
            <ac:spMk id="5" creationId="{A96FC8E5-FFF7-458E-9EB3-76D8C708589D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23:36.231" v="986" actId="20577"/>
        <pc:sldMkLst>
          <pc:docMk/>
          <pc:sldMk cId="337147468" sldId="2076136933"/>
        </pc:sldMkLst>
        <pc:spChg chg="del mod ord">
          <ac:chgData name="Andreas Willich" userId="f1a27a91-fb80-49c6-a061-1959e15afc91" providerId="ADAL" clId="{86CCD0DF-0B70-4123-929F-7605D9689028}" dt="2021-10-16T14:23:32.300" v="984" actId="700"/>
          <ac:spMkLst>
            <pc:docMk/>
            <pc:sldMk cId="337147468" sldId="2076136933"/>
            <ac:spMk id="2" creationId="{6B76CFC4-E5FA-414E-89D7-6B99B74A5CC1}"/>
          </ac:spMkLst>
        </pc:spChg>
        <pc:spChg chg="del mod ord">
          <ac:chgData name="Andreas Willich" userId="f1a27a91-fb80-49c6-a061-1959e15afc91" providerId="ADAL" clId="{86CCD0DF-0B70-4123-929F-7605D9689028}" dt="2021-10-16T14:23:32.300" v="984" actId="700"/>
          <ac:spMkLst>
            <pc:docMk/>
            <pc:sldMk cId="337147468" sldId="2076136933"/>
            <ac:spMk id="3" creationId="{32815BE0-0822-4CB8-BC44-05867A7F2871}"/>
          </ac:spMkLst>
        </pc:spChg>
        <pc:spChg chg="add mod ord">
          <ac:chgData name="Andreas Willich" userId="f1a27a91-fb80-49c6-a061-1959e15afc91" providerId="ADAL" clId="{86CCD0DF-0B70-4123-929F-7605D9689028}" dt="2021-10-16T14:23:36.231" v="986" actId="20577"/>
          <ac:spMkLst>
            <pc:docMk/>
            <pc:sldMk cId="337147468" sldId="2076136933"/>
            <ac:spMk id="4" creationId="{B9461BE1-FF69-47E1-AFC7-E6993F73CD7F}"/>
          </ac:spMkLst>
        </pc:spChg>
        <pc:spChg chg="add mod ord">
          <ac:chgData name="Andreas Willich" userId="f1a27a91-fb80-49c6-a061-1959e15afc91" providerId="ADAL" clId="{86CCD0DF-0B70-4123-929F-7605D9689028}" dt="2021-10-16T14:23:32.300" v="984" actId="700"/>
          <ac:spMkLst>
            <pc:docMk/>
            <pc:sldMk cId="337147468" sldId="2076136933"/>
            <ac:spMk id="5" creationId="{65061076-FA5C-4DDD-903A-328D0EE93D92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42:16.483" v="1048" actId="20577"/>
        <pc:sldMkLst>
          <pc:docMk/>
          <pc:sldMk cId="2273767014" sldId="2076136934"/>
        </pc:sldMkLst>
        <pc:spChg chg="del mod ord">
          <ac:chgData name="Andreas Willich" userId="f1a27a91-fb80-49c6-a061-1959e15afc91" providerId="ADAL" clId="{86CCD0DF-0B70-4123-929F-7605D9689028}" dt="2021-10-16T14:25:23.109" v="988" actId="700"/>
          <ac:spMkLst>
            <pc:docMk/>
            <pc:sldMk cId="2273767014" sldId="2076136934"/>
            <ac:spMk id="2" creationId="{C5D35915-A0CF-455B-8C6A-55E02451F2DD}"/>
          </ac:spMkLst>
        </pc:spChg>
        <pc:spChg chg="del mod ord">
          <ac:chgData name="Andreas Willich" userId="f1a27a91-fb80-49c6-a061-1959e15afc91" providerId="ADAL" clId="{86CCD0DF-0B70-4123-929F-7605D9689028}" dt="2021-10-16T14:25:23.109" v="988" actId="700"/>
          <ac:spMkLst>
            <pc:docMk/>
            <pc:sldMk cId="2273767014" sldId="2076136934"/>
            <ac:spMk id="3" creationId="{3A7D6AE5-65AE-4B22-B1FA-6F2B50097633}"/>
          </ac:spMkLst>
        </pc:spChg>
        <pc:spChg chg="add mod ord">
          <ac:chgData name="Andreas Willich" userId="f1a27a91-fb80-49c6-a061-1959e15afc91" providerId="ADAL" clId="{86CCD0DF-0B70-4123-929F-7605D9689028}" dt="2021-10-16T14:25:27.261" v="1003" actId="20577"/>
          <ac:spMkLst>
            <pc:docMk/>
            <pc:sldMk cId="2273767014" sldId="2076136934"/>
            <ac:spMk id="4" creationId="{E68C1FB4-3771-4154-8C08-9A3B68CF8C8A}"/>
          </ac:spMkLst>
        </pc:spChg>
        <pc:spChg chg="add mod ord">
          <ac:chgData name="Andreas Willich" userId="f1a27a91-fb80-49c6-a061-1959e15afc91" providerId="ADAL" clId="{86CCD0DF-0B70-4123-929F-7605D9689028}" dt="2021-10-16T14:42:16.483" v="1048" actId="20577"/>
          <ac:spMkLst>
            <pc:docMk/>
            <pc:sldMk cId="2273767014" sldId="2076136934"/>
            <ac:spMk id="5" creationId="{E047F82E-AB47-4237-9104-9D441B4E5C7C}"/>
          </ac:spMkLst>
        </pc:spChg>
      </pc:sldChg>
      <pc:sldChg chg="modSp new mod">
        <pc:chgData name="Andreas Willich" userId="f1a27a91-fb80-49c6-a061-1959e15afc91" providerId="ADAL" clId="{86CCD0DF-0B70-4123-929F-7605D9689028}" dt="2021-10-16T14:44:32.802" v="1109" actId="20577"/>
        <pc:sldMkLst>
          <pc:docMk/>
          <pc:sldMk cId="2014750574" sldId="2076136935"/>
        </pc:sldMkLst>
        <pc:spChg chg="mod">
          <ac:chgData name="Andreas Willich" userId="f1a27a91-fb80-49c6-a061-1959e15afc91" providerId="ADAL" clId="{86CCD0DF-0B70-4123-929F-7605D9689028}" dt="2021-10-16T14:44:28.921" v="1101" actId="20577"/>
          <ac:spMkLst>
            <pc:docMk/>
            <pc:sldMk cId="2014750574" sldId="2076136935"/>
            <ac:spMk id="2" creationId="{EEA5EE6C-4C7B-4B99-B641-57D3100883E4}"/>
          </ac:spMkLst>
        </pc:spChg>
        <pc:spChg chg="mod">
          <ac:chgData name="Andreas Willich" userId="f1a27a91-fb80-49c6-a061-1959e15afc91" providerId="ADAL" clId="{86CCD0DF-0B70-4123-929F-7605D9689028}" dt="2021-10-16T14:44:32.802" v="1109" actId="20577"/>
          <ac:spMkLst>
            <pc:docMk/>
            <pc:sldMk cId="2014750574" sldId="2076136935"/>
            <ac:spMk id="3" creationId="{E861132D-121B-4010-AC2B-7E2E296A2159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49:09.313" v="1150" actId="20577"/>
        <pc:sldMkLst>
          <pc:docMk/>
          <pc:sldMk cId="1976900053" sldId="2076136936"/>
        </pc:sldMkLst>
        <pc:spChg chg="del mod ord">
          <ac:chgData name="Andreas Willich" userId="f1a27a91-fb80-49c6-a061-1959e15afc91" providerId="ADAL" clId="{86CCD0DF-0B70-4123-929F-7605D9689028}" dt="2021-10-16T14:49:06.752" v="1148" actId="700"/>
          <ac:spMkLst>
            <pc:docMk/>
            <pc:sldMk cId="1976900053" sldId="2076136936"/>
            <ac:spMk id="2" creationId="{85211AC0-FE51-4ED9-B7EC-86A4CEF93EFC}"/>
          </ac:spMkLst>
        </pc:spChg>
        <pc:spChg chg="del mod ord">
          <ac:chgData name="Andreas Willich" userId="f1a27a91-fb80-49c6-a061-1959e15afc91" providerId="ADAL" clId="{86CCD0DF-0B70-4123-929F-7605D9689028}" dt="2021-10-16T14:49:06.752" v="1148" actId="700"/>
          <ac:spMkLst>
            <pc:docMk/>
            <pc:sldMk cId="1976900053" sldId="2076136936"/>
            <ac:spMk id="3" creationId="{D0989841-44D6-48A3-A31F-16817ABC97A8}"/>
          </ac:spMkLst>
        </pc:spChg>
        <pc:spChg chg="add mod ord">
          <ac:chgData name="Andreas Willich" userId="f1a27a91-fb80-49c6-a061-1959e15afc91" providerId="ADAL" clId="{86CCD0DF-0B70-4123-929F-7605D9689028}" dt="2021-10-16T14:49:09.313" v="1150" actId="20577"/>
          <ac:spMkLst>
            <pc:docMk/>
            <pc:sldMk cId="1976900053" sldId="2076136936"/>
            <ac:spMk id="4" creationId="{DFDDE717-2605-4226-9508-642448387557}"/>
          </ac:spMkLst>
        </pc:spChg>
        <pc:spChg chg="add mod ord">
          <ac:chgData name="Andreas Willich" userId="f1a27a91-fb80-49c6-a061-1959e15afc91" providerId="ADAL" clId="{86CCD0DF-0B70-4123-929F-7605D9689028}" dt="2021-10-16T14:49:06.752" v="1148" actId="700"/>
          <ac:spMkLst>
            <pc:docMk/>
            <pc:sldMk cId="1976900053" sldId="2076136936"/>
            <ac:spMk id="5" creationId="{579FC88B-4508-4CAC-84B7-15F12ED948A6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51:33.297" v="1281" actId="20577"/>
        <pc:sldMkLst>
          <pc:docMk/>
          <pc:sldMk cId="695814979" sldId="2076136937"/>
        </pc:sldMkLst>
        <pc:spChg chg="del mod ord">
          <ac:chgData name="Andreas Willich" userId="f1a27a91-fb80-49c6-a061-1959e15afc91" providerId="ADAL" clId="{86CCD0DF-0B70-4123-929F-7605D9689028}" dt="2021-10-16T14:50:56.232" v="1152" actId="700"/>
          <ac:spMkLst>
            <pc:docMk/>
            <pc:sldMk cId="695814979" sldId="2076136937"/>
            <ac:spMk id="2" creationId="{C82E7843-F799-4B33-88EE-348044C719B5}"/>
          </ac:spMkLst>
        </pc:spChg>
        <pc:spChg chg="del mod ord">
          <ac:chgData name="Andreas Willich" userId="f1a27a91-fb80-49c6-a061-1959e15afc91" providerId="ADAL" clId="{86CCD0DF-0B70-4123-929F-7605D9689028}" dt="2021-10-16T14:50:56.232" v="1152" actId="700"/>
          <ac:spMkLst>
            <pc:docMk/>
            <pc:sldMk cId="695814979" sldId="2076136937"/>
            <ac:spMk id="3" creationId="{7F4F60EB-E3DF-4891-A8B0-894088DB3686}"/>
          </ac:spMkLst>
        </pc:spChg>
        <pc:spChg chg="add mod ord">
          <ac:chgData name="Andreas Willich" userId="f1a27a91-fb80-49c6-a061-1959e15afc91" providerId="ADAL" clId="{86CCD0DF-0B70-4123-929F-7605D9689028}" dt="2021-10-16T14:51:02.472" v="1171" actId="20577"/>
          <ac:spMkLst>
            <pc:docMk/>
            <pc:sldMk cId="695814979" sldId="2076136937"/>
            <ac:spMk id="4" creationId="{6D4EC4FC-046F-4A4B-9B39-0937636D0560}"/>
          </ac:spMkLst>
        </pc:spChg>
        <pc:spChg chg="add mod ord">
          <ac:chgData name="Andreas Willich" userId="f1a27a91-fb80-49c6-a061-1959e15afc91" providerId="ADAL" clId="{86CCD0DF-0B70-4123-929F-7605D9689028}" dt="2021-10-16T14:51:33.297" v="1281" actId="20577"/>
          <ac:spMkLst>
            <pc:docMk/>
            <pc:sldMk cId="695814979" sldId="2076136937"/>
            <ac:spMk id="5" creationId="{0C6FC29C-CD5C-4FE5-A350-F561E561DAE7}"/>
          </ac:spMkLst>
        </pc:spChg>
      </pc:sldChg>
      <pc:sldChg chg="modSp new mod">
        <pc:chgData name="Andreas Willich" userId="f1a27a91-fb80-49c6-a061-1959e15afc91" providerId="ADAL" clId="{86CCD0DF-0B70-4123-929F-7605D9689028}" dt="2021-10-16T15:15:25.003" v="1311" actId="5793"/>
        <pc:sldMkLst>
          <pc:docMk/>
          <pc:sldMk cId="297712013" sldId="2076136938"/>
        </pc:sldMkLst>
        <pc:spChg chg="mod">
          <ac:chgData name="Andreas Willich" userId="f1a27a91-fb80-49c6-a061-1959e15afc91" providerId="ADAL" clId="{86CCD0DF-0B70-4123-929F-7605D9689028}" dt="2021-10-16T15:15:17.315" v="1309" actId="20577"/>
          <ac:spMkLst>
            <pc:docMk/>
            <pc:sldMk cId="297712013" sldId="2076136938"/>
            <ac:spMk id="2" creationId="{0B633956-A377-46DD-9818-9B51863A5B0A}"/>
          </ac:spMkLst>
        </pc:spChg>
        <pc:spChg chg="mod">
          <ac:chgData name="Andreas Willich" userId="f1a27a91-fb80-49c6-a061-1959e15afc91" providerId="ADAL" clId="{86CCD0DF-0B70-4123-929F-7605D9689028}" dt="2021-10-16T15:15:25.003" v="1311" actId="5793"/>
          <ac:spMkLst>
            <pc:docMk/>
            <pc:sldMk cId="297712013" sldId="2076136938"/>
            <ac:spMk id="3" creationId="{E6FD028F-B550-4798-B0C0-AD46405ACD59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5:16:55.739" v="1316" actId="20577"/>
        <pc:sldMkLst>
          <pc:docMk/>
          <pc:sldMk cId="4117972109" sldId="2076136939"/>
        </pc:sldMkLst>
        <pc:spChg chg="del mod ord">
          <ac:chgData name="Andreas Willich" userId="f1a27a91-fb80-49c6-a061-1959e15afc91" providerId="ADAL" clId="{86CCD0DF-0B70-4123-929F-7605D9689028}" dt="2021-10-16T15:16:53.085" v="1313" actId="700"/>
          <ac:spMkLst>
            <pc:docMk/>
            <pc:sldMk cId="4117972109" sldId="2076136939"/>
            <ac:spMk id="2" creationId="{1F27D582-97A0-4387-B115-5B7D2BB28220}"/>
          </ac:spMkLst>
        </pc:spChg>
        <pc:spChg chg="del mod ord">
          <ac:chgData name="Andreas Willich" userId="f1a27a91-fb80-49c6-a061-1959e15afc91" providerId="ADAL" clId="{86CCD0DF-0B70-4123-929F-7605D9689028}" dt="2021-10-16T15:16:53.085" v="1313" actId="700"/>
          <ac:spMkLst>
            <pc:docMk/>
            <pc:sldMk cId="4117972109" sldId="2076136939"/>
            <ac:spMk id="3" creationId="{0B2A7895-99BF-4667-9F97-BA4E821B78D2}"/>
          </ac:spMkLst>
        </pc:spChg>
        <pc:spChg chg="add mod ord">
          <ac:chgData name="Andreas Willich" userId="f1a27a91-fb80-49c6-a061-1959e15afc91" providerId="ADAL" clId="{86CCD0DF-0B70-4123-929F-7605D9689028}" dt="2021-10-16T15:16:55.739" v="1316" actId="20577"/>
          <ac:spMkLst>
            <pc:docMk/>
            <pc:sldMk cId="4117972109" sldId="2076136939"/>
            <ac:spMk id="4" creationId="{5E54709E-89F9-4B9B-AC97-CEC0ED50EB83}"/>
          </ac:spMkLst>
        </pc:spChg>
        <pc:spChg chg="add mod ord">
          <ac:chgData name="Andreas Willich" userId="f1a27a91-fb80-49c6-a061-1959e15afc91" providerId="ADAL" clId="{86CCD0DF-0B70-4123-929F-7605D9689028}" dt="2021-10-16T15:16:53.085" v="1313" actId="700"/>
          <ac:spMkLst>
            <pc:docMk/>
            <pc:sldMk cId="4117972109" sldId="2076136939"/>
            <ac:spMk id="5" creationId="{05AE06AE-99C4-43D3-9D7D-182FCB43E661}"/>
          </ac:spMkLst>
        </pc:spChg>
      </pc:sldChg>
    </pc:docChg>
  </pc:docChgLst>
  <pc:docChgLst>
    <pc:chgData name="Andreas Willich" userId="f1a27a91-fb80-49c6-a061-1959e15afc91" providerId="ADAL" clId="{7B1687BD-F4CA-485F-83FD-04DC3CF1F696}"/>
    <pc:docChg chg="modSld">
      <pc:chgData name="Andreas Willich" userId="f1a27a91-fb80-49c6-a061-1959e15afc91" providerId="ADAL" clId="{7B1687BD-F4CA-485F-83FD-04DC3CF1F696}" dt="2020-02-11T16:43:30.571" v="3" actId="20577"/>
      <pc:docMkLst>
        <pc:docMk/>
      </pc:docMkLst>
      <pc:sldChg chg="modSp">
        <pc:chgData name="Andreas Willich" userId="f1a27a91-fb80-49c6-a061-1959e15afc91" providerId="ADAL" clId="{7B1687BD-F4CA-485F-83FD-04DC3CF1F696}" dt="2020-02-11T16:43:30.571" v="3" actId="20577"/>
        <pc:sldMkLst>
          <pc:docMk/>
          <pc:sldMk cId="3668429019" sldId="312"/>
        </pc:sldMkLst>
        <pc:graphicFrameChg chg="mod">
          <ac:chgData name="Andreas Willich" userId="f1a27a91-fb80-49c6-a061-1959e15afc91" providerId="ADAL" clId="{7B1687BD-F4CA-485F-83FD-04DC3CF1F696}" dt="2020-02-11T16:43:30.571" v="3" actId="20577"/>
          <ac:graphicFrameMkLst>
            <pc:docMk/>
            <pc:sldMk cId="3668429019" sldId="312"/>
            <ac:graphicFrameMk id="5" creationId="{646BD10E-9A6C-45CE-A11F-D312F9487D4F}"/>
          </ac:graphicFrameMkLst>
        </pc:graphicFrameChg>
      </pc:sldChg>
      <pc:sldChg chg="modSp">
        <pc:chgData name="Andreas Willich" userId="f1a27a91-fb80-49c6-a061-1959e15afc91" providerId="ADAL" clId="{7B1687BD-F4CA-485F-83FD-04DC3CF1F696}" dt="2020-02-11T16:42:53.671" v="0" actId="108"/>
        <pc:sldMkLst>
          <pc:docMk/>
          <pc:sldMk cId="4012844004" sldId="320"/>
        </pc:sldMkLst>
        <pc:spChg chg="mod">
          <ac:chgData name="Andreas Willich" userId="f1a27a91-fb80-49c6-a061-1959e15afc91" providerId="ADAL" clId="{7B1687BD-F4CA-485F-83FD-04DC3CF1F696}" dt="2020-02-11T16:42:53.671" v="0" actId="108"/>
          <ac:spMkLst>
            <pc:docMk/>
            <pc:sldMk cId="4012844004" sldId="320"/>
            <ac:spMk id="3" creationId="{F0A5CE4A-A558-4ED6-B2E5-7B20C18A7F94}"/>
          </ac:spMkLst>
        </pc:spChg>
      </pc:sldChg>
    </pc:docChg>
  </pc:docChgLst>
  <pc:docChgLst>
    <pc:chgData name="Andreas Willich" userId="f1a27a91-fb80-49c6-a061-1959e15afc91" providerId="ADAL" clId="{CF4343ED-A176-44E7-9A63-5B5EC254C512}"/>
    <pc:docChg chg="addSld modSld">
      <pc:chgData name="Andreas Willich" userId="f1a27a91-fb80-49c6-a061-1959e15afc91" providerId="ADAL" clId="{CF4343ED-A176-44E7-9A63-5B5EC254C512}" dt="2020-01-27T14:56:36.719" v="1"/>
      <pc:docMkLst>
        <pc:docMk/>
      </pc:docMkLst>
      <pc:sldChg chg="modSp">
        <pc:chgData name="Andreas Willich" userId="f1a27a91-fb80-49c6-a061-1959e15afc91" providerId="ADAL" clId="{CF4343ED-A176-44E7-9A63-5B5EC254C512}" dt="2020-01-27T14:56:21.248" v="0"/>
        <pc:sldMkLst>
          <pc:docMk/>
          <pc:sldMk cId="3384348233" sldId="323"/>
        </pc:sldMkLst>
        <pc:spChg chg="mod">
          <ac:chgData name="Andreas Willich" userId="f1a27a91-fb80-49c6-a061-1959e15afc91" providerId="ADAL" clId="{CF4343ED-A176-44E7-9A63-5B5EC254C512}" dt="2020-01-27T14:56:21.248" v="0"/>
          <ac:spMkLst>
            <pc:docMk/>
            <pc:sldMk cId="3384348233" sldId="323"/>
            <ac:spMk id="3" creationId="{289E3AF7-7970-4C4F-817F-AC811F0C78F9}"/>
          </ac:spMkLst>
        </pc:spChg>
      </pc:sldChg>
      <pc:sldChg chg="add">
        <pc:chgData name="Andreas Willich" userId="f1a27a91-fb80-49c6-a061-1959e15afc91" providerId="ADAL" clId="{CF4343ED-A176-44E7-9A63-5B5EC254C512}" dt="2020-01-27T14:56:36.719" v="1"/>
        <pc:sldMkLst>
          <pc:docMk/>
          <pc:sldMk cId="305801345" sldId="326"/>
        </pc:sldMkLst>
      </pc:sldChg>
    </pc:docChg>
  </pc:docChgLst>
  <pc:docChgLst>
    <pc:chgData name="Andreas" userId="f1a27a91-fb80-49c6-a061-1959e15afc91" providerId="ADAL" clId="{8DD87FE7-7374-455E-A130-1FFB52C37A74}"/>
    <pc:docChg chg="undo custSel addSld delSld modSld">
      <pc:chgData name="Andreas" userId="f1a27a91-fb80-49c6-a061-1959e15afc91" providerId="ADAL" clId="{8DD87FE7-7374-455E-A130-1FFB52C37A74}" dt="2020-10-20T06:44:41.496" v="147" actId="20577"/>
      <pc:docMkLst>
        <pc:docMk/>
      </pc:docMkLst>
      <pc:sldChg chg="del">
        <pc:chgData name="Andreas" userId="f1a27a91-fb80-49c6-a061-1959e15afc91" providerId="ADAL" clId="{8DD87FE7-7374-455E-A130-1FFB52C37A74}" dt="2020-10-20T06:35:09.136" v="131" actId="2696"/>
        <pc:sldMkLst>
          <pc:docMk/>
          <pc:sldMk cId="2303228845" sldId="265"/>
        </pc:sldMkLst>
      </pc:sldChg>
      <pc:sldChg chg="modSp">
        <pc:chgData name="Andreas" userId="f1a27a91-fb80-49c6-a061-1959e15afc91" providerId="ADAL" clId="{8DD87FE7-7374-455E-A130-1FFB52C37A74}" dt="2020-10-19T11:29:17.195" v="53" actId="20577"/>
        <pc:sldMkLst>
          <pc:docMk/>
          <pc:sldMk cId="1406265366" sldId="319"/>
        </pc:sldMkLst>
        <pc:spChg chg="mod">
          <ac:chgData name="Andreas" userId="f1a27a91-fb80-49c6-a061-1959e15afc91" providerId="ADAL" clId="{8DD87FE7-7374-455E-A130-1FFB52C37A74}" dt="2020-10-19T11:29:17.195" v="53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" userId="f1a27a91-fb80-49c6-a061-1959e15afc91" providerId="ADAL" clId="{8DD87FE7-7374-455E-A130-1FFB52C37A74}" dt="2020-10-20T06:43:36.427" v="139" actId="14100"/>
        <pc:sldMkLst>
          <pc:docMk/>
          <pc:sldMk cId="820736664" sldId="321"/>
        </pc:sldMkLst>
        <pc:spChg chg="mod">
          <ac:chgData name="Andreas" userId="f1a27a91-fb80-49c6-a061-1959e15afc91" providerId="ADAL" clId="{8DD87FE7-7374-455E-A130-1FFB52C37A74}" dt="2020-10-20T06:42:34.860" v="134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" userId="f1a27a91-fb80-49c6-a061-1959e15afc91" providerId="ADAL" clId="{8DD87FE7-7374-455E-A130-1FFB52C37A74}" dt="2020-10-20T06:43:28.104" v="135" actId="478"/>
          <ac:picMkLst>
            <pc:docMk/>
            <pc:sldMk cId="820736664" sldId="321"/>
            <ac:picMk id="6" creationId="{2389D912-7D8E-4875-8717-C75CA2BD7E3C}"/>
          </ac:picMkLst>
        </pc:picChg>
        <pc:picChg chg="add mod">
          <ac:chgData name="Andreas" userId="f1a27a91-fb80-49c6-a061-1959e15afc91" providerId="ADAL" clId="{8DD87FE7-7374-455E-A130-1FFB52C37A74}" dt="2020-10-20T06:43:36.427" v="139" actId="14100"/>
          <ac:picMkLst>
            <pc:docMk/>
            <pc:sldMk cId="820736664" sldId="321"/>
            <ac:picMk id="1026" creationId="{FD382090-8B26-425A-81D6-47CFA04E662A}"/>
          </ac:picMkLst>
        </pc:picChg>
      </pc:sldChg>
      <pc:sldChg chg="modSp">
        <pc:chgData name="Andreas" userId="f1a27a91-fb80-49c6-a061-1959e15afc91" providerId="ADAL" clId="{8DD87FE7-7374-455E-A130-1FFB52C37A74}" dt="2020-10-19T11:29:59.784" v="127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8DD87FE7-7374-455E-A130-1FFB52C37A74}" dt="2020-10-19T11:29:59.784" v="12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Transition">
        <pc:chgData name="Andreas" userId="f1a27a91-fb80-49c6-a061-1959e15afc91" providerId="ADAL" clId="{8DD87FE7-7374-455E-A130-1FFB52C37A74}" dt="2020-10-20T06:35:33.236" v="133"/>
        <pc:sldMkLst>
          <pc:docMk/>
          <pc:sldMk cId="395760585" sldId="341"/>
        </pc:sldMkLst>
      </pc:sldChg>
      <pc:sldChg chg="del">
        <pc:chgData name="Andreas" userId="f1a27a91-fb80-49c6-a061-1959e15afc91" providerId="ADAL" clId="{8DD87FE7-7374-455E-A130-1FFB52C37A74}" dt="2020-10-20T06:35:09.094" v="128" actId="2696"/>
        <pc:sldMkLst>
          <pc:docMk/>
          <pc:sldMk cId="1227752644" sldId="2076136233"/>
        </pc:sldMkLst>
      </pc:sldChg>
      <pc:sldChg chg="del">
        <pc:chgData name="Andreas" userId="f1a27a91-fb80-49c6-a061-1959e15afc91" providerId="ADAL" clId="{8DD87FE7-7374-455E-A130-1FFB52C37A74}" dt="2020-10-20T06:35:09.128" v="130" actId="2696"/>
        <pc:sldMkLst>
          <pc:docMk/>
          <pc:sldMk cId="1347562593" sldId="2076136254"/>
        </pc:sldMkLst>
      </pc:sldChg>
      <pc:sldChg chg="modSp">
        <pc:chgData name="Andreas" userId="f1a27a91-fb80-49c6-a061-1959e15afc91" providerId="ADAL" clId="{8DD87FE7-7374-455E-A130-1FFB52C37A74}" dt="2020-10-15T13:42:54.377" v="41" actId="20577"/>
        <pc:sldMkLst>
          <pc:docMk/>
          <pc:sldMk cId="3611784228" sldId="2076136300"/>
        </pc:sldMkLst>
        <pc:spChg chg="mod">
          <ac:chgData name="Andreas" userId="f1a27a91-fb80-49c6-a061-1959e15afc91" providerId="ADAL" clId="{8DD87FE7-7374-455E-A130-1FFB52C37A74}" dt="2020-10-15T13:42:54.377" v="41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add del">
        <pc:chgData name="Andreas" userId="f1a27a91-fb80-49c6-a061-1959e15afc91" providerId="ADAL" clId="{8DD87FE7-7374-455E-A130-1FFB52C37A74}" dt="2020-10-19T11:29:25.554" v="58" actId="20577"/>
        <pc:sldMkLst>
          <pc:docMk/>
          <pc:sldMk cId="602454855" sldId="2076136301"/>
        </pc:sldMkLst>
        <pc:spChg chg="mod">
          <ac:chgData name="Andreas" userId="f1a27a91-fb80-49c6-a061-1959e15afc91" providerId="ADAL" clId="{8DD87FE7-7374-455E-A130-1FFB52C37A74}" dt="2020-10-19T11:29:25.554" v="58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modSp">
        <pc:chgData name="Andreas" userId="f1a27a91-fb80-49c6-a061-1959e15afc91" providerId="ADAL" clId="{8DD87FE7-7374-455E-A130-1FFB52C37A74}" dt="2020-10-20T06:44:41.496" v="147" actId="20577"/>
        <pc:sldMkLst>
          <pc:docMk/>
          <pc:sldMk cId="363290704" sldId="2076136306"/>
        </pc:sldMkLst>
        <pc:spChg chg="mod">
          <ac:chgData name="Andreas" userId="f1a27a91-fb80-49c6-a061-1959e15afc91" providerId="ADAL" clId="{8DD87FE7-7374-455E-A130-1FFB52C37A74}" dt="2020-10-20T06:44:41.496" v="147" actId="20577"/>
          <ac:spMkLst>
            <pc:docMk/>
            <pc:sldMk cId="363290704" sldId="2076136306"/>
            <ac:spMk id="2" creationId="{9FA355AB-0459-4D79-B918-3DCE696E092C}"/>
          </ac:spMkLst>
        </pc:spChg>
      </pc:sldChg>
      <pc:sldMasterChg chg="delSldLayout">
        <pc:chgData name="Andreas" userId="f1a27a91-fb80-49c6-a061-1959e15afc91" providerId="ADAL" clId="{8DD87FE7-7374-455E-A130-1FFB52C37A74}" dt="2020-10-20T06:35:09.097" v="129" actId="2696"/>
        <pc:sldMasterMkLst>
          <pc:docMk/>
          <pc:sldMasterMk cId="1290038045" sldId="2147483660"/>
        </pc:sldMasterMkLst>
        <pc:sldLayoutChg chg="del">
          <pc:chgData name="Andreas" userId="f1a27a91-fb80-49c6-a061-1959e15afc91" providerId="ADAL" clId="{8DD87FE7-7374-455E-A130-1FFB52C37A74}" dt="2020-10-20T06:35:09.097" v="129" actId="2696"/>
          <pc:sldLayoutMkLst>
            <pc:docMk/>
            <pc:sldMasterMk cId="1290038045" sldId="2147483660"/>
            <pc:sldLayoutMk cId="1725988359" sldId="2147483678"/>
          </pc:sldLayoutMkLst>
        </pc:sldLayoutChg>
      </pc:sldMasterChg>
      <pc:sldMasterChg chg="delSldLayout">
        <pc:chgData name="Andreas" userId="f1a27a91-fb80-49c6-a061-1959e15afc91" providerId="ADAL" clId="{8DD87FE7-7374-455E-A130-1FFB52C37A74}" dt="2020-10-20T06:35:09.137" v="132" actId="2696"/>
        <pc:sldMasterMkLst>
          <pc:docMk/>
          <pc:sldMasterMk cId="4233338767" sldId="2147483679"/>
        </pc:sldMasterMkLst>
        <pc:sldLayoutChg chg="del">
          <pc:chgData name="Andreas" userId="f1a27a91-fb80-49c6-a061-1959e15afc91" providerId="ADAL" clId="{8DD87FE7-7374-455E-A130-1FFB52C37A74}" dt="2020-10-20T06:35:09.137" v="132" actId="2696"/>
          <pc:sldLayoutMkLst>
            <pc:docMk/>
            <pc:sldMasterMk cId="4233338767" sldId="2147483679"/>
            <pc:sldLayoutMk cId="4129072711" sldId="2147483691"/>
          </pc:sldLayoutMkLst>
        </pc:sldLayoutChg>
      </pc:sldMasterChg>
    </pc:docChg>
  </pc:docChgLst>
  <pc:docChgLst>
    <pc:chgData name="Andreas Willich" userId="f1a27a91-fb80-49c6-a061-1959e15afc91" providerId="ADAL" clId="{EDF55AA3-04F5-4A29-B0AA-4C6DE1CF29ED}"/>
    <pc:docChg chg="undo custSel addSld delSld modSld">
      <pc:chgData name="Andreas Willich" userId="f1a27a91-fb80-49c6-a061-1959e15afc91" providerId="ADAL" clId="{EDF55AA3-04F5-4A29-B0AA-4C6DE1CF29ED}" dt="2020-05-05T17:29:26.359" v="298" actId="20577"/>
      <pc:docMkLst>
        <pc:docMk/>
      </pc:docMkLst>
      <pc:sldChg chg="modSp">
        <pc:chgData name="Andreas Willich" userId="f1a27a91-fb80-49c6-a061-1959e15afc91" providerId="ADAL" clId="{EDF55AA3-04F5-4A29-B0AA-4C6DE1CF29ED}" dt="2020-05-04T15:48:25.493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EDF55AA3-04F5-4A29-B0AA-4C6DE1CF29ED}" dt="2020-05-04T15:48:25.493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EDF55AA3-04F5-4A29-B0AA-4C6DE1CF29ED}" dt="2020-05-04T15:57:19.861" v="190"/>
        <pc:sldMkLst>
          <pc:docMk/>
          <pc:sldMk cId="1406265366" sldId="319"/>
        </pc:sldMkLst>
        <pc:spChg chg="mod">
          <ac:chgData name="Andreas Willich" userId="f1a27a91-fb80-49c6-a061-1959e15afc91" providerId="ADAL" clId="{EDF55AA3-04F5-4A29-B0AA-4C6DE1CF29ED}" dt="2020-05-04T15:57:19.861" v="190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EDF55AA3-04F5-4A29-B0AA-4C6DE1CF29ED}" dt="2020-05-04T16:04:47.533" v="276" actId="27636"/>
        <pc:sldMkLst>
          <pc:docMk/>
          <pc:sldMk cId="820736664" sldId="321"/>
        </pc:sldMkLst>
        <pc:spChg chg="mod">
          <ac:chgData name="Andreas Willich" userId="f1a27a91-fb80-49c6-a061-1959e15afc91" providerId="ADAL" clId="{EDF55AA3-04F5-4A29-B0AA-4C6DE1CF29ED}" dt="2020-05-04T16:04:47.533" v="276" actId="27636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EDF55AA3-04F5-4A29-B0AA-4C6DE1CF29ED}" dt="2020-05-04T16:04:35.742" v="269" actId="478"/>
          <ac:picMkLst>
            <pc:docMk/>
            <pc:sldMk cId="820736664" sldId="321"/>
            <ac:picMk id="4" creationId="{0495E371-0AF3-4058-894C-3BAEACE413EB}"/>
          </ac:picMkLst>
        </pc:picChg>
        <pc:picChg chg="add del">
          <ac:chgData name="Andreas Willich" userId="f1a27a91-fb80-49c6-a061-1959e15afc91" providerId="ADAL" clId="{EDF55AA3-04F5-4A29-B0AA-4C6DE1CF29ED}" dt="2020-05-04T16:04:34.291" v="268" actId="478"/>
          <ac:picMkLst>
            <pc:docMk/>
            <pc:sldMk cId="820736664" sldId="321"/>
            <ac:picMk id="5" creationId="{F49DA945-8BEE-46E4-A178-0EC5A1816050}"/>
          </ac:picMkLst>
        </pc:picChg>
        <pc:picChg chg="del">
          <ac:chgData name="Andreas Willich" userId="f1a27a91-fb80-49c6-a061-1959e15afc91" providerId="ADAL" clId="{EDF55AA3-04F5-4A29-B0AA-4C6DE1CF29ED}" dt="2020-05-04T16:04:32.846" v="266" actId="478"/>
          <ac:picMkLst>
            <pc:docMk/>
            <pc:sldMk cId="820736664" sldId="321"/>
            <ac:picMk id="2050" creationId="{7C68AE71-37F5-41EF-975F-18C770D6E5F2}"/>
          </ac:picMkLst>
        </pc:picChg>
        <pc:picChg chg="add mod">
          <ac:chgData name="Andreas Willich" userId="f1a27a91-fb80-49c6-a061-1959e15afc91" providerId="ADAL" clId="{EDF55AA3-04F5-4A29-B0AA-4C6DE1CF29ED}" dt="2020-05-04T16:04:42.278" v="272" actId="1076"/>
          <ac:picMkLst>
            <pc:docMk/>
            <pc:sldMk cId="820736664" sldId="321"/>
            <ac:picMk id="2052" creationId="{8878D270-AA30-4BF1-BBAD-18062D62DD76}"/>
          </ac:picMkLst>
        </pc:picChg>
      </pc:sldChg>
      <pc:sldChg chg="modSp">
        <pc:chgData name="Andreas Willich" userId="f1a27a91-fb80-49c6-a061-1959e15afc91" providerId="ADAL" clId="{EDF55AA3-04F5-4A29-B0AA-4C6DE1CF29ED}" dt="2020-05-04T15:57:58.047" v="264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EDF55AA3-04F5-4A29-B0AA-4C6DE1CF29ED}" dt="2020-05-04T15:57:58.047" v="264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 modNotesTx">
        <pc:chgData name="Andreas Willich" userId="f1a27a91-fb80-49c6-a061-1959e15afc91" providerId="ADAL" clId="{EDF55AA3-04F5-4A29-B0AA-4C6DE1CF29ED}" dt="2020-05-05T15:55:57.974" v="278" actId="6549"/>
        <pc:sldMkLst>
          <pc:docMk/>
          <pc:sldMk cId="1152218513" sldId="2076136295"/>
        </pc:sldMkLst>
        <pc:picChg chg="add mod">
          <ac:chgData name="Andreas Willich" userId="f1a27a91-fb80-49c6-a061-1959e15afc91" providerId="ADAL" clId="{EDF55AA3-04F5-4A29-B0AA-4C6DE1CF29ED}" dt="2020-05-04T15:49:14.453" v="10" actId="14100"/>
          <ac:picMkLst>
            <pc:docMk/>
            <pc:sldMk cId="1152218513" sldId="2076136295"/>
            <ac:picMk id="3" creationId="{F6A68FB5-E6A8-4134-84D6-0CF61DD255B0}"/>
          </ac:picMkLst>
        </pc:picChg>
        <pc:picChg chg="del">
          <ac:chgData name="Andreas Willich" userId="f1a27a91-fb80-49c6-a061-1959e15afc91" providerId="ADAL" clId="{EDF55AA3-04F5-4A29-B0AA-4C6DE1CF29ED}" dt="2020-05-04T15:49:03.723" v="5" actId="478"/>
          <ac:picMkLst>
            <pc:docMk/>
            <pc:sldMk cId="1152218513" sldId="2076136295"/>
            <ac:picMk id="23" creationId="{BF1A12AB-15C8-45F6-83AF-F0C6F5963C99}"/>
          </ac:picMkLst>
        </pc:picChg>
      </pc:sldChg>
      <pc:sldChg chg="del">
        <pc:chgData name="Andreas Willich" userId="f1a27a91-fb80-49c6-a061-1959e15afc91" providerId="ADAL" clId="{EDF55AA3-04F5-4A29-B0AA-4C6DE1CF29ED}" dt="2020-05-04T15:58:04.920" v="265" actId="2696"/>
        <pc:sldMkLst>
          <pc:docMk/>
          <pc:sldMk cId="3155323864" sldId="2076136297"/>
        </pc:sldMkLst>
      </pc:sldChg>
      <pc:sldChg chg="addSp delSp modSp add modTransition">
        <pc:chgData name="Andreas Willich" userId="f1a27a91-fb80-49c6-a061-1959e15afc91" providerId="ADAL" clId="{EDF55AA3-04F5-4A29-B0AA-4C6DE1CF29ED}" dt="2020-05-04T15:55:22.641" v="140" actId="20577"/>
        <pc:sldMkLst>
          <pc:docMk/>
          <pc:sldMk cId="1281630560" sldId="2076136299"/>
        </pc:sldMkLst>
        <pc:spChg chg="del">
          <ac:chgData name="Andreas Willich" userId="f1a27a91-fb80-49c6-a061-1959e15afc91" providerId="ADAL" clId="{EDF55AA3-04F5-4A29-B0AA-4C6DE1CF29ED}" dt="2020-05-04T15:49:33.201" v="12"/>
          <ac:spMkLst>
            <pc:docMk/>
            <pc:sldMk cId="1281630560" sldId="2076136299"/>
            <ac:spMk id="2" creationId="{EE7EA472-E47C-41A5-9613-481A83A7E375}"/>
          </ac:spMkLst>
        </pc:spChg>
        <pc:spChg chg="add mod">
          <ac:chgData name="Andreas Willich" userId="f1a27a91-fb80-49c6-a061-1959e15afc91" providerId="ADAL" clId="{EDF55AA3-04F5-4A29-B0AA-4C6DE1CF29ED}" dt="2020-05-04T15:51:44.462" v="89" actId="20577"/>
          <ac:spMkLst>
            <pc:docMk/>
            <pc:sldMk cId="1281630560" sldId="2076136299"/>
            <ac:spMk id="3" creationId="{850533D4-0989-4917-9198-55B5D635D15D}"/>
          </ac:spMkLst>
        </pc:spChg>
        <pc:spChg chg="add mod">
          <ac:chgData name="Andreas Willich" userId="f1a27a91-fb80-49c6-a061-1959e15afc91" providerId="ADAL" clId="{EDF55AA3-04F5-4A29-B0AA-4C6DE1CF29ED}" dt="2020-05-04T15:55:22.641" v="140" actId="20577"/>
          <ac:spMkLst>
            <pc:docMk/>
            <pc:sldMk cId="1281630560" sldId="2076136299"/>
            <ac:spMk id="4" creationId="{D7925A7C-AB59-454A-B250-F65B7CA9A084}"/>
          </ac:spMkLst>
        </pc:spChg>
      </pc:sldChg>
      <pc:sldChg chg="modSp add">
        <pc:chgData name="Andreas Willich" userId="f1a27a91-fb80-49c6-a061-1959e15afc91" providerId="ADAL" clId="{EDF55AA3-04F5-4A29-B0AA-4C6DE1CF29ED}" dt="2020-05-04T15:56:04.539" v="183"/>
        <pc:sldMkLst>
          <pc:docMk/>
          <pc:sldMk cId="3611784228" sldId="2076136300"/>
        </pc:sldMkLst>
        <pc:spChg chg="mod">
          <ac:chgData name="Andreas Willich" userId="f1a27a91-fb80-49c6-a061-1959e15afc91" providerId="ADAL" clId="{EDF55AA3-04F5-4A29-B0AA-4C6DE1CF29ED}" dt="2020-05-04T15:56:04.539" v="183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add">
        <pc:chgData name="Andreas Willich" userId="f1a27a91-fb80-49c6-a061-1959e15afc91" providerId="ADAL" clId="{EDF55AA3-04F5-4A29-B0AA-4C6DE1CF29ED}" dt="2020-05-05T17:29:26.359" v="298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EDF55AA3-04F5-4A29-B0AA-4C6DE1CF29ED}" dt="2020-05-05T17:29:26.359" v="298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add del">
        <pc:chgData name="Andreas Willich" userId="f1a27a91-fb80-49c6-a061-1959e15afc91" providerId="ADAL" clId="{EDF55AA3-04F5-4A29-B0AA-4C6DE1CF29ED}" dt="2020-05-04T16:09:17.129" v="277" actId="2696"/>
        <pc:sldMkLst>
          <pc:docMk/>
          <pc:sldMk cId="2799008307" sldId="2076136301"/>
        </pc:sldMkLst>
      </pc:sldChg>
      <pc:sldChg chg="add del">
        <pc:chgData name="Andreas Willich" userId="f1a27a91-fb80-49c6-a061-1959e15afc91" providerId="ADAL" clId="{EDF55AA3-04F5-4A29-B0AA-4C6DE1CF29ED}" dt="2020-05-04T15:55:36.310" v="144" actId="2696"/>
        <pc:sldMkLst>
          <pc:docMk/>
          <pc:sldMk cId="587134028" sldId="2076136302"/>
        </pc:sldMkLst>
      </pc:sldChg>
    </pc:docChg>
  </pc:docChgLst>
  <pc:docChgLst>
    <pc:chgData name="Andreas Willich" userId="f1a27a91-fb80-49c6-a061-1959e15afc91" providerId="ADAL" clId="{7408A012-5EBE-4E39-896B-C14D86C8CB0D}"/>
    <pc:docChg chg="modSld">
      <pc:chgData name="Andreas Willich" userId="f1a27a91-fb80-49c6-a061-1959e15afc91" providerId="ADAL" clId="{7408A012-5EBE-4E39-896B-C14D86C8CB0D}" dt="2019-09-23T14:10:39.788" v="66" actId="20577"/>
      <pc:docMkLst>
        <pc:docMk/>
      </pc:docMkLst>
      <pc:sldChg chg="modSp">
        <pc:chgData name="Andreas Willich" userId="f1a27a91-fb80-49c6-a061-1959e15afc91" providerId="ADAL" clId="{7408A012-5EBE-4E39-896B-C14D86C8CB0D}" dt="2019-09-23T14:08:24.667" v="48" actId="20577"/>
        <pc:sldMkLst>
          <pc:docMk/>
          <pc:sldMk cId="4009951914" sldId="311"/>
        </pc:sldMkLst>
        <pc:spChg chg="mod">
          <ac:chgData name="Andreas Willich" userId="f1a27a91-fb80-49c6-a061-1959e15afc91" providerId="ADAL" clId="{7408A012-5EBE-4E39-896B-C14D86C8CB0D}" dt="2019-09-23T14:08:24.667" v="48" actId="20577"/>
          <ac:spMkLst>
            <pc:docMk/>
            <pc:sldMk cId="4009951914" sldId="311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408A012-5EBE-4E39-896B-C14D86C8CB0D}" dt="2019-09-23T14:08:41.692" v="65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7408A012-5EBE-4E39-896B-C14D86C8CB0D}" dt="2019-09-23T14:08:41.692" v="65" actId="20577"/>
          <ac:spMkLst>
            <pc:docMk/>
            <pc:sldMk cId="3668429019" sldId="312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408A012-5EBE-4E39-896B-C14D86C8CB0D}" dt="2019-09-23T14:10:39.788" v="66" actId="20577"/>
        <pc:sldMkLst>
          <pc:docMk/>
          <pc:sldMk cId="38101848" sldId="315"/>
        </pc:sldMkLst>
        <pc:spChg chg="mod">
          <ac:chgData name="Andreas Willich" userId="f1a27a91-fb80-49c6-a061-1959e15afc91" providerId="ADAL" clId="{7408A012-5EBE-4E39-896B-C14D86C8CB0D}" dt="2019-09-23T14:10:39.788" v="66" actId="20577"/>
          <ac:spMkLst>
            <pc:docMk/>
            <pc:sldMk cId="38101848" sldId="315"/>
            <ac:spMk id="4" creationId="{30442E76-A2FF-4162-9B3D-7A843539EB0B}"/>
          </ac:spMkLst>
        </pc:spChg>
      </pc:sldChg>
    </pc:docChg>
  </pc:docChgLst>
  <pc:docChgLst>
    <pc:chgData name="Andreas" userId="f1a27a91-fb80-49c6-a061-1959e15afc91" providerId="ADAL" clId="{62C413FA-2476-4F87-BE59-1AD32CA60D91}"/>
    <pc:docChg chg="custSel mod delSld modSld delMainMaster">
      <pc:chgData name="Andreas" userId="f1a27a91-fb80-49c6-a061-1959e15afc91" providerId="ADAL" clId="{62C413FA-2476-4F87-BE59-1AD32CA60D91}" dt="2020-12-15T06:54:27.778" v="130"/>
      <pc:docMkLst>
        <pc:docMk/>
      </pc:docMkLst>
      <pc:sldChg chg="del">
        <pc:chgData name="Andreas" userId="f1a27a91-fb80-49c6-a061-1959e15afc91" providerId="ADAL" clId="{62C413FA-2476-4F87-BE59-1AD32CA60D91}" dt="2020-12-15T06:45:36.319" v="8" actId="47"/>
        <pc:sldMkLst>
          <pc:docMk/>
          <pc:sldMk cId="2260171572" sldId="257"/>
        </pc:sldMkLst>
      </pc:sldChg>
      <pc:sldChg chg="del">
        <pc:chgData name="Andreas" userId="f1a27a91-fb80-49c6-a061-1959e15afc91" providerId="ADAL" clId="{62C413FA-2476-4F87-BE59-1AD32CA60D91}" dt="2020-12-15T06:45:44.235" v="9" actId="47"/>
        <pc:sldMkLst>
          <pc:docMk/>
          <pc:sldMk cId="2871497012" sldId="259"/>
        </pc:sldMkLst>
      </pc:sldChg>
      <pc:sldChg chg="modSp mod">
        <pc:chgData name="Andreas" userId="f1a27a91-fb80-49c6-a061-1959e15afc91" providerId="ADAL" clId="{62C413FA-2476-4F87-BE59-1AD32CA60D91}" dt="2020-12-15T06:45:31.695" v="7" actId="20577"/>
        <pc:sldMkLst>
          <pc:docMk/>
          <pc:sldMk cId="3908362423" sldId="314"/>
        </pc:sldMkLst>
        <pc:spChg chg="mod">
          <ac:chgData name="Andreas" userId="f1a27a91-fb80-49c6-a061-1959e15afc91" providerId="ADAL" clId="{62C413FA-2476-4F87-BE59-1AD32CA60D91}" dt="2020-12-15T06:45:31.695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" userId="f1a27a91-fb80-49c6-a061-1959e15afc91" providerId="ADAL" clId="{62C413FA-2476-4F87-BE59-1AD32CA60D91}" dt="2020-12-15T06:48:15.422" v="12"/>
        <pc:sldMkLst>
          <pc:docMk/>
          <pc:sldMk cId="1406265366" sldId="319"/>
        </pc:sldMkLst>
        <pc:spChg chg="mod">
          <ac:chgData name="Andreas" userId="f1a27a91-fb80-49c6-a061-1959e15afc91" providerId="ADAL" clId="{62C413FA-2476-4F87-BE59-1AD32CA60D91}" dt="2020-12-15T06:48:15.422" v="12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 setBg">
        <pc:chgData name="Andreas" userId="f1a27a91-fb80-49c6-a061-1959e15afc91" providerId="ADAL" clId="{62C413FA-2476-4F87-BE59-1AD32CA60D91}" dt="2020-12-15T06:52:19.500" v="86" actId="26606"/>
        <pc:sldMkLst>
          <pc:docMk/>
          <pc:sldMk cId="820736664" sldId="321"/>
        </pc:sldMkLst>
        <pc:spChg chg="mo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2" creationId="{D2BE8B6A-5FBB-4721-B07C-F8B3BF495852}"/>
          </ac:spMkLst>
        </pc:spChg>
        <pc:spChg chg="mo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3" creationId="{F6AD33C1-B332-454C-806B-0AAA693B62C2}"/>
          </ac:spMkLst>
        </pc:spChg>
        <pc:spChg chg="ad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79" creationId="{6C686317-9C96-4A02-88CE-7319FF590580}"/>
          </ac:spMkLst>
        </pc:spChg>
        <pc:spChg chg="ad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89" creationId="{EB9A9756-A5DB-460E-A867-A2AE77834D3A}"/>
          </ac:spMkLst>
        </pc:spChg>
        <pc:grpChg chg="add">
          <ac:chgData name="Andreas" userId="f1a27a91-fb80-49c6-a061-1959e15afc91" providerId="ADAL" clId="{62C413FA-2476-4F87-BE59-1AD32CA60D91}" dt="2020-12-15T06:52:19.500" v="86" actId="26606"/>
          <ac:grpSpMkLst>
            <pc:docMk/>
            <pc:sldMk cId="820736664" sldId="321"/>
            <ac:grpSpMk id="71" creationId="{C616B3DC-C165-433D-9187-62DCC0E317D3}"/>
          </ac:grpSpMkLst>
        </pc:grpChg>
        <pc:grpChg chg="add">
          <ac:chgData name="Andreas" userId="f1a27a91-fb80-49c6-a061-1959e15afc91" providerId="ADAL" clId="{62C413FA-2476-4F87-BE59-1AD32CA60D91}" dt="2020-12-15T06:52:19.500" v="86" actId="26606"/>
          <ac:grpSpMkLst>
            <pc:docMk/>
            <pc:sldMk cId="820736664" sldId="321"/>
            <ac:grpSpMk id="81" creationId="{E0E25B5C-98A3-47D8-A4D7-10C2E1758981}"/>
          </ac:grpSpMkLst>
        </pc:grpChg>
        <pc:picChg chg="del">
          <ac:chgData name="Andreas" userId="f1a27a91-fb80-49c6-a061-1959e15afc91" providerId="ADAL" clId="{62C413FA-2476-4F87-BE59-1AD32CA60D91}" dt="2020-12-15T06:51:58.409" v="79" actId="478"/>
          <ac:picMkLst>
            <pc:docMk/>
            <pc:sldMk cId="820736664" sldId="321"/>
            <ac:picMk id="4" creationId="{C5D9D54F-0957-4A68-B5BB-1B37FA059850}"/>
          </ac:picMkLst>
        </pc:picChg>
        <pc:picChg chg="add mod">
          <ac:chgData name="Andreas" userId="f1a27a91-fb80-49c6-a061-1959e15afc91" providerId="ADAL" clId="{62C413FA-2476-4F87-BE59-1AD32CA60D91}" dt="2020-12-15T06:52:19.500" v="86" actId="26606"/>
          <ac:picMkLst>
            <pc:docMk/>
            <pc:sldMk cId="820736664" sldId="321"/>
            <ac:picMk id="1026" creationId="{5DBEB03C-1543-4C07-A216-6A589B7A0B2C}"/>
          </ac:picMkLst>
        </pc:picChg>
      </pc:sldChg>
      <pc:sldChg chg="modSp">
        <pc:chgData name="Andreas" userId="f1a27a91-fb80-49c6-a061-1959e15afc91" providerId="ADAL" clId="{62C413FA-2476-4F87-BE59-1AD32CA60D91}" dt="2020-12-15T06:54:27.778" v="130"/>
        <pc:sldMkLst>
          <pc:docMk/>
          <pc:sldMk cId="2598560352" sldId="334"/>
        </pc:sldMkLst>
        <pc:graphicFrameChg chg="mod">
          <ac:chgData name="Andreas" userId="f1a27a91-fb80-49c6-a061-1959e15afc91" providerId="ADAL" clId="{62C413FA-2476-4F87-BE59-1AD32CA60D91}" dt="2020-12-15T06:54:27.778" v="130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" userId="f1a27a91-fb80-49c6-a061-1959e15afc91" providerId="ADAL" clId="{62C413FA-2476-4F87-BE59-1AD32CA60D91}" dt="2020-12-15T06:45:50.258" v="11" actId="27636"/>
        <pc:sldMkLst>
          <pc:docMk/>
          <pc:sldMk cId="3611784228" sldId="2076136300"/>
        </pc:sldMkLst>
        <pc:spChg chg="mod">
          <ac:chgData name="Andreas" userId="f1a27a91-fb80-49c6-a061-1959e15afc91" providerId="ADAL" clId="{62C413FA-2476-4F87-BE59-1AD32CA60D91}" dt="2020-12-15T06:45:50.258" v="11" actId="27636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mod">
        <pc:chgData name="Andreas" userId="f1a27a91-fb80-49c6-a061-1959e15afc91" providerId="ADAL" clId="{62C413FA-2476-4F87-BE59-1AD32CA60D91}" dt="2020-12-15T06:48:20.815" v="19" actId="20577"/>
        <pc:sldMkLst>
          <pc:docMk/>
          <pc:sldMk cId="602454855" sldId="2076136301"/>
        </pc:sldMkLst>
        <pc:spChg chg="mod">
          <ac:chgData name="Andreas" userId="f1a27a91-fb80-49c6-a061-1959e15afc91" providerId="ADAL" clId="{62C413FA-2476-4F87-BE59-1AD32CA60D91}" dt="2020-12-15T06:48:20.815" v="19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addSp delSp modSp mod">
        <pc:chgData name="Andreas" userId="f1a27a91-fb80-49c6-a061-1959e15afc91" providerId="ADAL" clId="{62C413FA-2476-4F87-BE59-1AD32CA60D91}" dt="2020-12-15T06:49:14.543" v="77" actId="26606"/>
        <pc:sldMkLst>
          <pc:docMk/>
          <pc:sldMk cId="363290704" sldId="2076136306"/>
        </pc:sldMkLst>
        <pc:spChg chg="mo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2" creationId="{9FA355AB-0459-4D79-B918-3DCE696E092C}"/>
          </ac:spMkLst>
        </pc:spChg>
        <pc:spChg chg="mo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3" creationId="{023A6FCC-F2F2-40E2-9047-052EF4B30FDD}"/>
          </ac:spMkLst>
        </pc:spChg>
        <pc:spChg chg="del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18" creationId="{260615AE-7DBC-4FF7-9107-9FE957695B02}"/>
          </ac:spMkLst>
        </pc:spChg>
        <pc:spChg chg="ad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33" creationId="{1D4477A3-7936-4C6B-B46C-52E99531272A}"/>
          </ac:spMkLst>
        </pc:spChg>
        <pc:spChg chg="ad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43" creationId="{C29A1D40-470D-401E-8548-6FF3CF37797D}"/>
          </ac:spMkLst>
        </pc:spChg>
        <pc:grpChg chg="del">
          <ac:chgData name="Andreas" userId="f1a27a91-fb80-49c6-a061-1959e15afc91" providerId="ADAL" clId="{62C413FA-2476-4F87-BE59-1AD32CA60D91}" dt="2020-12-15T06:49:14.543" v="77" actId="26606"/>
          <ac:grpSpMkLst>
            <pc:docMk/>
            <pc:sldMk cId="363290704" sldId="2076136306"/>
            <ac:grpSpMk id="10" creationId="{C616B3DC-C165-433D-9187-62DCC0E317D3}"/>
          </ac:grpSpMkLst>
        </pc:grpChg>
        <pc:grpChg chg="add">
          <ac:chgData name="Andreas" userId="f1a27a91-fb80-49c6-a061-1959e15afc91" providerId="ADAL" clId="{62C413FA-2476-4F87-BE59-1AD32CA60D91}" dt="2020-12-15T06:49:14.543" v="77" actId="26606"/>
          <ac:grpSpMkLst>
            <pc:docMk/>
            <pc:sldMk cId="363290704" sldId="2076136306"/>
            <ac:grpSpMk id="25" creationId="{C616B3DC-C165-433D-9187-62DCC0E317D3}"/>
          </ac:grpSpMkLst>
        </pc:grpChg>
        <pc:grpChg chg="add">
          <ac:chgData name="Andreas" userId="f1a27a91-fb80-49c6-a061-1959e15afc91" providerId="ADAL" clId="{62C413FA-2476-4F87-BE59-1AD32CA60D91}" dt="2020-12-15T06:49:14.543" v="77" actId="26606"/>
          <ac:grpSpMkLst>
            <pc:docMk/>
            <pc:sldMk cId="363290704" sldId="2076136306"/>
            <ac:grpSpMk id="35" creationId="{F44DEACC-B2E6-413E-B2B5-320225952713}"/>
          </ac:grpSpMkLst>
        </pc:grpChg>
        <pc:picChg chg="del">
          <ac:chgData name="Andreas" userId="f1a27a91-fb80-49c6-a061-1959e15afc91" providerId="ADAL" clId="{62C413FA-2476-4F87-BE59-1AD32CA60D91}" dt="2020-12-15T06:49:10.482" v="76" actId="478"/>
          <ac:picMkLst>
            <pc:docMk/>
            <pc:sldMk cId="363290704" sldId="2076136306"/>
            <ac:picMk id="7" creationId="{B5C3F302-13FB-41A4-A57A-4CC152E73D25}"/>
          </ac:picMkLst>
        </pc:picChg>
        <pc:picChg chg="add">
          <ac:chgData name="Andreas" userId="f1a27a91-fb80-49c6-a061-1959e15afc91" providerId="ADAL" clId="{62C413FA-2476-4F87-BE59-1AD32CA60D91}" dt="2020-12-15T06:49:14.543" v="77" actId="26606"/>
          <ac:picMkLst>
            <pc:docMk/>
            <pc:sldMk cId="363290704" sldId="2076136306"/>
            <ac:picMk id="22" creationId="{03E70463-0B8E-474B-9BED-D2F78C614025}"/>
          </ac:picMkLst>
        </pc:picChg>
      </pc:sldChg>
      <pc:sldChg chg="del">
        <pc:chgData name="Andreas" userId="f1a27a91-fb80-49c6-a061-1959e15afc91" providerId="ADAL" clId="{62C413FA-2476-4F87-BE59-1AD32CA60D91}" dt="2020-12-15T06:45:36.319" v="8" actId="47"/>
        <pc:sldMkLst>
          <pc:docMk/>
          <pc:sldMk cId="2286232128" sldId="2076136919"/>
        </pc:sldMkLst>
      </pc:sldChg>
      <pc:sldMasterChg chg="del delSldLayout">
        <pc:chgData name="Andreas" userId="f1a27a91-fb80-49c6-a061-1959e15afc91" providerId="ADAL" clId="{62C413FA-2476-4F87-BE59-1AD32CA60D91}" dt="2020-12-15T06:45:44.235" v="9" actId="47"/>
        <pc:sldMasterMkLst>
          <pc:docMk/>
          <pc:sldMasterMk cId="3963478984" sldId="2147483693"/>
        </pc:sldMasterMkLst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910934747" sldId="2147483694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1115387147" sldId="2147483695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915602880" sldId="2147483696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2669053299" sldId="2147483697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366306449" sldId="2147483698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15107169" sldId="2147483699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1708226137" sldId="2147483700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249349928" sldId="2147483701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114198497" sldId="2147483702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1795664613" sldId="2147483703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063128770" sldId="2147483704"/>
          </pc:sldLayoutMkLst>
        </pc:sldLayoutChg>
      </pc:sldMasterChg>
    </pc:docChg>
  </pc:docChgLst>
  <pc:docChgLst>
    <pc:chgData name="Andreas Willich" userId="f1a27a91-fb80-49c6-a061-1959e15afc91" providerId="ADAL" clId="{6E6D51CD-D21B-43CC-84E6-87671340470D}"/>
    <pc:docChg chg="addSld modSld">
      <pc:chgData name="Andreas Willich" userId="f1a27a91-fb80-49c6-a061-1959e15afc91" providerId="ADAL" clId="{6E6D51CD-D21B-43CC-84E6-87671340470D}" dt="2020-06-02T15:15:02.615" v="94"/>
      <pc:docMkLst>
        <pc:docMk/>
      </pc:docMkLst>
      <pc:sldChg chg="modSp">
        <pc:chgData name="Andreas Willich" userId="f1a27a91-fb80-49c6-a061-1959e15afc91" providerId="ADAL" clId="{6E6D51CD-D21B-43CC-84E6-87671340470D}" dt="2020-06-02T15:08:38.429" v="16"/>
        <pc:sldMkLst>
          <pc:docMk/>
          <pc:sldMk cId="1406265366" sldId="319"/>
        </pc:sldMkLst>
        <pc:spChg chg="mod">
          <ac:chgData name="Andreas Willich" userId="f1a27a91-fb80-49c6-a061-1959e15afc91" providerId="ADAL" clId="{6E6D51CD-D21B-43CC-84E6-87671340470D}" dt="2020-06-02T15:08:38.429" v="16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6E6D51CD-D21B-43CC-84E6-87671340470D}" dt="2020-06-02T15:15:02.615" v="94"/>
        <pc:sldMkLst>
          <pc:docMk/>
          <pc:sldMk cId="820736664" sldId="321"/>
        </pc:sldMkLst>
        <pc:spChg chg="mod">
          <ac:chgData name="Andreas Willich" userId="f1a27a91-fb80-49c6-a061-1959e15afc91" providerId="ADAL" clId="{6E6D51CD-D21B-43CC-84E6-87671340470D}" dt="2020-06-02T15:15:02.615" v="94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6E6D51CD-D21B-43CC-84E6-87671340470D}" dt="2020-06-02T15:14:55.997" v="93" actId="1076"/>
          <ac:picMkLst>
            <pc:docMk/>
            <pc:sldMk cId="820736664" sldId="321"/>
            <ac:picMk id="2050" creationId="{9235C5EA-AF12-4B8F-B650-73D796EA8790}"/>
          </ac:picMkLst>
        </pc:picChg>
        <pc:picChg chg="del">
          <ac:chgData name="Andreas Willich" userId="f1a27a91-fb80-49c6-a061-1959e15afc91" providerId="ADAL" clId="{6E6D51CD-D21B-43CC-84E6-87671340470D}" dt="2020-06-02T15:14:48.638" v="90" actId="478"/>
          <ac:picMkLst>
            <pc:docMk/>
            <pc:sldMk cId="820736664" sldId="321"/>
            <ac:picMk id="2052" creationId="{8878D270-AA30-4BF1-BBAD-18062D62DD76}"/>
          </ac:picMkLst>
        </pc:picChg>
      </pc:sldChg>
      <pc:sldChg chg="modSp">
        <pc:chgData name="Andreas Willich" userId="f1a27a91-fb80-49c6-a061-1959e15afc91" providerId="ADAL" clId="{6E6D51CD-D21B-43CC-84E6-87671340470D}" dt="2020-06-02T15:10:17.395" v="85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6E6D51CD-D21B-43CC-84E6-87671340470D}" dt="2020-06-02T15:10:17.395" v="85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">
        <pc:chgData name="Andreas Willich" userId="f1a27a91-fb80-49c6-a061-1959e15afc91" providerId="ADAL" clId="{6E6D51CD-D21B-43CC-84E6-87671340470D}" dt="2020-06-02T15:09:26.618" v="19"/>
        <pc:sldMkLst>
          <pc:docMk/>
          <pc:sldMk cId="3163372477" sldId="342"/>
        </pc:sldMkLst>
        <pc:spChg chg="mod">
          <ac:chgData name="Andreas Willich" userId="f1a27a91-fb80-49c6-a061-1959e15afc91" providerId="ADAL" clId="{6E6D51CD-D21B-43CC-84E6-87671340470D}" dt="2020-06-02T15:09:26.618" v="19"/>
          <ac:spMkLst>
            <pc:docMk/>
            <pc:sldMk cId="3163372477" sldId="342"/>
            <ac:spMk id="3" creationId="{97B60A8D-7D39-4747-8373-705E700327F3}"/>
          </ac:spMkLst>
        </pc:spChg>
      </pc:sldChg>
      <pc:sldChg chg="addSp delSp modSp">
        <pc:chgData name="Andreas Willich" userId="f1a27a91-fb80-49c6-a061-1959e15afc91" providerId="ADAL" clId="{6E6D51CD-D21B-43CC-84E6-87671340470D}" dt="2020-06-02T15:06:23.727" v="12" actId="14100"/>
        <pc:sldMkLst>
          <pc:docMk/>
          <pc:sldMk cId="1152218513" sldId="2076136295"/>
        </pc:sldMkLst>
        <pc:picChg chg="del">
          <ac:chgData name="Andreas Willich" userId="f1a27a91-fb80-49c6-a061-1959e15afc91" providerId="ADAL" clId="{6E6D51CD-D21B-43CC-84E6-87671340470D}" dt="2020-06-02T15:06:18.155" v="10" actId="478"/>
          <ac:picMkLst>
            <pc:docMk/>
            <pc:sldMk cId="1152218513" sldId="2076136295"/>
            <ac:picMk id="3" creationId="{F6A68FB5-E6A8-4134-84D6-0CF61DD255B0}"/>
          </ac:picMkLst>
        </pc:picChg>
        <pc:picChg chg="add mod">
          <ac:chgData name="Andreas Willich" userId="f1a27a91-fb80-49c6-a061-1959e15afc91" providerId="ADAL" clId="{6E6D51CD-D21B-43CC-84E6-87671340470D}" dt="2020-06-02T15:06:23.727" v="12" actId="14100"/>
          <ac:picMkLst>
            <pc:docMk/>
            <pc:sldMk cId="1152218513" sldId="2076136295"/>
            <ac:picMk id="4" creationId="{C4E54E9E-AE8F-40BF-9113-CEAB24481A7C}"/>
          </ac:picMkLst>
        </pc:picChg>
      </pc:sldChg>
      <pc:sldChg chg="modSp">
        <pc:chgData name="Andreas Willich" userId="f1a27a91-fb80-49c6-a061-1959e15afc91" providerId="ADAL" clId="{6E6D51CD-D21B-43CC-84E6-87671340470D}" dt="2020-06-02T15:07:44.636" v="15"/>
        <pc:sldMkLst>
          <pc:docMk/>
          <pc:sldMk cId="3611784228" sldId="2076136300"/>
        </pc:sldMkLst>
        <pc:spChg chg="mod">
          <ac:chgData name="Andreas Willich" userId="f1a27a91-fb80-49c6-a061-1959e15afc91" providerId="ADAL" clId="{6E6D51CD-D21B-43CC-84E6-87671340470D}" dt="2020-06-02T15:07:44.636" v="15"/>
          <ac:spMkLst>
            <pc:docMk/>
            <pc:sldMk cId="3611784228" sldId="2076136300"/>
            <ac:spMk id="4" creationId="{D7925A7C-AB59-454A-B250-F65B7CA9A084}"/>
          </ac:spMkLst>
        </pc:spChg>
      </pc:sldChg>
      <pc:sldChg chg="add">
        <pc:chgData name="Andreas Willich" userId="f1a27a91-fb80-49c6-a061-1959e15afc91" providerId="ADAL" clId="{6E6D51CD-D21B-43CC-84E6-87671340470D}" dt="2020-06-02T15:02:13.669" v="0"/>
        <pc:sldMkLst>
          <pc:docMk/>
          <pc:sldMk cId="4037594332" sldId="2076136302"/>
        </pc:sldMkLst>
      </pc:sldChg>
      <pc:sldChg chg="addSp delSp modSp add">
        <pc:chgData name="Andreas Willich" userId="f1a27a91-fb80-49c6-a061-1959e15afc91" providerId="ADAL" clId="{6E6D51CD-D21B-43CC-84E6-87671340470D}" dt="2020-06-02T15:04:35.919" v="8"/>
        <pc:sldMkLst>
          <pc:docMk/>
          <pc:sldMk cId="2842526864" sldId="2076136303"/>
        </pc:sldMkLst>
        <pc:spChg chg="add mod">
          <ac:chgData name="Andreas Willich" userId="f1a27a91-fb80-49c6-a061-1959e15afc91" providerId="ADAL" clId="{6E6D51CD-D21B-43CC-84E6-87671340470D}" dt="2020-06-02T15:04:35.919" v="8"/>
          <ac:spMkLst>
            <pc:docMk/>
            <pc:sldMk cId="2842526864" sldId="2076136303"/>
            <ac:spMk id="2" creationId="{2C1D50AE-76BF-4C41-8D6B-F8683CB7917B}"/>
          </ac:spMkLst>
        </pc:spChg>
        <pc:grpChg chg="del">
          <ac:chgData name="Andreas Willich" userId="f1a27a91-fb80-49c6-a061-1959e15afc91" providerId="ADAL" clId="{6E6D51CD-D21B-43CC-84E6-87671340470D}" dt="2020-06-02T15:03:53.149" v="3" actId="478"/>
          <ac:grpSpMkLst>
            <pc:docMk/>
            <pc:sldMk cId="2842526864" sldId="2076136303"/>
            <ac:grpSpMk id="5" creationId="{E4347991-90D6-40E5-8C75-5C42C9059681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0" creationId="{91CDD93B-EBC1-4450-B04F-8D1267D6911C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3" creationId="{1889159C-436C-4AA6-AF46-3DFB7105AE49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6" creationId="{4305BC33-523C-458D-82B3-F1DC26FE333C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9" creationId="{0A60D5DC-0196-41E0-9F61-1BC89192C7E0}"/>
          </ac:grpSpMkLst>
        </pc:grpChg>
      </pc:sldChg>
      <pc:sldChg chg="add">
        <pc:chgData name="Andreas Willich" userId="f1a27a91-fb80-49c6-a061-1959e15afc91" providerId="ADAL" clId="{6E6D51CD-D21B-43CC-84E6-87671340470D}" dt="2020-06-02T15:10:30.406" v="86"/>
        <pc:sldMkLst>
          <pc:docMk/>
          <pc:sldMk cId="3671716299" sldId="2076136304"/>
        </pc:sldMkLst>
      </pc:sldChg>
      <pc:sldChg chg="add">
        <pc:chgData name="Andreas Willich" userId="f1a27a91-fb80-49c6-a061-1959e15afc91" providerId="ADAL" clId="{6E6D51CD-D21B-43CC-84E6-87671340470D}" dt="2020-06-02T15:11:16.588" v="87"/>
        <pc:sldMkLst>
          <pc:docMk/>
          <pc:sldMk cId="892236017" sldId="2076136305"/>
        </pc:sldMkLst>
      </pc:sldChg>
      <pc:sldChg chg="modSp add">
        <pc:chgData name="Andreas Willich" userId="f1a27a91-fb80-49c6-a061-1959e15afc91" providerId="ADAL" clId="{6E6D51CD-D21B-43CC-84E6-87671340470D}" dt="2020-06-02T15:13:05.055" v="89"/>
        <pc:sldMkLst>
          <pc:docMk/>
          <pc:sldMk cId="363290704" sldId="2076136306"/>
        </pc:sldMkLst>
        <pc:spChg chg="mod">
          <ac:chgData name="Andreas Willich" userId="f1a27a91-fb80-49c6-a061-1959e15afc91" providerId="ADAL" clId="{6E6D51CD-D21B-43CC-84E6-87671340470D}" dt="2020-06-02T15:13:05.055" v="89"/>
          <ac:spMkLst>
            <pc:docMk/>
            <pc:sldMk cId="363290704" sldId="2076136306"/>
            <ac:spMk id="3" creationId="{023A6FCC-F2F2-40E2-9047-052EF4B30FDD}"/>
          </ac:spMkLst>
        </pc:spChg>
      </pc:sldChg>
    </pc:docChg>
  </pc:docChgLst>
  <pc:docChgLst>
    <pc:chgData name="Andreas Willich" userId="f1a27a91-fb80-49c6-a061-1959e15afc91" providerId="ADAL" clId="{A5F7B963-56E8-4401-B90C-27CA5A5A6C7E}"/>
    <pc:docChg chg="modSld">
      <pc:chgData name="Andreas Willich" userId="f1a27a91-fb80-49c6-a061-1959e15afc91" providerId="ADAL" clId="{A5F7B963-56E8-4401-B90C-27CA5A5A6C7E}" dt="2021-07-27T15:10:44.764" v="0" actId="729"/>
      <pc:docMkLst>
        <pc:docMk/>
      </pc:docMkLst>
      <pc:sldChg chg="mod modShow">
        <pc:chgData name="Andreas Willich" userId="f1a27a91-fb80-49c6-a061-1959e15afc91" providerId="ADAL" clId="{A5F7B963-56E8-4401-B90C-27CA5A5A6C7E}" dt="2021-07-27T15:10:44.764" v="0" actId="729"/>
        <pc:sldMkLst>
          <pc:docMk/>
          <pc:sldMk cId="3611784228" sldId="2076136300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EB2F8D-1715-4C89-B2CB-84F3E771703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AT"/>
        </a:p>
      </dgm:t>
    </dgm:pt>
    <dgm:pt modelId="{D7E13976-867C-4229-AE22-B8816D4F3142}">
      <dgm:prSet phldrT="[Text]"/>
      <dgm:spPr/>
      <dgm:t>
        <a:bodyPr/>
        <a:lstStyle/>
        <a:p>
          <a:r>
            <a:rPr lang="en-US" dirty="0"/>
            <a:t>How to run tests?</a:t>
          </a:r>
          <a:endParaRPr lang="de-AT" dirty="0"/>
        </a:p>
      </dgm:t>
    </dgm:pt>
    <dgm:pt modelId="{650CCF94-CDE6-4684-87A6-A915A8D26D66}" type="parTrans" cxnId="{0D81B135-3E58-464F-B698-2510DECDB1DF}">
      <dgm:prSet/>
      <dgm:spPr/>
      <dgm:t>
        <a:bodyPr/>
        <a:lstStyle/>
        <a:p>
          <a:endParaRPr lang="de-AT"/>
        </a:p>
      </dgm:t>
    </dgm:pt>
    <dgm:pt modelId="{5DBBD901-57EE-471D-8F96-18B3B3BDE78D}" type="sibTrans" cxnId="{0D81B135-3E58-464F-B698-2510DECDB1DF}">
      <dgm:prSet/>
      <dgm:spPr/>
      <dgm:t>
        <a:bodyPr/>
        <a:lstStyle/>
        <a:p>
          <a:endParaRPr lang="de-AT"/>
        </a:p>
      </dgm:t>
    </dgm:pt>
    <dgm:pt modelId="{054B0EAA-BE65-4083-8135-7D3DB5D03915}">
      <dgm:prSet phldrT="[Text]"/>
      <dgm:spPr/>
      <dgm:t>
        <a:bodyPr/>
        <a:lstStyle/>
        <a:p>
          <a:r>
            <a:rPr lang="en-US" dirty="0"/>
            <a:t>How to define a test?</a:t>
          </a:r>
          <a:endParaRPr lang="de-AT" dirty="0"/>
        </a:p>
      </dgm:t>
    </dgm:pt>
    <dgm:pt modelId="{0552C257-5C11-4C5E-9AA4-AC11A83A548F}" type="parTrans" cxnId="{42EDA5A7-030A-4A48-AADA-3BA35446C719}">
      <dgm:prSet/>
      <dgm:spPr/>
      <dgm:t>
        <a:bodyPr/>
        <a:lstStyle/>
        <a:p>
          <a:endParaRPr lang="de-AT"/>
        </a:p>
      </dgm:t>
    </dgm:pt>
    <dgm:pt modelId="{AD554280-5021-49ED-B2A0-13BBAF93B8C3}" type="sibTrans" cxnId="{42EDA5A7-030A-4A48-AADA-3BA35446C719}">
      <dgm:prSet/>
      <dgm:spPr/>
      <dgm:t>
        <a:bodyPr/>
        <a:lstStyle/>
        <a:p>
          <a:endParaRPr lang="de-AT"/>
        </a:p>
      </dgm:t>
    </dgm:pt>
    <dgm:pt modelId="{CB889F0C-9CD2-4FA5-A712-EC7D9D91F431}">
      <dgm:prSet phldrT="[Text]"/>
      <dgm:spPr/>
      <dgm:t>
        <a:bodyPr/>
        <a:lstStyle/>
        <a:p>
          <a:r>
            <a:rPr lang="en-US" dirty="0"/>
            <a:t>How to check if a test result is valid?</a:t>
          </a:r>
          <a:endParaRPr lang="de-AT" dirty="0"/>
        </a:p>
      </dgm:t>
    </dgm:pt>
    <dgm:pt modelId="{1C16351F-E152-4A43-AB70-7AEE8291A263}" type="parTrans" cxnId="{0FE8A5A5-0D49-42F4-8955-A667259E1841}">
      <dgm:prSet/>
      <dgm:spPr/>
      <dgm:t>
        <a:bodyPr/>
        <a:lstStyle/>
        <a:p>
          <a:endParaRPr lang="de-AT"/>
        </a:p>
      </dgm:t>
    </dgm:pt>
    <dgm:pt modelId="{D0E04BCA-87FF-4EF9-AAC6-C4188CB53AEB}" type="sibTrans" cxnId="{0FE8A5A5-0D49-42F4-8955-A667259E1841}">
      <dgm:prSet/>
      <dgm:spPr/>
      <dgm:t>
        <a:bodyPr/>
        <a:lstStyle/>
        <a:p>
          <a:endParaRPr lang="de-AT"/>
        </a:p>
      </dgm:t>
    </dgm:pt>
    <dgm:pt modelId="{082CF3AB-8F4A-4EA0-BD6B-7FD6B63608EE}">
      <dgm:prSet phldrT="[Text]"/>
      <dgm:spPr/>
      <dgm:t>
        <a:bodyPr/>
        <a:lstStyle/>
        <a:p>
          <a:r>
            <a:rPr lang="en-US" dirty="0"/>
            <a:t>How to handle internal dependencies?</a:t>
          </a:r>
          <a:endParaRPr lang="de-AT" dirty="0"/>
        </a:p>
      </dgm:t>
    </dgm:pt>
    <dgm:pt modelId="{76861023-010C-4168-B39A-012DC443468C}" type="parTrans" cxnId="{3F0867FA-CC3B-4A6A-80DB-9062390CBEA3}">
      <dgm:prSet/>
      <dgm:spPr/>
      <dgm:t>
        <a:bodyPr/>
        <a:lstStyle/>
        <a:p>
          <a:endParaRPr lang="de-AT"/>
        </a:p>
      </dgm:t>
    </dgm:pt>
    <dgm:pt modelId="{762AD735-5A26-4E6D-AAE1-97030CD99611}" type="sibTrans" cxnId="{3F0867FA-CC3B-4A6A-80DB-9062390CBEA3}">
      <dgm:prSet/>
      <dgm:spPr/>
      <dgm:t>
        <a:bodyPr/>
        <a:lstStyle/>
        <a:p>
          <a:endParaRPr lang="de-AT"/>
        </a:p>
      </dgm:t>
    </dgm:pt>
    <dgm:pt modelId="{39DD8787-B346-4179-8144-F050F6491507}">
      <dgm:prSet phldrT="[Text]"/>
      <dgm:spPr/>
      <dgm:t>
        <a:bodyPr/>
        <a:lstStyle/>
        <a:p>
          <a:r>
            <a:rPr lang="en-US" dirty="0"/>
            <a:t>How to handle external dependencies?</a:t>
          </a:r>
          <a:endParaRPr lang="de-AT" dirty="0"/>
        </a:p>
      </dgm:t>
    </dgm:pt>
    <dgm:pt modelId="{E39D9CBA-01DA-48A9-B44E-F6648EB7209E}" type="parTrans" cxnId="{F0D77025-46BE-4710-A451-5EA48CFBC52D}">
      <dgm:prSet/>
      <dgm:spPr/>
      <dgm:t>
        <a:bodyPr/>
        <a:lstStyle/>
        <a:p>
          <a:endParaRPr lang="de-AT"/>
        </a:p>
      </dgm:t>
    </dgm:pt>
    <dgm:pt modelId="{8AA49737-116B-47E5-8DF7-0CDA21B8A109}" type="sibTrans" cxnId="{F0D77025-46BE-4710-A451-5EA48CFBC52D}">
      <dgm:prSet/>
      <dgm:spPr/>
      <dgm:t>
        <a:bodyPr/>
        <a:lstStyle/>
        <a:p>
          <a:endParaRPr lang="de-AT"/>
        </a:p>
      </dgm:t>
    </dgm:pt>
    <dgm:pt modelId="{DD5CAAEB-06AE-488A-B4F1-AF3B89107574}">
      <dgm:prSet phldrT="[Text]"/>
      <dgm:spPr/>
      <dgm:t>
        <a:bodyPr/>
        <a:lstStyle/>
        <a:p>
          <a:r>
            <a:rPr lang="en-US" dirty="0"/>
            <a:t>How to automate a desktop/web/mobile app?</a:t>
          </a:r>
          <a:endParaRPr lang="de-AT" dirty="0"/>
        </a:p>
      </dgm:t>
    </dgm:pt>
    <dgm:pt modelId="{A746621A-9B58-456E-887F-A52E7E9E5449}" type="parTrans" cxnId="{D21CE41E-A59A-49FD-A13B-89AE3E29B80F}">
      <dgm:prSet/>
      <dgm:spPr/>
      <dgm:t>
        <a:bodyPr/>
        <a:lstStyle/>
        <a:p>
          <a:endParaRPr lang="de-AT"/>
        </a:p>
      </dgm:t>
    </dgm:pt>
    <dgm:pt modelId="{D7835F0A-28D5-4851-8CBF-EBA5289E9A6A}" type="sibTrans" cxnId="{D21CE41E-A59A-49FD-A13B-89AE3E29B80F}">
      <dgm:prSet/>
      <dgm:spPr/>
      <dgm:t>
        <a:bodyPr/>
        <a:lstStyle/>
        <a:p>
          <a:endParaRPr lang="de-AT"/>
        </a:p>
      </dgm:t>
    </dgm:pt>
    <dgm:pt modelId="{67E98AF2-D43F-40AC-B6C4-546AEC948063}">
      <dgm:prSet phldrT="[Text]"/>
      <dgm:spPr/>
      <dgm:t>
        <a:bodyPr/>
        <a:lstStyle/>
        <a:p>
          <a:r>
            <a:rPr lang="en-US" dirty="0"/>
            <a:t>How to make your live easier</a:t>
          </a:r>
          <a:endParaRPr lang="de-AT" dirty="0"/>
        </a:p>
      </dgm:t>
    </dgm:pt>
    <dgm:pt modelId="{557C85DE-1BC9-48C1-A1DE-F3C22703FB41}" type="parTrans" cxnId="{590682E2-AE8A-4E6D-88E3-2A163EFFB095}">
      <dgm:prSet/>
      <dgm:spPr/>
      <dgm:t>
        <a:bodyPr/>
        <a:lstStyle/>
        <a:p>
          <a:endParaRPr lang="de-AT"/>
        </a:p>
      </dgm:t>
    </dgm:pt>
    <dgm:pt modelId="{604E8382-E172-450E-8C6C-8CF80EDED3BA}" type="sibTrans" cxnId="{590682E2-AE8A-4E6D-88E3-2A163EFFB095}">
      <dgm:prSet/>
      <dgm:spPr/>
      <dgm:t>
        <a:bodyPr/>
        <a:lstStyle/>
        <a:p>
          <a:endParaRPr lang="de-AT"/>
        </a:p>
      </dgm:t>
    </dgm:pt>
    <dgm:pt modelId="{BFABCF9D-B1FD-48D7-B0E9-A5C35FA471BE}">
      <dgm:prSet phldrT="[Text]"/>
      <dgm:spPr/>
      <dgm:t>
        <a:bodyPr/>
        <a:lstStyle/>
        <a:p>
          <a:r>
            <a:rPr lang="en-US" dirty="0"/>
            <a:t>How to run my app locally for tests?</a:t>
          </a:r>
          <a:endParaRPr lang="de-AT" dirty="0"/>
        </a:p>
      </dgm:t>
    </dgm:pt>
    <dgm:pt modelId="{A41770A8-C02C-44CE-8A2A-4CF8DE6A6C1E}" type="parTrans" cxnId="{46D3C99C-5986-4096-A8B7-7C739FBA3CF9}">
      <dgm:prSet/>
      <dgm:spPr/>
    </dgm:pt>
    <dgm:pt modelId="{4DB7D058-D925-4B49-9D8D-FC2D2A211129}" type="sibTrans" cxnId="{46D3C99C-5986-4096-A8B7-7C739FBA3CF9}">
      <dgm:prSet/>
      <dgm:spPr/>
    </dgm:pt>
    <dgm:pt modelId="{531B6493-9EB3-4D72-AC51-29BCCF9BF828}" type="pres">
      <dgm:prSet presAssocID="{5EEB2F8D-1715-4C89-B2CB-84F3E771703D}" presName="linear" presStyleCnt="0">
        <dgm:presLayoutVars>
          <dgm:animLvl val="lvl"/>
          <dgm:resizeHandles val="exact"/>
        </dgm:presLayoutVars>
      </dgm:prSet>
      <dgm:spPr/>
    </dgm:pt>
    <dgm:pt modelId="{DEB88158-BA3E-464C-80D1-9FAA859AE1CB}" type="pres">
      <dgm:prSet presAssocID="{D7E13976-867C-4229-AE22-B8816D4F3142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9261BF07-7384-4B47-825E-DD60F884DB92}" type="pres">
      <dgm:prSet presAssocID="{5DBBD901-57EE-471D-8F96-18B3B3BDE78D}" presName="spacer" presStyleCnt="0"/>
      <dgm:spPr/>
    </dgm:pt>
    <dgm:pt modelId="{6E6D5784-5A69-4638-B802-2A0E0D5DAC90}" type="pres">
      <dgm:prSet presAssocID="{054B0EAA-BE65-4083-8135-7D3DB5D03915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063CF613-D750-4373-8B3D-46A2DF9A2D5B}" type="pres">
      <dgm:prSet presAssocID="{AD554280-5021-49ED-B2A0-13BBAF93B8C3}" presName="spacer" presStyleCnt="0"/>
      <dgm:spPr/>
    </dgm:pt>
    <dgm:pt modelId="{957A8A84-00F8-4986-B01B-C27ABACA5130}" type="pres">
      <dgm:prSet presAssocID="{CB889F0C-9CD2-4FA5-A712-EC7D9D91F431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2A1766B1-5E62-4289-A017-01959D9A9B1A}" type="pres">
      <dgm:prSet presAssocID="{D0E04BCA-87FF-4EF9-AAC6-C4188CB53AEB}" presName="spacer" presStyleCnt="0"/>
      <dgm:spPr/>
    </dgm:pt>
    <dgm:pt modelId="{E8127D5A-04FF-4E66-9762-6030D18165C3}" type="pres">
      <dgm:prSet presAssocID="{DD5CAAEB-06AE-488A-B4F1-AF3B89107574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17808B36-983A-4671-AC3B-DC5F03031895}" type="pres">
      <dgm:prSet presAssocID="{D7835F0A-28D5-4851-8CBF-EBA5289E9A6A}" presName="spacer" presStyleCnt="0"/>
      <dgm:spPr/>
    </dgm:pt>
    <dgm:pt modelId="{1E3893CE-0405-44AD-BB4A-B693E9832A20}" type="pres">
      <dgm:prSet presAssocID="{082CF3AB-8F4A-4EA0-BD6B-7FD6B63608EE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574B9FB4-DE49-4C0D-BFBB-9321CC261FE2}" type="pres">
      <dgm:prSet presAssocID="{762AD735-5A26-4E6D-AAE1-97030CD99611}" presName="spacer" presStyleCnt="0"/>
      <dgm:spPr/>
    </dgm:pt>
    <dgm:pt modelId="{F423C0B0-1BDC-48F3-860B-89902FB04C55}" type="pres">
      <dgm:prSet presAssocID="{39DD8787-B346-4179-8144-F050F6491507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03819782-171C-4ED7-A0A0-F840ECD916E2}" type="pres">
      <dgm:prSet presAssocID="{8AA49737-116B-47E5-8DF7-0CDA21B8A109}" presName="spacer" presStyleCnt="0"/>
      <dgm:spPr/>
    </dgm:pt>
    <dgm:pt modelId="{47961A84-CF4F-4DDD-879F-A6F368BE79BF}" type="pres">
      <dgm:prSet presAssocID="{BFABCF9D-B1FD-48D7-B0E9-A5C35FA471BE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C36CEFCD-AB0B-4120-A8E0-037E51FDDFB9}" type="pres">
      <dgm:prSet presAssocID="{4DB7D058-D925-4B49-9D8D-FC2D2A211129}" presName="spacer" presStyleCnt="0"/>
      <dgm:spPr/>
    </dgm:pt>
    <dgm:pt modelId="{916B7680-891E-44FA-8B52-B9D08A990F47}" type="pres">
      <dgm:prSet presAssocID="{67E98AF2-D43F-40AC-B6C4-546AEC948063}" presName="parentText" presStyleLbl="node1" presStyleIdx="7" presStyleCnt="8" custLinFactNeighborX="-9251" custLinFactNeighborY="49089">
        <dgm:presLayoutVars>
          <dgm:chMax val="0"/>
          <dgm:bulletEnabled val="1"/>
        </dgm:presLayoutVars>
      </dgm:prSet>
      <dgm:spPr/>
    </dgm:pt>
  </dgm:ptLst>
  <dgm:cxnLst>
    <dgm:cxn modelId="{7AC76104-76CE-4816-BDCB-6F9C09A7E5A3}" type="presOf" srcId="{39DD8787-B346-4179-8144-F050F6491507}" destId="{F423C0B0-1BDC-48F3-860B-89902FB04C55}" srcOrd="0" destOrd="0" presId="urn:microsoft.com/office/officeart/2005/8/layout/vList2"/>
    <dgm:cxn modelId="{75ABDD0D-1354-4F1D-8203-8DC7B735603B}" type="presOf" srcId="{054B0EAA-BE65-4083-8135-7D3DB5D03915}" destId="{6E6D5784-5A69-4638-B802-2A0E0D5DAC90}" srcOrd="0" destOrd="0" presId="urn:microsoft.com/office/officeart/2005/8/layout/vList2"/>
    <dgm:cxn modelId="{9C8C0C1A-E09B-44B5-8328-A2C789AC974F}" type="presOf" srcId="{D7E13976-867C-4229-AE22-B8816D4F3142}" destId="{DEB88158-BA3E-464C-80D1-9FAA859AE1CB}" srcOrd="0" destOrd="0" presId="urn:microsoft.com/office/officeart/2005/8/layout/vList2"/>
    <dgm:cxn modelId="{D21CE41E-A59A-49FD-A13B-89AE3E29B80F}" srcId="{5EEB2F8D-1715-4C89-B2CB-84F3E771703D}" destId="{DD5CAAEB-06AE-488A-B4F1-AF3B89107574}" srcOrd="3" destOrd="0" parTransId="{A746621A-9B58-456E-887F-A52E7E9E5449}" sibTransId="{D7835F0A-28D5-4851-8CBF-EBA5289E9A6A}"/>
    <dgm:cxn modelId="{F0D77025-46BE-4710-A451-5EA48CFBC52D}" srcId="{5EEB2F8D-1715-4C89-B2CB-84F3E771703D}" destId="{39DD8787-B346-4179-8144-F050F6491507}" srcOrd="5" destOrd="0" parTransId="{E39D9CBA-01DA-48A9-B44E-F6648EB7209E}" sibTransId="{8AA49737-116B-47E5-8DF7-0CDA21B8A109}"/>
    <dgm:cxn modelId="{4EB78034-4AD5-4F28-B99D-8688ABCB00B5}" type="presOf" srcId="{67E98AF2-D43F-40AC-B6C4-546AEC948063}" destId="{916B7680-891E-44FA-8B52-B9D08A990F47}" srcOrd="0" destOrd="0" presId="urn:microsoft.com/office/officeart/2005/8/layout/vList2"/>
    <dgm:cxn modelId="{0D81B135-3E58-464F-B698-2510DECDB1DF}" srcId="{5EEB2F8D-1715-4C89-B2CB-84F3E771703D}" destId="{D7E13976-867C-4229-AE22-B8816D4F3142}" srcOrd="0" destOrd="0" parTransId="{650CCF94-CDE6-4684-87A6-A915A8D26D66}" sibTransId="{5DBBD901-57EE-471D-8F96-18B3B3BDE78D}"/>
    <dgm:cxn modelId="{7236D03D-43B5-4DF8-BE76-0BC90FBB40A8}" type="presOf" srcId="{CB889F0C-9CD2-4FA5-A712-EC7D9D91F431}" destId="{957A8A84-00F8-4986-B01B-C27ABACA5130}" srcOrd="0" destOrd="0" presId="urn:microsoft.com/office/officeart/2005/8/layout/vList2"/>
    <dgm:cxn modelId="{05D12D83-A71C-4CCF-AE3B-51F623335D04}" type="presOf" srcId="{BFABCF9D-B1FD-48D7-B0E9-A5C35FA471BE}" destId="{47961A84-CF4F-4DDD-879F-A6F368BE79BF}" srcOrd="0" destOrd="0" presId="urn:microsoft.com/office/officeart/2005/8/layout/vList2"/>
    <dgm:cxn modelId="{B0DED388-7065-4996-B68B-CDACDAD0F894}" type="presOf" srcId="{5EEB2F8D-1715-4C89-B2CB-84F3E771703D}" destId="{531B6493-9EB3-4D72-AC51-29BCCF9BF828}" srcOrd="0" destOrd="0" presId="urn:microsoft.com/office/officeart/2005/8/layout/vList2"/>
    <dgm:cxn modelId="{45CB0891-7BA4-4EDA-B6A6-1B9340EDA9D1}" type="presOf" srcId="{082CF3AB-8F4A-4EA0-BD6B-7FD6B63608EE}" destId="{1E3893CE-0405-44AD-BB4A-B693E9832A20}" srcOrd="0" destOrd="0" presId="urn:microsoft.com/office/officeart/2005/8/layout/vList2"/>
    <dgm:cxn modelId="{B0FD3F93-0BA2-449D-99F2-3A3F612EE028}" type="presOf" srcId="{DD5CAAEB-06AE-488A-B4F1-AF3B89107574}" destId="{E8127D5A-04FF-4E66-9762-6030D18165C3}" srcOrd="0" destOrd="0" presId="urn:microsoft.com/office/officeart/2005/8/layout/vList2"/>
    <dgm:cxn modelId="{46D3C99C-5986-4096-A8B7-7C739FBA3CF9}" srcId="{5EEB2F8D-1715-4C89-B2CB-84F3E771703D}" destId="{BFABCF9D-B1FD-48D7-B0E9-A5C35FA471BE}" srcOrd="6" destOrd="0" parTransId="{A41770A8-C02C-44CE-8A2A-4CF8DE6A6C1E}" sibTransId="{4DB7D058-D925-4B49-9D8D-FC2D2A211129}"/>
    <dgm:cxn modelId="{0FE8A5A5-0D49-42F4-8955-A667259E1841}" srcId="{5EEB2F8D-1715-4C89-B2CB-84F3E771703D}" destId="{CB889F0C-9CD2-4FA5-A712-EC7D9D91F431}" srcOrd="2" destOrd="0" parTransId="{1C16351F-E152-4A43-AB70-7AEE8291A263}" sibTransId="{D0E04BCA-87FF-4EF9-AAC6-C4188CB53AEB}"/>
    <dgm:cxn modelId="{42EDA5A7-030A-4A48-AADA-3BA35446C719}" srcId="{5EEB2F8D-1715-4C89-B2CB-84F3E771703D}" destId="{054B0EAA-BE65-4083-8135-7D3DB5D03915}" srcOrd="1" destOrd="0" parTransId="{0552C257-5C11-4C5E-9AA4-AC11A83A548F}" sibTransId="{AD554280-5021-49ED-B2A0-13BBAF93B8C3}"/>
    <dgm:cxn modelId="{590682E2-AE8A-4E6D-88E3-2A163EFFB095}" srcId="{5EEB2F8D-1715-4C89-B2CB-84F3E771703D}" destId="{67E98AF2-D43F-40AC-B6C4-546AEC948063}" srcOrd="7" destOrd="0" parTransId="{557C85DE-1BC9-48C1-A1DE-F3C22703FB41}" sibTransId="{604E8382-E172-450E-8C6C-8CF80EDED3BA}"/>
    <dgm:cxn modelId="{3F0867FA-CC3B-4A6A-80DB-9062390CBEA3}" srcId="{5EEB2F8D-1715-4C89-B2CB-84F3E771703D}" destId="{082CF3AB-8F4A-4EA0-BD6B-7FD6B63608EE}" srcOrd="4" destOrd="0" parTransId="{76861023-010C-4168-B39A-012DC443468C}" sibTransId="{762AD735-5A26-4E6D-AAE1-97030CD99611}"/>
    <dgm:cxn modelId="{ED5459EE-0E1A-424C-86BF-1F434F30C0EB}" type="presParOf" srcId="{531B6493-9EB3-4D72-AC51-29BCCF9BF828}" destId="{DEB88158-BA3E-464C-80D1-9FAA859AE1CB}" srcOrd="0" destOrd="0" presId="urn:microsoft.com/office/officeart/2005/8/layout/vList2"/>
    <dgm:cxn modelId="{5707A9EF-5B0E-4F48-A663-5A5FAB67D1BB}" type="presParOf" srcId="{531B6493-9EB3-4D72-AC51-29BCCF9BF828}" destId="{9261BF07-7384-4B47-825E-DD60F884DB92}" srcOrd="1" destOrd="0" presId="urn:microsoft.com/office/officeart/2005/8/layout/vList2"/>
    <dgm:cxn modelId="{88B30DFA-F088-4BEE-AAFB-3342426118AE}" type="presParOf" srcId="{531B6493-9EB3-4D72-AC51-29BCCF9BF828}" destId="{6E6D5784-5A69-4638-B802-2A0E0D5DAC90}" srcOrd="2" destOrd="0" presId="urn:microsoft.com/office/officeart/2005/8/layout/vList2"/>
    <dgm:cxn modelId="{7AEB6B52-3220-4E34-AF47-7CBF109D2A38}" type="presParOf" srcId="{531B6493-9EB3-4D72-AC51-29BCCF9BF828}" destId="{063CF613-D750-4373-8B3D-46A2DF9A2D5B}" srcOrd="3" destOrd="0" presId="urn:microsoft.com/office/officeart/2005/8/layout/vList2"/>
    <dgm:cxn modelId="{99F81C23-8308-451E-A0FB-9A4A14EE3F06}" type="presParOf" srcId="{531B6493-9EB3-4D72-AC51-29BCCF9BF828}" destId="{957A8A84-00F8-4986-B01B-C27ABACA5130}" srcOrd="4" destOrd="0" presId="urn:microsoft.com/office/officeart/2005/8/layout/vList2"/>
    <dgm:cxn modelId="{2549ECBD-0837-46CA-B683-9CD362739582}" type="presParOf" srcId="{531B6493-9EB3-4D72-AC51-29BCCF9BF828}" destId="{2A1766B1-5E62-4289-A017-01959D9A9B1A}" srcOrd="5" destOrd="0" presId="urn:microsoft.com/office/officeart/2005/8/layout/vList2"/>
    <dgm:cxn modelId="{9F83FCA9-1EB3-48CB-A8B9-B2B1C036EE8A}" type="presParOf" srcId="{531B6493-9EB3-4D72-AC51-29BCCF9BF828}" destId="{E8127D5A-04FF-4E66-9762-6030D18165C3}" srcOrd="6" destOrd="0" presId="urn:microsoft.com/office/officeart/2005/8/layout/vList2"/>
    <dgm:cxn modelId="{3CA69D14-A150-4669-98BB-1B159105420A}" type="presParOf" srcId="{531B6493-9EB3-4D72-AC51-29BCCF9BF828}" destId="{17808B36-983A-4671-AC3B-DC5F03031895}" srcOrd="7" destOrd="0" presId="urn:microsoft.com/office/officeart/2005/8/layout/vList2"/>
    <dgm:cxn modelId="{490E9E76-F301-4051-BC82-633D2FA8BE12}" type="presParOf" srcId="{531B6493-9EB3-4D72-AC51-29BCCF9BF828}" destId="{1E3893CE-0405-44AD-BB4A-B693E9832A20}" srcOrd="8" destOrd="0" presId="urn:microsoft.com/office/officeart/2005/8/layout/vList2"/>
    <dgm:cxn modelId="{25039E67-5B07-4717-9D5B-7D78B3CFDE12}" type="presParOf" srcId="{531B6493-9EB3-4D72-AC51-29BCCF9BF828}" destId="{574B9FB4-DE49-4C0D-BFBB-9321CC261FE2}" srcOrd="9" destOrd="0" presId="urn:microsoft.com/office/officeart/2005/8/layout/vList2"/>
    <dgm:cxn modelId="{BCD2C65C-FC37-4C6E-A798-438742DE0FBD}" type="presParOf" srcId="{531B6493-9EB3-4D72-AC51-29BCCF9BF828}" destId="{F423C0B0-1BDC-48F3-860B-89902FB04C55}" srcOrd="10" destOrd="0" presId="urn:microsoft.com/office/officeart/2005/8/layout/vList2"/>
    <dgm:cxn modelId="{8E8866B5-2F9F-45CD-8E11-7114B4A803B4}" type="presParOf" srcId="{531B6493-9EB3-4D72-AC51-29BCCF9BF828}" destId="{03819782-171C-4ED7-A0A0-F840ECD916E2}" srcOrd="11" destOrd="0" presId="urn:microsoft.com/office/officeart/2005/8/layout/vList2"/>
    <dgm:cxn modelId="{F7B16B59-FB22-48AC-8328-79344A42E488}" type="presParOf" srcId="{531B6493-9EB3-4D72-AC51-29BCCF9BF828}" destId="{47961A84-CF4F-4DDD-879F-A6F368BE79BF}" srcOrd="12" destOrd="0" presId="urn:microsoft.com/office/officeart/2005/8/layout/vList2"/>
    <dgm:cxn modelId="{25AAAD57-FD26-40AF-86B7-922F9733528D}" type="presParOf" srcId="{531B6493-9EB3-4D72-AC51-29BCCF9BF828}" destId="{C36CEFCD-AB0B-4120-A8E0-037E51FDDFB9}" srcOrd="13" destOrd="0" presId="urn:microsoft.com/office/officeart/2005/8/layout/vList2"/>
    <dgm:cxn modelId="{3A1AF62A-0FC0-45C5-8980-98B9E570C381}" type="presParOf" srcId="{531B6493-9EB3-4D72-AC51-29BCCF9BF828}" destId="{916B7680-891E-44FA-8B52-B9D08A990F47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E93DE44-4E4A-4C9A-95E4-2181834F7975}" type="doc">
      <dgm:prSet loTypeId="urn:microsoft.com/office/officeart/2017/3/layout/DropPinTimeline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E6CB367-3652-4E44-AB94-13433C9B0836}">
      <dgm:prSet/>
      <dgm:spPr/>
      <dgm:t>
        <a:bodyPr/>
        <a:lstStyle/>
        <a:p>
          <a:pPr>
            <a:defRPr b="1"/>
          </a:pPr>
          <a:r>
            <a:rPr lang="en-US" dirty="0"/>
            <a:t>November 9</a:t>
          </a:r>
          <a:r>
            <a:rPr lang="en-US" baseline="30000" dirty="0"/>
            <a:t>th</a:t>
          </a:r>
          <a:r>
            <a:rPr lang="en-US" dirty="0"/>
            <a:t> 2021</a:t>
          </a:r>
        </a:p>
      </dgm:t>
    </dgm:pt>
    <dgm:pt modelId="{5D22637C-B2AD-48F7-837F-494369D4B388}" type="parTrans" cxnId="{73D30971-F601-4090-8E61-E4C2436DC94D}">
      <dgm:prSet/>
      <dgm:spPr/>
      <dgm:t>
        <a:bodyPr/>
        <a:lstStyle/>
        <a:p>
          <a:endParaRPr lang="de-AT"/>
        </a:p>
      </dgm:t>
    </dgm:pt>
    <dgm:pt modelId="{44342D49-560D-4086-B574-C35EF056AF77}" type="sibTrans" cxnId="{73D30971-F601-4090-8E61-E4C2436DC94D}">
      <dgm:prSet/>
      <dgm:spPr/>
      <dgm:t>
        <a:bodyPr/>
        <a:lstStyle/>
        <a:p>
          <a:endParaRPr lang="de-AT"/>
        </a:p>
      </dgm:t>
    </dgm:pt>
    <dgm:pt modelId="{064E87F0-0ABB-4588-9D3F-6ACF995C74A5}">
      <dgm:prSet/>
      <dgm:spPr/>
      <dgm:t>
        <a:bodyPr/>
        <a:lstStyle/>
        <a:p>
          <a:r>
            <a:rPr lang="en-US" b="0" i="0" dirty="0"/>
            <a:t>Building developer tooling with Roslyn by Will Fuqua</a:t>
          </a:r>
          <a:endParaRPr lang="en-US" b="0" dirty="0"/>
        </a:p>
      </dgm:t>
    </dgm:pt>
    <dgm:pt modelId="{D557906C-5FEC-4562-9105-3A0B232681F5}" type="parTrans" cxnId="{3BB5002D-B054-4345-80F5-D43961C4A540}">
      <dgm:prSet/>
      <dgm:spPr/>
      <dgm:t>
        <a:bodyPr/>
        <a:lstStyle/>
        <a:p>
          <a:endParaRPr lang="de-AT"/>
        </a:p>
      </dgm:t>
    </dgm:pt>
    <dgm:pt modelId="{0F67BBB8-3A53-41B7-8EE9-A7CE4C482BD2}" type="sibTrans" cxnId="{3BB5002D-B054-4345-80F5-D43961C4A540}">
      <dgm:prSet/>
      <dgm:spPr/>
      <dgm:t>
        <a:bodyPr/>
        <a:lstStyle/>
        <a:p>
          <a:endParaRPr lang="de-AT"/>
        </a:p>
      </dgm:t>
    </dgm:pt>
    <dgm:pt modelId="{1477CFD4-C010-4727-A9EA-D64A3304DDF0}">
      <dgm:prSet/>
      <dgm:spPr/>
      <dgm:t>
        <a:bodyPr/>
        <a:lstStyle/>
        <a:p>
          <a:pPr>
            <a:defRPr b="1"/>
          </a:pPr>
          <a:r>
            <a:rPr lang="en-US" dirty="0"/>
            <a:t>December 7</a:t>
          </a:r>
          <a:r>
            <a:rPr lang="en-US" baseline="30000" dirty="0"/>
            <a:t>th</a:t>
          </a:r>
          <a:r>
            <a:rPr lang="en-US" dirty="0"/>
            <a:t> 2021</a:t>
          </a:r>
        </a:p>
      </dgm:t>
    </dgm:pt>
    <dgm:pt modelId="{898E7DF8-7B12-44E0-8FCC-908DEB5DDA36}" type="parTrans" cxnId="{EF2ED9AD-6BDE-418B-B4CB-CA25D2C61E0F}">
      <dgm:prSet/>
      <dgm:spPr/>
      <dgm:t>
        <a:bodyPr/>
        <a:lstStyle/>
        <a:p>
          <a:endParaRPr lang="de-AT"/>
        </a:p>
      </dgm:t>
    </dgm:pt>
    <dgm:pt modelId="{DA8D5C2A-7E6E-473F-A779-E52337E03B55}" type="sibTrans" cxnId="{EF2ED9AD-6BDE-418B-B4CB-CA25D2C61E0F}">
      <dgm:prSet/>
      <dgm:spPr/>
      <dgm:t>
        <a:bodyPr/>
        <a:lstStyle/>
        <a:p>
          <a:endParaRPr lang="de-AT"/>
        </a:p>
      </dgm:t>
    </dgm:pt>
    <dgm:pt modelId="{5971343C-A500-479F-9425-4A377466903F}">
      <dgm:prSet/>
      <dgm:spPr/>
      <dgm:t>
        <a:bodyPr/>
        <a:lstStyle/>
        <a:p>
          <a:r>
            <a:rPr lang="de-AT" dirty="0" err="1"/>
            <a:t>Build</a:t>
          </a:r>
          <a:r>
            <a:rPr lang="de-AT" dirty="0"/>
            <a:t> </a:t>
          </a:r>
          <a:r>
            <a:rPr lang="de-AT" dirty="0" err="1"/>
            <a:t>Connected</a:t>
          </a:r>
          <a:r>
            <a:rPr lang="de-AT" dirty="0"/>
            <a:t> Things </a:t>
          </a:r>
          <a:r>
            <a:rPr lang="de-AT" dirty="0" err="1"/>
            <a:t>with</a:t>
          </a:r>
          <a:r>
            <a:rPr lang="de-AT" dirty="0"/>
            <a:t> Meadow and C#</a:t>
          </a:r>
          <a:endParaRPr lang="en-US" dirty="0"/>
        </a:p>
      </dgm:t>
    </dgm:pt>
    <dgm:pt modelId="{3941DFA7-9D29-40E6-BA9E-E549C24983CC}" type="parTrans" cxnId="{5651BC71-96DA-49C7-952F-A09EE64E573C}">
      <dgm:prSet/>
      <dgm:spPr/>
      <dgm:t>
        <a:bodyPr/>
        <a:lstStyle/>
        <a:p>
          <a:endParaRPr lang="de-AT"/>
        </a:p>
      </dgm:t>
    </dgm:pt>
    <dgm:pt modelId="{F59F55FC-459C-4BC7-A27C-10296A78A7AE}" type="sibTrans" cxnId="{5651BC71-96DA-49C7-952F-A09EE64E573C}">
      <dgm:prSet/>
      <dgm:spPr/>
      <dgm:t>
        <a:bodyPr/>
        <a:lstStyle/>
        <a:p>
          <a:endParaRPr lang="de-AT"/>
        </a:p>
      </dgm:t>
    </dgm:pt>
    <dgm:pt modelId="{1BA16A38-3B91-428B-92CC-008829220034}">
      <dgm:prSet/>
      <dgm:spPr/>
      <dgm:t>
        <a:bodyPr/>
        <a:lstStyle/>
        <a:p>
          <a:r>
            <a:rPr lang="de-AT"/>
            <a:t>by </a:t>
          </a:r>
          <a:r>
            <a:rPr lang="de-AT" dirty="0"/>
            <a:t>Jorge Ramirez</a:t>
          </a:r>
          <a:endParaRPr lang="en-US" dirty="0"/>
        </a:p>
      </dgm:t>
    </dgm:pt>
    <dgm:pt modelId="{D7E18522-8355-42A7-80EC-25072AB69646}" type="parTrans" cxnId="{CA7C8BD0-D41A-4506-81B5-D091E9B32209}">
      <dgm:prSet/>
      <dgm:spPr/>
      <dgm:t>
        <a:bodyPr/>
        <a:lstStyle/>
        <a:p>
          <a:endParaRPr lang="de-AT"/>
        </a:p>
      </dgm:t>
    </dgm:pt>
    <dgm:pt modelId="{FC09B43F-6C16-4491-8A17-A9CD5D40E869}" type="sibTrans" cxnId="{CA7C8BD0-D41A-4506-81B5-D091E9B32209}">
      <dgm:prSet/>
      <dgm:spPr/>
      <dgm:t>
        <a:bodyPr/>
        <a:lstStyle/>
        <a:p>
          <a:endParaRPr lang="de-AT"/>
        </a:p>
      </dgm:t>
    </dgm:pt>
    <dgm:pt modelId="{3DA630F9-2B07-4D76-AB3F-EB26E00F6B3F}" type="pres">
      <dgm:prSet presAssocID="{6E93DE44-4E4A-4C9A-95E4-2181834F7975}" presName="root" presStyleCnt="0">
        <dgm:presLayoutVars>
          <dgm:chMax/>
          <dgm:chPref/>
          <dgm:animLvl val="lvl"/>
        </dgm:presLayoutVars>
      </dgm:prSet>
      <dgm:spPr/>
    </dgm:pt>
    <dgm:pt modelId="{28FC3E88-7C32-415F-9750-3D26A34F0107}" type="pres">
      <dgm:prSet presAssocID="{6E93DE44-4E4A-4C9A-95E4-2181834F7975}" presName="divider" presStyleLbl="fgAcc1" presStyleIdx="0" presStyleCnt="3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gm:spPr>
    </dgm:pt>
    <dgm:pt modelId="{A76CF17B-42DA-4154-BC58-6F58196E6904}" type="pres">
      <dgm:prSet presAssocID="{6E93DE44-4E4A-4C9A-95E4-2181834F7975}" presName="nodes" presStyleCnt="0">
        <dgm:presLayoutVars>
          <dgm:chMax/>
          <dgm:chPref/>
          <dgm:animLvl val="lvl"/>
        </dgm:presLayoutVars>
      </dgm:prSet>
      <dgm:spPr/>
    </dgm:pt>
    <dgm:pt modelId="{6544D6E6-67DD-49C6-A157-5E79B563307A}" type="pres">
      <dgm:prSet presAssocID="{2E6CB367-3652-4E44-AB94-13433C9B0836}" presName="composite1" presStyleCnt="0"/>
      <dgm:spPr/>
    </dgm:pt>
    <dgm:pt modelId="{F9AD61D3-EEB2-45F7-968D-F2D2E8A05212}" type="pres">
      <dgm:prSet presAssocID="{2E6CB367-3652-4E44-AB94-13433C9B0836}" presName="ConnectorPoint1" presStyleLbl="lnNode1" presStyleIdx="0" presStyleCnt="2"/>
      <dgm:spPr/>
    </dgm:pt>
    <dgm:pt modelId="{1BED17EA-E403-4E60-8218-8FBA4E183809}" type="pres">
      <dgm:prSet presAssocID="{2E6CB367-3652-4E44-AB94-13433C9B0836}" presName="DropPinPlaceHolder1" presStyleCnt="0"/>
      <dgm:spPr/>
    </dgm:pt>
    <dgm:pt modelId="{37B3F961-1B30-4A7D-A687-57616EEF115B}" type="pres">
      <dgm:prSet presAssocID="{2E6CB367-3652-4E44-AB94-13433C9B0836}" presName="DropPin1" presStyleLbl="alignNode1" presStyleIdx="0" presStyleCnt="2"/>
      <dgm:spPr/>
    </dgm:pt>
    <dgm:pt modelId="{5782AB1A-6ED1-493D-B0ED-BFAB3ED4CBAC}" type="pres">
      <dgm:prSet presAssocID="{2E6CB367-3652-4E44-AB94-13433C9B0836}" presName="Ellipse1" presStyleLbl="fgAcc1" presStyleIdx="1" presStyleCnt="3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gm:spPr>
    </dgm:pt>
    <dgm:pt modelId="{7B90674C-8736-4260-A8EF-4946EFA564EB}" type="pres">
      <dgm:prSet presAssocID="{2E6CB367-3652-4E44-AB94-13433C9B0836}" presName="L2TextContainer1" presStyleLbl="revTx" presStyleIdx="0" presStyleCnt="4">
        <dgm:presLayoutVars>
          <dgm:bulletEnabled val="1"/>
        </dgm:presLayoutVars>
      </dgm:prSet>
      <dgm:spPr/>
    </dgm:pt>
    <dgm:pt modelId="{A4A87308-DA6E-4A5D-A3A1-6FC56A8AD4C9}" type="pres">
      <dgm:prSet presAssocID="{2E6CB367-3652-4E44-AB94-13433C9B0836}" presName="L1TextContainer1" presStyleLbl="revTx" presStyleIdx="1" presStyleCnt="4">
        <dgm:presLayoutVars>
          <dgm:chMax val="1"/>
          <dgm:chPref val="1"/>
          <dgm:bulletEnabled val="1"/>
        </dgm:presLayoutVars>
      </dgm:prSet>
      <dgm:spPr/>
    </dgm:pt>
    <dgm:pt modelId="{C2CD4B61-4026-43D9-8600-E75DC5549FC6}" type="pres">
      <dgm:prSet presAssocID="{2E6CB367-3652-4E44-AB94-13433C9B0836}" presName="ConnectLine1" presStyleLbl="sibTrans1D1" presStyleIdx="0" presStyleCnt="2"/>
      <dgm:spPr>
        <a:noFill/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622896F9-07E5-49E6-8DBF-D915FB790749}" type="pres">
      <dgm:prSet presAssocID="{2E6CB367-3652-4E44-AB94-13433C9B0836}" presName="EmptyPlaceHolder1" presStyleCnt="0"/>
      <dgm:spPr/>
    </dgm:pt>
    <dgm:pt modelId="{04D0F27D-4D74-4EE3-9D00-1B2746BC8D6D}" type="pres">
      <dgm:prSet presAssocID="{44342D49-560D-4086-B574-C35EF056AF77}" presName="spaceBetweenRectangles1" presStyleCnt="0"/>
      <dgm:spPr/>
    </dgm:pt>
    <dgm:pt modelId="{C9772AB9-F855-47EA-AAAD-8B0666BBC0AE}" type="pres">
      <dgm:prSet presAssocID="{1477CFD4-C010-4727-A9EA-D64A3304DDF0}" presName="composite1" presStyleCnt="0"/>
      <dgm:spPr/>
    </dgm:pt>
    <dgm:pt modelId="{A637ABE9-53EE-4D2B-86E8-4AE5E54859A2}" type="pres">
      <dgm:prSet presAssocID="{1477CFD4-C010-4727-A9EA-D64A3304DDF0}" presName="ConnectorPoint1" presStyleLbl="lnNode1" presStyleIdx="1" presStyleCnt="2"/>
      <dgm:spPr/>
    </dgm:pt>
    <dgm:pt modelId="{9EC70ED1-4ED3-4EE6-9D9D-0C46E1DAC8BB}" type="pres">
      <dgm:prSet presAssocID="{1477CFD4-C010-4727-A9EA-D64A3304DDF0}" presName="DropPinPlaceHolder1" presStyleCnt="0"/>
      <dgm:spPr/>
    </dgm:pt>
    <dgm:pt modelId="{FDDA8C55-3D6A-487B-A920-A08AF9574A8B}" type="pres">
      <dgm:prSet presAssocID="{1477CFD4-C010-4727-A9EA-D64A3304DDF0}" presName="DropPin1" presStyleLbl="alignNode1" presStyleIdx="1" presStyleCnt="2"/>
      <dgm:spPr/>
    </dgm:pt>
    <dgm:pt modelId="{DEB1A5AD-8C4F-4660-BDD4-298C21F85646}" type="pres">
      <dgm:prSet presAssocID="{1477CFD4-C010-4727-A9EA-D64A3304DDF0}" presName="Ellipse1" presStyleLbl="fgAcc1" presStyleIdx="2" presStyleCnt="3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gm:spPr>
    </dgm:pt>
    <dgm:pt modelId="{A1A325A7-30CC-4EA4-9600-E1D31F9B0626}" type="pres">
      <dgm:prSet presAssocID="{1477CFD4-C010-4727-A9EA-D64A3304DDF0}" presName="L2TextContainer1" presStyleLbl="revTx" presStyleIdx="2" presStyleCnt="4">
        <dgm:presLayoutVars>
          <dgm:bulletEnabled val="1"/>
        </dgm:presLayoutVars>
      </dgm:prSet>
      <dgm:spPr/>
    </dgm:pt>
    <dgm:pt modelId="{3587E619-680B-4A76-82B3-1EE19507C6AB}" type="pres">
      <dgm:prSet presAssocID="{1477CFD4-C010-4727-A9EA-D64A3304DDF0}" presName="L1TextContainer1" presStyleLbl="revTx" presStyleIdx="3" presStyleCnt="4">
        <dgm:presLayoutVars>
          <dgm:chMax val="1"/>
          <dgm:chPref val="1"/>
          <dgm:bulletEnabled val="1"/>
        </dgm:presLayoutVars>
      </dgm:prSet>
      <dgm:spPr/>
    </dgm:pt>
    <dgm:pt modelId="{BDBEF74D-0A55-41A1-AFFB-2E8D2205CD90}" type="pres">
      <dgm:prSet presAssocID="{1477CFD4-C010-4727-A9EA-D64A3304DDF0}" presName="ConnectLine1" presStyleLbl="sibTrans1D1" presStyleIdx="1" presStyleCnt="2"/>
      <dgm:spPr>
        <a:noFill/>
        <a:ln w="12700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dash"/>
        </a:ln>
        <a:effectLst/>
      </dgm:spPr>
    </dgm:pt>
    <dgm:pt modelId="{67F0CD07-9C73-473C-A866-2D42A751EB9C}" type="pres">
      <dgm:prSet presAssocID="{1477CFD4-C010-4727-A9EA-D64A3304DDF0}" presName="EmptyPlaceHolder1" presStyleCnt="0"/>
      <dgm:spPr/>
    </dgm:pt>
  </dgm:ptLst>
  <dgm:cxnLst>
    <dgm:cxn modelId="{3BB5002D-B054-4345-80F5-D43961C4A540}" srcId="{2E6CB367-3652-4E44-AB94-13433C9B0836}" destId="{064E87F0-0ABB-4588-9D3F-6ACF995C74A5}" srcOrd="0" destOrd="0" parTransId="{D557906C-5FEC-4562-9105-3A0B232681F5}" sibTransId="{0F67BBB8-3A53-41B7-8EE9-A7CE4C482BD2}"/>
    <dgm:cxn modelId="{FCABBC49-84D4-4425-82EA-E266122E27CD}" type="presOf" srcId="{064E87F0-0ABB-4588-9D3F-6ACF995C74A5}" destId="{7B90674C-8736-4260-A8EF-4946EFA564EB}" srcOrd="0" destOrd="0" presId="urn:microsoft.com/office/officeart/2017/3/layout/DropPinTimeline"/>
    <dgm:cxn modelId="{73D30971-F601-4090-8E61-E4C2436DC94D}" srcId="{6E93DE44-4E4A-4C9A-95E4-2181834F7975}" destId="{2E6CB367-3652-4E44-AB94-13433C9B0836}" srcOrd="0" destOrd="0" parTransId="{5D22637C-B2AD-48F7-837F-494369D4B388}" sibTransId="{44342D49-560D-4086-B574-C35EF056AF77}"/>
    <dgm:cxn modelId="{5651BC71-96DA-49C7-952F-A09EE64E573C}" srcId="{1477CFD4-C010-4727-A9EA-D64A3304DDF0}" destId="{5971343C-A500-479F-9425-4A377466903F}" srcOrd="0" destOrd="0" parTransId="{3941DFA7-9D29-40E6-BA9E-E549C24983CC}" sibTransId="{F59F55FC-459C-4BC7-A27C-10296A78A7AE}"/>
    <dgm:cxn modelId="{53BE4557-4DB6-445D-9752-4B2ADFEA8FBD}" type="presOf" srcId="{5971343C-A500-479F-9425-4A377466903F}" destId="{A1A325A7-30CC-4EA4-9600-E1D31F9B0626}" srcOrd="0" destOrd="0" presId="urn:microsoft.com/office/officeart/2017/3/layout/DropPinTimeline"/>
    <dgm:cxn modelId="{64E7657C-12C4-47CB-B567-1896D012782D}" type="presOf" srcId="{6E93DE44-4E4A-4C9A-95E4-2181834F7975}" destId="{3DA630F9-2B07-4D76-AB3F-EB26E00F6B3F}" srcOrd="0" destOrd="0" presId="urn:microsoft.com/office/officeart/2017/3/layout/DropPinTimeline"/>
    <dgm:cxn modelId="{6D5A8BA7-F878-4E74-B355-0B7661C78AF4}" type="presOf" srcId="{1BA16A38-3B91-428B-92CC-008829220034}" destId="{A1A325A7-30CC-4EA4-9600-E1D31F9B0626}" srcOrd="0" destOrd="1" presId="urn:microsoft.com/office/officeart/2017/3/layout/DropPinTimeline"/>
    <dgm:cxn modelId="{EF2ED9AD-6BDE-418B-B4CB-CA25D2C61E0F}" srcId="{6E93DE44-4E4A-4C9A-95E4-2181834F7975}" destId="{1477CFD4-C010-4727-A9EA-D64A3304DDF0}" srcOrd="1" destOrd="0" parTransId="{898E7DF8-7B12-44E0-8FCC-908DEB5DDA36}" sibTransId="{DA8D5C2A-7E6E-473F-A779-E52337E03B55}"/>
    <dgm:cxn modelId="{A8B667C1-7889-4AC3-B210-C7BC6493508E}" type="presOf" srcId="{1477CFD4-C010-4727-A9EA-D64A3304DDF0}" destId="{3587E619-680B-4A76-82B3-1EE19507C6AB}" srcOrd="0" destOrd="0" presId="urn:microsoft.com/office/officeart/2017/3/layout/DropPinTimeline"/>
    <dgm:cxn modelId="{1292E5C5-4CA2-47E4-9267-CBBAB228E388}" type="presOf" srcId="{2E6CB367-3652-4E44-AB94-13433C9B0836}" destId="{A4A87308-DA6E-4A5D-A3A1-6FC56A8AD4C9}" srcOrd="0" destOrd="0" presId="urn:microsoft.com/office/officeart/2017/3/layout/DropPinTimeline"/>
    <dgm:cxn modelId="{CA7C8BD0-D41A-4506-81B5-D091E9B32209}" srcId="{1477CFD4-C010-4727-A9EA-D64A3304DDF0}" destId="{1BA16A38-3B91-428B-92CC-008829220034}" srcOrd="1" destOrd="0" parTransId="{D7E18522-8355-42A7-80EC-25072AB69646}" sibTransId="{FC09B43F-6C16-4491-8A17-A9CD5D40E869}"/>
    <dgm:cxn modelId="{7A8D26EA-253B-4E4C-8E27-3904AAD8A9B8}" type="presParOf" srcId="{3DA630F9-2B07-4D76-AB3F-EB26E00F6B3F}" destId="{28FC3E88-7C32-415F-9750-3D26A34F0107}" srcOrd="0" destOrd="0" presId="urn:microsoft.com/office/officeart/2017/3/layout/DropPinTimeline"/>
    <dgm:cxn modelId="{74AD02AD-6199-4939-A7A8-898D1E0173CC}" type="presParOf" srcId="{3DA630F9-2B07-4D76-AB3F-EB26E00F6B3F}" destId="{A76CF17B-42DA-4154-BC58-6F58196E6904}" srcOrd="1" destOrd="0" presId="urn:microsoft.com/office/officeart/2017/3/layout/DropPinTimeline"/>
    <dgm:cxn modelId="{2729EB32-F75A-482F-A45E-77917B55D3B3}" type="presParOf" srcId="{A76CF17B-42DA-4154-BC58-6F58196E6904}" destId="{6544D6E6-67DD-49C6-A157-5E79B563307A}" srcOrd="0" destOrd="0" presId="urn:microsoft.com/office/officeart/2017/3/layout/DropPinTimeline"/>
    <dgm:cxn modelId="{F12BCD0D-0DC9-436B-AEDE-F1C007E8CF20}" type="presParOf" srcId="{6544D6E6-67DD-49C6-A157-5E79B563307A}" destId="{F9AD61D3-EEB2-45F7-968D-F2D2E8A05212}" srcOrd="0" destOrd="0" presId="urn:microsoft.com/office/officeart/2017/3/layout/DropPinTimeline"/>
    <dgm:cxn modelId="{1DC9F7A4-448D-43BB-8075-D188FC7FA46B}" type="presParOf" srcId="{6544D6E6-67DD-49C6-A157-5E79B563307A}" destId="{1BED17EA-E403-4E60-8218-8FBA4E183809}" srcOrd="1" destOrd="0" presId="urn:microsoft.com/office/officeart/2017/3/layout/DropPinTimeline"/>
    <dgm:cxn modelId="{5621A410-6DAB-4BE4-8A9B-86BBA17562E6}" type="presParOf" srcId="{1BED17EA-E403-4E60-8218-8FBA4E183809}" destId="{37B3F961-1B30-4A7D-A687-57616EEF115B}" srcOrd="0" destOrd="0" presId="urn:microsoft.com/office/officeart/2017/3/layout/DropPinTimeline"/>
    <dgm:cxn modelId="{705BECC7-B427-403A-B0BC-7B4A81B2D7F3}" type="presParOf" srcId="{1BED17EA-E403-4E60-8218-8FBA4E183809}" destId="{5782AB1A-6ED1-493D-B0ED-BFAB3ED4CBAC}" srcOrd="1" destOrd="0" presId="urn:microsoft.com/office/officeart/2017/3/layout/DropPinTimeline"/>
    <dgm:cxn modelId="{C3B1E05B-5717-4EA9-8423-42759126937F}" type="presParOf" srcId="{6544D6E6-67DD-49C6-A157-5E79B563307A}" destId="{7B90674C-8736-4260-A8EF-4946EFA564EB}" srcOrd="2" destOrd="0" presId="urn:microsoft.com/office/officeart/2017/3/layout/DropPinTimeline"/>
    <dgm:cxn modelId="{0E2D56DC-69C1-47A0-B24C-3B13C81C912F}" type="presParOf" srcId="{6544D6E6-67DD-49C6-A157-5E79B563307A}" destId="{A4A87308-DA6E-4A5D-A3A1-6FC56A8AD4C9}" srcOrd="3" destOrd="0" presId="urn:microsoft.com/office/officeart/2017/3/layout/DropPinTimeline"/>
    <dgm:cxn modelId="{FA8147B9-3847-4E58-91B6-513298B54754}" type="presParOf" srcId="{6544D6E6-67DD-49C6-A157-5E79B563307A}" destId="{C2CD4B61-4026-43D9-8600-E75DC5549FC6}" srcOrd="4" destOrd="0" presId="urn:microsoft.com/office/officeart/2017/3/layout/DropPinTimeline"/>
    <dgm:cxn modelId="{57F0664A-43D0-4887-8B50-A563322D310A}" type="presParOf" srcId="{6544D6E6-67DD-49C6-A157-5E79B563307A}" destId="{622896F9-07E5-49E6-8DBF-D915FB790749}" srcOrd="5" destOrd="0" presId="urn:microsoft.com/office/officeart/2017/3/layout/DropPinTimeline"/>
    <dgm:cxn modelId="{D7A27A3B-D41E-4A66-BA8A-37BAB7DC8D57}" type="presParOf" srcId="{A76CF17B-42DA-4154-BC58-6F58196E6904}" destId="{04D0F27D-4D74-4EE3-9D00-1B2746BC8D6D}" srcOrd="1" destOrd="0" presId="urn:microsoft.com/office/officeart/2017/3/layout/DropPinTimeline"/>
    <dgm:cxn modelId="{334FED5C-235B-41E1-A39E-13380EB55A58}" type="presParOf" srcId="{A76CF17B-42DA-4154-BC58-6F58196E6904}" destId="{C9772AB9-F855-47EA-AAAD-8B0666BBC0AE}" srcOrd="2" destOrd="0" presId="urn:microsoft.com/office/officeart/2017/3/layout/DropPinTimeline"/>
    <dgm:cxn modelId="{E99FA55F-CC8E-4DA7-8C3D-0E15701226A1}" type="presParOf" srcId="{C9772AB9-F855-47EA-AAAD-8B0666BBC0AE}" destId="{A637ABE9-53EE-4D2B-86E8-4AE5E54859A2}" srcOrd="0" destOrd="0" presId="urn:microsoft.com/office/officeart/2017/3/layout/DropPinTimeline"/>
    <dgm:cxn modelId="{BEB31D64-169C-4EF7-9178-9914BCDF7A2F}" type="presParOf" srcId="{C9772AB9-F855-47EA-AAAD-8B0666BBC0AE}" destId="{9EC70ED1-4ED3-4EE6-9D9D-0C46E1DAC8BB}" srcOrd="1" destOrd="0" presId="urn:microsoft.com/office/officeart/2017/3/layout/DropPinTimeline"/>
    <dgm:cxn modelId="{6D788E55-B547-4383-9F50-2E5F43CF21DB}" type="presParOf" srcId="{9EC70ED1-4ED3-4EE6-9D9D-0C46E1DAC8BB}" destId="{FDDA8C55-3D6A-487B-A920-A08AF9574A8B}" srcOrd="0" destOrd="0" presId="urn:microsoft.com/office/officeart/2017/3/layout/DropPinTimeline"/>
    <dgm:cxn modelId="{106C5D83-1587-4563-883C-CAE9E07A501E}" type="presParOf" srcId="{9EC70ED1-4ED3-4EE6-9D9D-0C46E1DAC8BB}" destId="{DEB1A5AD-8C4F-4660-BDD4-298C21F85646}" srcOrd="1" destOrd="0" presId="urn:microsoft.com/office/officeart/2017/3/layout/DropPinTimeline"/>
    <dgm:cxn modelId="{8EB6DAAA-0CD2-4F26-A3D7-0214B98578B3}" type="presParOf" srcId="{C9772AB9-F855-47EA-AAAD-8B0666BBC0AE}" destId="{A1A325A7-30CC-4EA4-9600-E1D31F9B0626}" srcOrd="2" destOrd="0" presId="urn:microsoft.com/office/officeart/2017/3/layout/DropPinTimeline"/>
    <dgm:cxn modelId="{4901965D-D96C-4F7F-B741-08EBB6D9269B}" type="presParOf" srcId="{C9772AB9-F855-47EA-AAAD-8B0666BBC0AE}" destId="{3587E619-680B-4A76-82B3-1EE19507C6AB}" srcOrd="3" destOrd="0" presId="urn:microsoft.com/office/officeart/2017/3/layout/DropPinTimeline"/>
    <dgm:cxn modelId="{F1470C02-3D6F-416D-9F96-552DB25786C3}" type="presParOf" srcId="{C9772AB9-F855-47EA-AAAD-8B0666BBC0AE}" destId="{BDBEF74D-0A55-41A1-AFFB-2E8D2205CD90}" srcOrd="4" destOrd="0" presId="urn:microsoft.com/office/officeart/2017/3/layout/DropPinTimeline"/>
    <dgm:cxn modelId="{00AF7D89-51E9-46C6-9A26-A23B9CDD818C}" type="presParOf" srcId="{C9772AB9-F855-47EA-AAAD-8B0666BBC0AE}" destId="{67F0CD07-9C73-473C-A866-2D42A751EB9C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B88158-BA3E-464C-80D1-9FAA859AE1CB}">
      <dsp:nvSpPr>
        <dsp:cNvPr id="0" name=""/>
        <dsp:cNvSpPr/>
      </dsp:nvSpPr>
      <dsp:spPr>
        <a:xfrm>
          <a:off x="0" y="24929"/>
          <a:ext cx="10018712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How to run tests?</a:t>
          </a:r>
          <a:endParaRPr lang="de-AT" sz="1900" kern="1200" dirty="0"/>
        </a:p>
      </dsp:txBody>
      <dsp:txXfrm>
        <a:off x="22246" y="47175"/>
        <a:ext cx="9974220" cy="411223"/>
      </dsp:txXfrm>
    </dsp:sp>
    <dsp:sp modelId="{6E6D5784-5A69-4638-B802-2A0E0D5DAC90}">
      <dsp:nvSpPr>
        <dsp:cNvPr id="0" name=""/>
        <dsp:cNvSpPr/>
      </dsp:nvSpPr>
      <dsp:spPr>
        <a:xfrm>
          <a:off x="0" y="535364"/>
          <a:ext cx="10018712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How to define a test?</a:t>
          </a:r>
          <a:endParaRPr lang="de-AT" sz="1900" kern="1200" dirty="0"/>
        </a:p>
      </dsp:txBody>
      <dsp:txXfrm>
        <a:off x="22246" y="557610"/>
        <a:ext cx="9974220" cy="411223"/>
      </dsp:txXfrm>
    </dsp:sp>
    <dsp:sp modelId="{957A8A84-00F8-4986-B01B-C27ABACA5130}">
      <dsp:nvSpPr>
        <dsp:cNvPr id="0" name=""/>
        <dsp:cNvSpPr/>
      </dsp:nvSpPr>
      <dsp:spPr>
        <a:xfrm>
          <a:off x="0" y="1045799"/>
          <a:ext cx="10018712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How to check if a test result is valid?</a:t>
          </a:r>
          <a:endParaRPr lang="de-AT" sz="1900" kern="1200" dirty="0"/>
        </a:p>
      </dsp:txBody>
      <dsp:txXfrm>
        <a:off x="22246" y="1068045"/>
        <a:ext cx="9974220" cy="411223"/>
      </dsp:txXfrm>
    </dsp:sp>
    <dsp:sp modelId="{E8127D5A-04FF-4E66-9762-6030D18165C3}">
      <dsp:nvSpPr>
        <dsp:cNvPr id="0" name=""/>
        <dsp:cNvSpPr/>
      </dsp:nvSpPr>
      <dsp:spPr>
        <a:xfrm>
          <a:off x="0" y="1556234"/>
          <a:ext cx="10018712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How to automate a desktop/web/mobile app?</a:t>
          </a:r>
          <a:endParaRPr lang="de-AT" sz="1900" kern="1200" dirty="0"/>
        </a:p>
      </dsp:txBody>
      <dsp:txXfrm>
        <a:off x="22246" y="1578480"/>
        <a:ext cx="9974220" cy="411223"/>
      </dsp:txXfrm>
    </dsp:sp>
    <dsp:sp modelId="{1E3893CE-0405-44AD-BB4A-B693E9832A20}">
      <dsp:nvSpPr>
        <dsp:cNvPr id="0" name=""/>
        <dsp:cNvSpPr/>
      </dsp:nvSpPr>
      <dsp:spPr>
        <a:xfrm>
          <a:off x="0" y="2066669"/>
          <a:ext cx="10018712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How to handle internal dependencies?</a:t>
          </a:r>
          <a:endParaRPr lang="de-AT" sz="1900" kern="1200" dirty="0"/>
        </a:p>
      </dsp:txBody>
      <dsp:txXfrm>
        <a:off x="22246" y="2088915"/>
        <a:ext cx="9974220" cy="411223"/>
      </dsp:txXfrm>
    </dsp:sp>
    <dsp:sp modelId="{F423C0B0-1BDC-48F3-860B-89902FB04C55}">
      <dsp:nvSpPr>
        <dsp:cNvPr id="0" name=""/>
        <dsp:cNvSpPr/>
      </dsp:nvSpPr>
      <dsp:spPr>
        <a:xfrm>
          <a:off x="0" y="2577104"/>
          <a:ext cx="10018712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How to handle external dependencies?</a:t>
          </a:r>
          <a:endParaRPr lang="de-AT" sz="1900" kern="1200" dirty="0"/>
        </a:p>
      </dsp:txBody>
      <dsp:txXfrm>
        <a:off x="22246" y="2599350"/>
        <a:ext cx="9974220" cy="411223"/>
      </dsp:txXfrm>
    </dsp:sp>
    <dsp:sp modelId="{47961A84-CF4F-4DDD-879F-A6F368BE79BF}">
      <dsp:nvSpPr>
        <dsp:cNvPr id="0" name=""/>
        <dsp:cNvSpPr/>
      </dsp:nvSpPr>
      <dsp:spPr>
        <a:xfrm>
          <a:off x="0" y="3087539"/>
          <a:ext cx="10018712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How to run my app locally for tests?</a:t>
          </a:r>
          <a:endParaRPr lang="de-AT" sz="1900" kern="1200" dirty="0"/>
        </a:p>
      </dsp:txBody>
      <dsp:txXfrm>
        <a:off x="22246" y="3109785"/>
        <a:ext cx="9974220" cy="411223"/>
      </dsp:txXfrm>
    </dsp:sp>
    <dsp:sp modelId="{916B7680-891E-44FA-8B52-B9D08A990F47}">
      <dsp:nvSpPr>
        <dsp:cNvPr id="0" name=""/>
        <dsp:cNvSpPr/>
      </dsp:nvSpPr>
      <dsp:spPr>
        <a:xfrm>
          <a:off x="0" y="3622904"/>
          <a:ext cx="10018712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How to make your live easier</a:t>
          </a:r>
          <a:endParaRPr lang="de-AT" sz="1900" kern="1200" dirty="0"/>
        </a:p>
      </dsp:txBody>
      <dsp:txXfrm>
        <a:off x="22246" y="3645150"/>
        <a:ext cx="9974220" cy="4112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FC3E88-7C32-415F-9750-3D26A34F0107}">
      <dsp:nvSpPr>
        <dsp:cNvPr id="0" name=""/>
        <dsp:cNvSpPr/>
      </dsp:nvSpPr>
      <dsp:spPr>
        <a:xfrm>
          <a:off x="0" y="1548319"/>
          <a:ext cx="9742319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B3F961-1B30-4A7D-A687-57616EEF115B}">
      <dsp:nvSpPr>
        <dsp:cNvPr id="0" name=""/>
        <dsp:cNvSpPr/>
      </dsp:nvSpPr>
      <dsp:spPr>
        <a:xfrm rot="8100000">
          <a:off x="50348" y="356826"/>
          <a:ext cx="227723" cy="227723"/>
        </a:xfrm>
        <a:prstGeom prst="teardrop">
          <a:avLst>
            <a:gd name="adj" fmla="val 11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82AB1A-6ED1-493D-B0ED-BFAB3ED4CBAC}">
      <dsp:nvSpPr>
        <dsp:cNvPr id="0" name=""/>
        <dsp:cNvSpPr/>
      </dsp:nvSpPr>
      <dsp:spPr>
        <a:xfrm>
          <a:off x="75646" y="382125"/>
          <a:ext cx="177127" cy="17712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90674C-8736-4260-A8EF-4946EFA564EB}">
      <dsp:nvSpPr>
        <dsp:cNvPr id="0" name=""/>
        <dsp:cNvSpPr/>
      </dsp:nvSpPr>
      <dsp:spPr>
        <a:xfrm>
          <a:off x="325235" y="631714"/>
          <a:ext cx="3542932" cy="916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8900" rIns="0" bIns="13335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Building developer tooling with Roslyn by Will Fuqua</a:t>
          </a:r>
          <a:endParaRPr lang="en-US" sz="1400" b="0" kern="1200" dirty="0"/>
        </a:p>
      </dsp:txBody>
      <dsp:txXfrm>
        <a:off x="325235" y="631714"/>
        <a:ext cx="3542932" cy="916604"/>
      </dsp:txXfrm>
    </dsp:sp>
    <dsp:sp modelId="{A4A87308-DA6E-4A5D-A3A1-6FC56A8AD4C9}">
      <dsp:nvSpPr>
        <dsp:cNvPr id="0" name=""/>
        <dsp:cNvSpPr/>
      </dsp:nvSpPr>
      <dsp:spPr>
        <a:xfrm>
          <a:off x="325235" y="309663"/>
          <a:ext cx="3542932" cy="322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065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 dirty="0"/>
            <a:t>November 9</a:t>
          </a:r>
          <a:r>
            <a:rPr lang="en-US" sz="1900" kern="1200" baseline="30000" dirty="0"/>
            <a:t>th</a:t>
          </a:r>
          <a:r>
            <a:rPr lang="en-US" sz="1900" kern="1200" dirty="0"/>
            <a:t> 2021</a:t>
          </a:r>
        </a:p>
      </dsp:txBody>
      <dsp:txXfrm>
        <a:off x="325235" y="309663"/>
        <a:ext cx="3542932" cy="322050"/>
      </dsp:txXfrm>
    </dsp:sp>
    <dsp:sp modelId="{C2CD4B61-4026-43D9-8600-E75DC5549FC6}">
      <dsp:nvSpPr>
        <dsp:cNvPr id="0" name=""/>
        <dsp:cNvSpPr/>
      </dsp:nvSpPr>
      <dsp:spPr>
        <a:xfrm>
          <a:off x="164210" y="631714"/>
          <a:ext cx="0" cy="916604"/>
        </a:xfrm>
        <a:prstGeom prst="line">
          <a:avLst/>
        </a:prstGeom>
        <a:noFill/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AD61D3-EEB2-45F7-968D-F2D2E8A05212}">
      <dsp:nvSpPr>
        <dsp:cNvPr id="0" name=""/>
        <dsp:cNvSpPr/>
      </dsp:nvSpPr>
      <dsp:spPr>
        <a:xfrm>
          <a:off x="135226" y="1519334"/>
          <a:ext cx="57969" cy="5796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DA8C55-3D6A-487B-A920-A08AF9574A8B}">
      <dsp:nvSpPr>
        <dsp:cNvPr id="0" name=""/>
        <dsp:cNvSpPr/>
      </dsp:nvSpPr>
      <dsp:spPr>
        <a:xfrm rot="18900000">
          <a:off x="5517703" y="2512087"/>
          <a:ext cx="227723" cy="227723"/>
        </a:xfrm>
        <a:prstGeom prst="teardrop">
          <a:avLst>
            <a:gd name="adj" fmla="val 115000"/>
          </a:avLst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B1A5AD-8C4F-4660-BDD4-298C21F85646}">
      <dsp:nvSpPr>
        <dsp:cNvPr id="0" name=""/>
        <dsp:cNvSpPr/>
      </dsp:nvSpPr>
      <dsp:spPr>
        <a:xfrm>
          <a:off x="5543001" y="2537385"/>
          <a:ext cx="177127" cy="17712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A325A7-30CC-4EA4-9600-E1D31F9B0626}">
      <dsp:nvSpPr>
        <dsp:cNvPr id="0" name=""/>
        <dsp:cNvSpPr/>
      </dsp:nvSpPr>
      <dsp:spPr>
        <a:xfrm>
          <a:off x="5792590" y="1548318"/>
          <a:ext cx="3542932" cy="916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33350" rIns="88900" bIns="8890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1400" kern="1200" dirty="0" err="1"/>
            <a:t>Build</a:t>
          </a:r>
          <a:r>
            <a:rPr lang="de-AT" sz="1400" kern="1200" dirty="0"/>
            <a:t> </a:t>
          </a:r>
          <a:r>
            <a:rPr lang="de-AT" sz="1400" kern="1200" dirty="0" err="1"/>
            <a:t>Connected</a:t>
          </a:r>
          <a:r>
            <a:rPr lang="de-AT" sz="1400" kern="1200" dirty="0"/>
            <a:t> Things </a:t>
          </a:r>
          <a:r>
            <a:rPr lang="de-AT" sz="1400" kern="1200" dirty="0" err="1"/>
            <a:t>with</a:t>
          </a:r>
          <a:r>
            <a:rPr lang="de-AT" sz="1400" kern="1200" dirty="0"/>
            <a:t> Meadow and C#</a:t>
          </a:r>
          <a:endParaRPr lang="en-US" sz="140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1400" kern="1200"/>
            <a:t>by </a:t>
          </a:r>
          <a:r>
            <a:rPr lang="de-AT" sz="1400" kern="1200" dirty="0"/>
            <a:t>Jorge Ramirez</a:t>
          </a:r>
          <a:endParaRPr lang="en-US" sz="1400" kern="1200" dirty="0"/>
        </a:p>
      </dsp:txBody>
      <dsp:txXfrm>
        <a:off x="5792590" y="1548318"/>
        <a:ext cx="3542932" cy="916604"/>
      </dsp:txXfrm>
    </dsp:sp>
    <dsp:sp modelId="{3587E619-680B-4A76-82B3-1EE19507C6AB}">
      <dsp:nvSpPr>
        <dsp:cNvPr id="0" name=""/>
        <dsp:cNvSpPr/>
      </dsp:nvSpPr>
      <dsp:spPr>
        <a:xfrm>
          <a:off x="5792590" y="2464923"/>
          <a:ext cx="3542932" cy="322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065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 dirty="0"/>
            <a:t>December 7</a:t>
          </a:r>
          <a:r>
            <a:rPr lang="en-US" sz="1900" kern="1200" baseline="30000" dirty="0"/>
            <a:t>th</a:t>
          </a:r>
          <a:r>
            <a:rPr lang="en-US" sz="1900" kern="1200" dirty="0"/>
            <a:t> 2021</a:t>
          </a:r>
        </a:p>
      </dsp:txBody>
      <dsp:txXfrm>
        <a:off x="5792590" y="2464923"/>
        <a:ext cx="3542932" cy="322050"/>
      </dsp:txXfrm>
    </dsp:sp>
    <dsp:sp modelId="{BDBEF74D-0A55-41A1-AFFB-2E8D2205CD90}">
      <dsp:nvSpPr>
        <dsp:cNvPr id="0" name=""/>
        <dsp:cNvSpPr/>
      </dsp:nvSpPr>
      <dsp:spPr>
        <a:xfrm>
          <a:off x="5631565" y="1548318"/>
          <a:ext cx="0" cy="916604"/>
        </a:xfrm>
        <a:prstGeom prst="line">
          <a:avLst/>
        </a:prstGeom>
        <a:noFill/>
        <a:ln w="12700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37ABE9-53EE-4D2B-86E8-4AE5E54859A2}">
      <dsp:nvSpPr>
        <dsp:cNvPr id="0" name=""/>
        <dsp:cNvSpPr/>
      </dsp:nvSpPr>
      <dsp:spPr>
        <a:xfrm>
          <a:off x="5602103" y="1519334"/>
          <a:ext cx="57969" cy="57969"/>
        </a:xfrm>
        <a:prstGeom prst="ellipse">
          <a:avLst/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2D597F-513A-4174-ABFE-FB51DF0DB273}" type="datetimeFigureOut">
              <a:rPr lang="en-AT" smtClean="0"/>
              <a:t>10/19/2021</a:t>
            </a:fld>
            <a:endParaRPr lang="en-A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9AB04D-63EB-474A-B203-35EE5D82FDC3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24525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DotNetDevs.at is an</a:t>
            </a:r>
            <a:r>
              <a:rPr lang="en-AT"/>
              <a:t> </a:t>
            </a:r>
            <a:r>
              <a:rPr lang="de-AT"/>
              <a:t>n</a:t>
            </a:r>
            <a:r>
              <a:rPr lang="en-AT"/>
              <a:t>on- </a:t>
            </a:r>
            <a:r>
              <a:rPr lang="de-AT"/>
              <a:t>p</a:t>
            </a:r>
            <a:r>
              <a:rPr lang="en-AT"/>
              <a:t>r</a:t>
            </a:r>
            <a:r>
              <a:rPr lang="de-AT"/>
              <a:t>o</a:t>
            </a:r>
            <a:r>
              <a:rPr lang="en-AT"/>
              <a:t>f</a:t>
            </a:r>
            <a:r>
              <a:rPr lang="de-AT"/>
              <a:t>i</a:t>
            </a:r>
            <a:r>
              <a:rPr lang="en-AT"/>
              <a:t>t</a:t>
            </a:r>
            <a:r>
              <a:rPr lang="en-US"/>
              <a:t> association,</a:t>
            </a:r>
            <a:r>
              <a:rPr lang="en-AT"/>
              <a:t> </a:t>
            </a:r>
            <a:r>
              <a:rPr lang="de-AT"/>
              <a:t>w</a:t>
            </a:r>
            <a:r>
              <a:rPr lang="en-AT"/>
              <a:t>h</a:t>
            </a:r>
            <a:r>
              <a:rPr lang="de-AT"/>
              <a:t>o</a:t>
            </a:r>
            <a:r>
              <a:rPr lang="en-AT"/>
              <a:t>s</a:t>
            </a:r>
            <a:r>
              <a:rPr lang="de-AT"/>
              <a:t>e</a:t>
            </a:r>
            <a:r>
              <a:rPr lang="en-US"/>
              <a:t> purpose is to spread of knowledge and experience about usage of .NET technologies.</a:t>
            </a:r>
          </a:p>
          <a:p>
            <a:pPr marL="0" indent="0">
              <a:buNone/>
            </a:pPr>
            <a:endParaRPr lang="en-AT"/>
          </a:p>
          <a:p>
            <a:pPr marL="0" indent="0">
              <a:buNone/>
            </a:pPr>
            <a:r>
              <a:rPr lang="en-US"/>
              <a:t>Our goals are:</a:t>
            </a:r>
          </a:p>
          <a:p>
            <a:r>
              <a:rPr lang="en-US"/>
              <a:t>making it easier for new participants to find existing communities</a:t>
            </a:r>
          </a:p>
          <a:p>
            <a:r>
              <a:rPr lang="en-US"/>
              <a:t>offering existing members more choices</a:t>
            </a:r>
          </a:p>
          <a:p>
            <a:r>
              <a:rPr lang="en-US"/>
              <a:t>promoting the exchange between the different communities</a:t>
            </a:r>
          </a:p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AB04D-63EB-474A-B203-35EE5D82FDC3}" type="slidenum">
              <a:rPr lang="en-AT" smtClean="0"/>
              <a:t>3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863470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66501">
              <a:defRPr/>
            </a:pPr>
            <a:fld id="{3F63EB8A-53A4-4077-8798-610E05BE84FE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966501">
                <a:defRPr/>
              </a:pPr>
              <a:t>7</a:t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Header Placeholder 10">
            <a:extLst>
              <a:ext uri="{FF2B5EF4-FFF2-40B4-BE49-F238E27FC236}">
                <a16:creationId xmlns:a16="http://schemas.microsoft.com/office/drawing/2014/main" id="{2D783C66-F127-46DC-9F52-CFBF74E00F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170238" cy="481013"/>
          </a:xfrm>
          <a:prstGeom prst="rect">
            <a:avLst/>
          </a:prstGeom>
        </p:spPr>
        <p:txBody>
          <a:bodyPr vert="horz" lIns="91429" tIns="45715" rIns="91429" bIns="45715" rtlCol="0"/>
          <a:lstStyle>
            <a:lvl1pPr algn="l">
              <a:defRPr sz="1200"/>
            </a:lvl1pPr>
          </a:lstStyle>
          <a:p>
            <a:r>
              <a:rPr lang="en-US"/>
              <a:t>https://github.com/dotnet-presentations/home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641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E778D-2A57-4226-B72B-26EA3CA6013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00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DotNetDevs.at is an</a:t>
            </a:r>
            <a:r>
              <a:rPr lang="en-AT"/>
              <a:t> </a:t>
            </a:r>
            <a:r>
              <a:rPr lang="de-AT"/>
              <a:t>n</a:t>
            </a:r>
            <a:r>
              <a:rPr lang="en-AT"/>
              <a:t>on- </a:t>
            </a:r>
            <a:r>
              <a:rPr lang="de-AT"/>
              <a:t>p</a:t>
            </a:r>
            <a:r>
              <a:rPr lang="en-AT"/>
              <a:t>r</a:t>
            </a:r>
            <a:r>
              <a:rPr lang="de-AT"/>
              <a:t>o</a:t>
            </a:r>
            <a:r>
              <a:rPr lang="en-AT"/>
              <a:t>f</a:t>
            </a:r>
            <a:r>
              <a:rPr lang="de-AT"/>
              <a:t>i</a:t>
            </a:r>
            <a:r>
              <a:rPr lang="en-AT"/>
              <a:t>t</a:t>
            </a:r>
            <a:r>
              <a:rPr lang="en-US"/>
              <a:t> association,</a:t>
            </a:r>
            <a:r>
              <a:rPr lang="en-AT"/>
              <a:t> </a:t>
            </a:r>
            <a:r>
              <a:rPr lang="de-AT"/>
              <a:t>w</a:t>
            </a:r>
            <a:r>
              <a:rPr lang="en-AT"/>
              <a:t>h</a:t>
            </a:r>
            <a:r>
              <a:rPr lang="de-AT"/>
              <a:t>o</a:t>
            </a:r>
            <a:r>
              <a:rPr lang="en-AT"/>
              <a:t>s</a:t>
            </a:r>
            <a:r>
              <a:rPr lang="de-AT"/>
              <a:t>e</a:t>
            </a:r>
            <a:r>
              <a:rPr lang="en-US"/>
              <a:t> purpose is to spread of knowledge and experience about usage of .NET technologies.</a:t>
            </a:r>
          </a:p>
          <a:p>
            <a:pPr marL="0" indent="0">
              <a:buNone/>
            </a:pPr>
            <a:endParaRPr lang="en-AT"/>
          </a:p>
          <a:p>
            <a:pPr marL="0" indent="0">
              <a:buNone/>
            </a:pPr>
            <a:r>
              <a:rPr lang="en-US"/>
              <a:t>Our goals are:</a:t>
            </a:r>
          </a:p>
          <a:p>
            <a:r>
              <a:rPr lang="en-US"/>
              <a:t>making it easier for new participants to find existing communities</a:t>
            </a:r>
          </a:p>
          <a:p>
            <a:r>
              <a:rPr lang="en-US"/>
              <a:t>offering existing members more choices</a:t>
            </a:r>
          </a:p>
          <a:p>
            <a:r>
              <a:rPr lang="en-US"/>
              <a:t>promoting the exchange between the different communities</a:t>
            </a:r>
          </a:p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AB04D-63EB-474A-B203-35EE5D82FDC3}" type="slidenum">
              <a:rPr lang="en-AT" smtClean="0"/>
              <a:t>42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977843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10/19/2021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98316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10/19/2021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34032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10/19/2021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147262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10/19/2021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494357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10/19/2021</a:t>
            </a:fld>
            <a:endParaRPr lang="en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12112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10/19/2021</a:t>
            </a:fld>
            <a:endParaRPr lang="en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38213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10/19/2021</a:t>
            </a:fld>
            <a:endParaRPr lang="en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360959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10/19/2021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073177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10/19/2021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266731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10/19/2021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963687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10/19/2021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243556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10/19/2021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1588222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10/19/2021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374814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10/19/2021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557993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10/19/2021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764057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10/19/2021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6083083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10/19/2021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1874083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81944-2A45-4B7B-A477-BA45CE9438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BA0533-CD44-4DDE-B317-752BCF8BE7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1C2DC-9D13-45B8-9C91-FAFEF0819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19-10-2021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C4E39-1AE7-4646-A587-3B7171AB2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EDAC0-D24A-4D78-B8DB-BEB7297BA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624637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CED97-7892-4A6A-B40C-3C1372B4C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C458E-501A-4932-AB79-4DA6B0DF9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6C5CD-5CA2-45D3-A7E5-5F0C41CFA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19-10-2021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25868-F3A4-41EE-9FA8-A3278F9C8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4AED9-7AD0-4BE2-9F3D-EEA95145D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485399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40846-2E23-4F5E-862C-F0E79D9B5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0B54E-F735-415F-BCB5-9F3633B03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2A00C-93C8-4143-B536-17F9E9D1A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19-10-2021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45FA0-8B3E-46EB-B062-ECB3B4CEA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43D8E-1315-4C71-9D6E-C3916E40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458200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8E89B-20B1-440A-AA3A-A5E11E455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4437A-F66C-4875-A74F-3C75CFC2F3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757C9-5F48-46C8-ADC6-8F8A79A34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218420-C84D-4415-9356-52F5EB88B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19-10-2021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AA0E1-3220-43BD-954D-20604B18F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821A3-FCB3-4C1E-9E49-EA91D8519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350784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55EF6-0BBA-44B4-A4C5-B3C895ED2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8683B-A28C-4845-822F-04E0CD832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3C1FE-FE3B-40D0-85AC-B03F04658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E390F9-3027-49EE-A483-89DC3E7E94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344934-6812-4DFC-BF6F-714BC4CBF8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DC2A01-49FB-4D07-B01B-529F0DBD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19-10-2021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524A5D-C587-4CB5-ADFC-33A91CEF0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0F4136-265F-4E73-84C6-CF822258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201583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7F709-38DF-4FC9-92E2-B50C448F4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653B80-0ABE-48BA-8254-620142309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19-10-2021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847FF1-D68D-4890-B0FE-D70B17030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CAEE45-D205-4FB8-8EFA-AE2A28924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144273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8902FB-23CF-4211-ADF0-3A4DE0B6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19-10-2021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2ED0D9-AA32-4C72-83AD-B6C1ED24F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B3314-6C94-4202-968D-E70216A47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300792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3842A-612B-4000-A784-0BC4F8BF6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42E23-E41A-49FF-AC83-CA3721D07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B09896-E4F5-40FA-90E2-4561A5E1B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816635-A7B4-4B97-88E6-38C7D2C5D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19-10-2021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DE2EB0-16D9-4607-B6BE-F88A1551B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0C3FE-53AC-4110-B3FF-3BB15FA05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31107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DA177-33D9-4664-A99E-EB040CC0A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6C91C6-698E-4DE4-842C-46E72D5875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680A39-040B-4CD3-BB6B-655C2B90E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ECB5AF-89AA-4DEA-8C19-E4ABC2592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19-10-2021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4A46F-D727-4DD2-887E-3BB3696FE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28AD9-4A87-4A9C-934D-B02ABB63C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295836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356F6-83B1-4A71-88B2-C7F4E59C1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EF2CCA-7C21-4AEC-B0EB-327F1C833D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C8A40-9F80-4B05-9B53-E9916220E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19-10-2021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298C1-6356-4C33-BAF6-5971C12C1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2FD18-A833-4A9E-8ACE-52682B9BD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58267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B4FA3A-F3FA-49D3-A804-671D7FB84A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4ACC46-6860-437D-B9A4-A18756D17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10DEA-5B77-4544-9C0F-C6E8BFA78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19-10-2021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60C39-2BDF-4C4E-B577-CBB8B442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8AB65-1834-4DA2-B838-BFB59D213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0321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90886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F95A750-0A10-4E72-953A-88CCBD0E8479}" type="datetimeFigureOut">
              <a:rPr lang="en-AT" smtClean="0"/>
              <a:t>10/19/2021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90038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5A256B-E746-4C4A-AA3E-AC95285CE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736A2F-D8C0-4B87-A716-9302079EA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D8343-FA10-4A0A-975E-F3E22C6B25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D15B7-28DE-4628-BA8A-1704EE7C24C1}" type="datetimeFigureOut">
              <a:rPr lang="nl-NL" smtClean="0"/>
              <a:t>19-10-2021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12466-28C4-438E-AD73-E29F9FF766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1FB7D-7ABC-47E9-9F1B-5EE8A35BE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33338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4" Type="http://schemas.openxmlformats.org/officeDocument/2006/relationships/hyperlink" Target="https://www.meetup.com/dotnet-virtual-user-group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dotnetdevs.at/sponsoring/" TargetMode="Externa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github.com/dotnetdevsaustria/topic-requests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9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1" name="Group 11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CF4C79-936C-42D0-BDD1-5E60E0189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0405" y="1396180"/>
            <a:ext cx="6698127" cy="3842570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October </a:t>
            </a:r>
            <a:r>
              <a:rPr lang="en-AT" dirty="0"/>
              <a:t>202</a:t>
            </a:r>
            <a:r>
              <a:rPr lang="en-US" dirty="0"/>
              <a:t>1 </a:t>
            </a:r>
            <a:r>
              <a:rPr lang="de-AT" dirty="0"/>
              <a:t>M</a:t>
            </a:r>
            <a:r>
              <a:rPr lang="en-AT" dirty="0"/>
              <a:t>e</a:t>
            </a:r>
            <a:r>
              <a:rPr lang="de-AT" dirty="0"/>
              <a:t>e</a:t>
            </a:r>
            <a:r>
              <a:rPr lang="en-AT" dirty="0"/>
              <a:t>t</a:t>
            </a:r>
            <a:r>
              <a:rPr lang="de-AT" dirty="0"/>
              <a:t>u</a:t>
            </a:r>
            <a:r>
              <a:rPr lang="en-AT" dirty="0"/>
              <a:t>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275334-E97F-4EE2-A044-BED82FBD7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1396180"/>
            <a:ext cx="2531516" cy="3842569"/>
          </a:xfrm>
        </p:spPr>
        <p:txBody>
          <a:bodyPr anchor="ctr">
            <a:normAutofit/>
          </a:bodyPr>
          <a:lstStyle/>
          <a:p>
            <a:r>
              <a:rPr lang="de-AT">
                <a:solidFill>
                  <a:srgbClr val="FFFFFF"/>
                </a:solidFill>
              </a:rPr>
              <a:t>Pr</a:t>
            </a:r>
            <a:r>
              <a:rPr lang="en-AT">
                <a:solidFill>
                  <a:srgbClr val="FFFFFF"/>
                </a:solidFill>
              </a:rPr>
              <a:t>e</a:t>
            </a:r>
            <a:r>
              <a:rPr lang="de-AT">
                <a:solidFill>
                  <a:srgbClr val="FFFFFF"/>
                </a:solidFill>
              </a:rPr>
              <a:t>s</a:t>
            </a:r>
            <a:r>
              <a:rPr lang="en-AT">
                <a:solidFill>
                  <a:srgbClr val="FFFFFF"/>
                </a:solidFill>
              </a:rPr>
              <a:t>e</a:t>
            </a:r>
            <a:r>
              <a:rPr lang="de-AT">
                <a:solidFill>
                  <a:srgbClr val="FFFFFF"/>
                </a:solidFill>
              </a:rPr>
              <a:t>n</a:t>
            </a:r>
            <a:r>
              <a:rPr lang="en-AT">
                <a:solidFill>
                  <a:srgbClr val="FFFFFF"/>
                </a:solidFill>
              </a:rPr>
              <a:t>t</a:t>
            </a:r>
            <a:r>
              <a:rPr lang="de-AT">
                <a:solidFill>
                  <a:srgbClr val="FFFFFF"/>
                </a:solidFill>
              </a:rPr>
              <a:t>e</a:t>
            </a:r>
            <a:r>
              <a:rPr lang="en-AT">
                <a:solidFill>
                  <a:srgbClr val="FFFFFF"/>
                </a:solidFill>
              </a:rPr>
              <a:t>d </a:t>
            </a:r>
            <a:r>
              <a:rPr lang="de-AT">
                <a:solidFill>
                  <a:srgbClr val="FFFFFF"/>
                </a:solidFill>
              </a:rPr>
              <a:t>b</a:t>
            </a:r>
            <a:r>
              <a:rPr lang="en-AT">
                <a:solidFill>
                  <a:srgbClr val="FFFFFF"/>
                </a:solidFill>
              </a:rPr>
              <a:t>y </a:t>
            </a:r>
            <a:r>
              <a:rPr lang="de-AT">
                <a:solidFill>
                  <a:srgbClr val="FFFFFF"/>
                </a:solidFill>
              </a:rPr>
              <a:t>D</a:t>
            </a:r>
            <a:r>
              <a:rPr lang="en-AT">
                <a:solidFill>
                  <a:srgbClr val="FFFFFF"/>
                </a:solidFill>
              </a:rPr>
              <a:t>o</a:t>
            </a:r>
            <a:r>
              <a:rPr lang="de-AT">
                <a:solidFill>
                  <a:srgbClr val="FFFFFF"/>
                </a:solidFill>
              </a:rPr>
              <a:t>t</a:t>
            </a:r>
            <a:r>
              <a:rPr lang="en-AT">
                <a:solidFill>
                  <a:srgbClr val="FFFFFF"/>
                </a:solidFill>
              </a:rPr>
              <a:t>N</a:t>
            </a:r>
            <a:r>
              <a:rPr lang="de-AT">
                <a:solidFill>
                  <a:srgbClr val="FFFFFF"/>
                </a:solidFill>
              </a:rPr>
              <a:t>e</a:t>
            </a:r>
            <a:r>
              <a:rPr lang="en-AT">
                <a:solidFill>
                  <a:srgbClr val="FFFFFF"/>
                </a:solidFill>
              </a:rPr>
              <a:t>t</a:t>
            </a:r>
            <a:r>
              <a:rPr lang="de-AT">
                <a:solidFill>
                  <a:srgbClr val="FFFFFF"/>
                </a:solidFill>
              </a:rPr>
              <a:t>D</a:t>
            </a:r>
            <a:r>
              <a:rPr lang="en-AT">
                <a:solidFill>
                  <a:srgbClr val="FFFFFF"/>
                </a:solidFill>
              </a:rPr>
              <a:t>e</a:t>
            </a:r>
            <a:r>
              <a:rPr lang="de-AT">
                <a:solidFill>
                  <a:srgbClr val="FFFFFF"/>
                </a:solidFill>
              </a:rPr>
              <a:t>v</a:t>
            </a:r>
            <a:r>
              <a:rPr lang="en-AT">
                <a:solidFill>
                  <a:srgbClr val="FFFFFF"/>
                </a:solidFill>
              </a:rPr>
              <a:t>s.at</a:t>
            </a:r>
          </a:p>
        </p:txBody>
      </p:sp>
    </p:spTree>
    <p:extLst>
      <p:ext uri="{BB962C8B-B14F-4D97-AF65-F5344CB8AC3E}">
        <p14:creationId xmlns:p14="http://schemas.microsoft.com/office/powerpoint/2010/main" val="3908362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7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7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7" name="Rectangle 15">
            <a:extLst>
              <a:ext uri="{FF2B5EF4-FFF2-40B4-BE49-F238E27FC236}">
                <a16:creationId xmlns:a16="http://schemas.microsoft.com/office/drawing/2014/main" id="{15655827-B42D-4180-88D3-D83F25E4B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4ACCB06-563C-4ADE-B4D6-1FE9F723C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955594"/>
            <a:ext cx="1828958" cy="2902407"/>
          </a:xfrm>
          <a:custGeom>
            <a:avLst/>
            <a:gdLst>
              <a:gd name="connsiteX0" fmla="*/ 0 w 1828958"/>
              <a:gd name="connsiteY0" fmla="*/ 0 h 2902407"/>
              <a:gd name="connsiteX1" fmla="*/ 1828958 w 1828958"/>
              <a:gd name="connsiteY1" fmla="*/ 2902407 h 2902407"/>
              <a:gd name="connsiteX2" fmla="*/ 1709896 w 1828958"/>
              <a:gd name="connsiteY2" fmla="*/ 2902407 h 2902407"/>
              <a:gd name="connsiteX3" fmla="*/ 0 w 1828958"/>
              <a:gd name="connsiteY3" fmla="*/ 63474 h 290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958" h="2902407">
                <a:moveTo>
                  <a:pt x="0" y="0"/>
                </a:moveTo>
                <a:lnTo>
                  <a:pt x="1828958" y="2902407"/>
                </a:lnTo>
                <a:lnTo>
                  <a:pt x="1709896" y="2902407"/>
                </a:lnTo>
                <a:lnTo>
                  <a:pt x="0" y="63474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sp>
        <p:nvSpPr>
          <p:cNvPr id="19" name="Freeform: Shape 19">
            <a:extLst>
              <a:ext uri="{FF2B5EF4-FFF2-40B4-BE49-F238E27FC236}">
                <a16:creationId xmlns:a16="http://schemas.microsoft.com/office/drawing/2014/main" id="{40761ECD-D92B-46AE-82CA-640023D28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3220098"/>
            <a:ext cx="2910045" cy="3637903"/>
          </a:xfrm>
          <a:custGeom>
            <a:avLst/>
            <a:gdLst>
              <a:gd name="connsiteX0" fmla="*/ 0 w 2910045"/>
              <a:gd name="connsiteY0" fmla="*/ 0 h 3637903"/>
              <a:gd name="connsiteX1" fmla="*/ 2910045 w 2910045"/>
              <a:gd name="connsiteY1" fmla="*/ 3637903 h 3637903"/>
              <a:gd name="connsiteX2" fmla="*/ 2786220 w 2910045"/>
              <a:gd name="connsiteY2" fmla="*/ 3637903 h 3637903"/>
              <a:gd name="connsiteX3" fmla="*/ 0 w 2910045"/>
              <a:gd name="connsiteY3" fmla="*/ 20366 h 3637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045" h="3637903">
                <a:moveTo>
                  <a:pt x="0" y="0"/>
                </a:moveTo>
                <a:lnTo>
                  <a:pt x="2910045" y="3637903"/>
                </a:lnTo>
                <a:lnTo>
                  <a:pt x="2786220" y="3637903"/>
                </a:lnTo>
                <a:lnTo>
                  <a:pt x="0" y="20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</p:sp>
      <p:sp>
        <p:nvSpPr>
          <p:cNvPr id="23" name="Freeform: Shape 21">
            <a:extLst>
              <a:ext uri="{FF2B5EF4-FFF2-40B4-BE49-F238E27FC236}">
                <a16:creationId xmlns:a16="http://schemas.microsoft.com/office/drawing/2014/main" id="{9A928607-C55C-40FD-B2DF-6CD6A7226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2845509"/>
            <a:ext cx="4149883" cy="4012491"/>
          </a:xfrm>
          <a:custGeom>
            <a:avLst/>
            <a:gdLst>
              <a:gd name="connsiteX0" fmla="*/ 0 w 4149883"/>
              <a:gd name="connsiteY0" fmla="*/ 0 h 4012491"/>
              <a:gd name="connsiteX1" fmla="*/ 4149883 w 4149883"/>
              <a:gd name="connsiteY1" fmla="*/ 4012491 h 4012491"/>
              <a:gd name="connsiteX2" fmla="*/ 2910046 w 4149883"/>
              <a:gd name="connsiteY2" fmla="*/ 4012491 h 4012491"/>
              <a:gd name="connsiteX3" fmla="*/ 0 w 4149883"/>
              <a:gd name="connsiteY3" fmla="*/ 374587 h 401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9883" h="4012491">
                <a:moveTo>
                  <a:pt x="0" y="0"/>
                </a:moveTo>
                <a:lnTo>
                  <a:pt x="4149883" y="4012491"/>
                </a:lnTo>
                <a:lnTo>
                  <a:pt x="2910046" y="4012491"/>
                </a:lnTo>
                <a:lnTo>
                  <a:pt x="0" y="3745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00A20C1-29A4-43E0-AB15-7931F76F8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332410"/>
            <a:ext cx="2719546" cy="3525590"/>
          </a:xfrm>
          <a:custGeom>
            <a:avLst/>
            <a:gdLst>
              <a:gd name="connsiteX0" fmla="*/ 0 w 2719546"/>
              <a:gd name="connsiteY0" fmla="*/ 0 h 3525590"/>
              <a:gd name="connsiteX1" fmla="*/ 2719546 w 2719546"/>
              <a:gd name="connsiteY1" fmla="*/ 3525590 h 3525590"/>
              <a:gd name="connsiteX2" fmla="*/ 1828959 w 2719546"/>
              <a:gd name="connsiteY2" fmla="*/ 3525590 h 3525590"/>
              <a:gd name="connsiteX3" fmla="*/ 0 w 2719546"/>
              <a:gd name="connsiteY3" fmla="*/ 623183 h 3525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9546" h="3525590">
                <a:moveTo>
                  <a:pt x="0" y="0"/>
                </a:moveTo>
                <a:lnTo>
                  <a:pt x="2719546" y="3525590"/>
                </a:lnTo>
                <a:lnTo>
                  <a:pt x="1828959" y="3525590"/>
                </a:lnTo>
                <a:lnTo>
                  <a:pt x="0" y="623183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Thank you for </a:t>
            </a:r>
            <a:r>
              <a:rPr lang="en-AT" sz="7200"/>
              <a:t>j</a:t>
            </a:r>
            <a:r>
              <a:rPr lang="de-AT" sz="7200"/>
              <a:t>o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/>
              <a:t>g</a:t>
            </a:r>
            <a:r>
              <a:rPr lang="en-US" sz="7200"/>
              <a:t>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76436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89181EA-5F2D-4783-A466-BF7060E0B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91998"/>
          </a:xfrm>
        </p:spPr>
        <p:txBody>
          <a:bodyPr/>
          <a:lstStyle/>
          <a:p>
            <a:r>
              <a:rPr lang="en-AT"/>
              <a:t>D</a:t>
            </a:r>
            <a:r>
              <a:rPr lang="de-AT"/>
              <a:t>o</a:t>
            </a:r>
            <a:r>
              <a:rPr lang="en-AT"/>
              <a:t>t</a:t>
            </a:r>
            <a:r>
              <a:rPr lang="de-AT"/>
              <a:t>N</a:t>
            </a:r>
            <a:r>
              <a:rPr lang="en-AT"/>
              <a:t>e</a:t>
            </a:r>
            <a:r>
              <a:rPr lang="de-AT"/>
              <a:t>t</a:t>
            </a:r>
            <a:r>
              <a:rPr lang="en-AT"/>
              <a:t>D</a:t>
            </a:r>
            <a:r>
              <a:rPr lang="de-AT"/>
              <a:t>e</a:t>
            </a:r>
            <a:r>
              <a:rPr lang="en-AT"/>
              <a:t>v</a:t>
            </a:r>
            <a:r>
              <a:rPr lang="de-AT"/>
              <a:t>s</a:t>
            </a:r>
            <a:r>
              <a:rPr lang="en-AT"/>
              <a:t>.</a:t>
            </a:r>
            <a:r>
              <a:rPr lang="de-AT"/>
              <a:t>a</a:t>
            </a:r>
            <a:r>
              <a:rPr lang="en-AT"/>
              <a:t>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05BC33-523C-458D-82B3-F1DC26FE333C}"/>
              </a:ext>
            </a:extLst>
          </p:cNvPr>
          <p:cNvGrpSpPr/>
          <p:nvPr/>
        </p:nvGrpSpPr>
        <p:grpSpPr>
          <a:xfrm>
            <a:off x="1130499" y="2376282"/>
            <a:ext cx="1905000" cy="3424249"/>
            <a:chOff x="1422106" y="2376282"/>
            <a:chExt cx="1905000" cy="3424249"/>
          </a:xfrm>
        </p:grpSpPr>
        <p:pic>
          <p:nvPicPr>
            <p:cNvPr id="8" name="Picture 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64AFD18E-8BF1-4905-A9B1-237BE28DB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4682" y="2376282"/>
              <a:ext cx="1279849" cy="1279849"/>
            </a:xfrm>
            <a:prstGeom prst="rect">
              <a:avLst/>
            </a:prstGeom>
          </p:spPr>
        </p:pic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7D0975BB-2BBE-40A6-95B9-E1A9E7E26D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2106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CDD93B-EBC1-4450-B04F-8D1267D6911C}"/>
              </a:ext>
            </a:extLst>
          </p:cNvPr>
          <p:cNvGrpSpPr/>
          <p:nvPr/>
        </p:nvGrpSpPr>
        <p:grpSpPr>
          <a:xfrm>
            <a:off x="5137825" y="2768187"/>
            <a:ext cx="1905000" cy="3032344"/>
            <a:chOff x="4568505" y="2478940"/>
            <a:chExt cx="1905000" cy="3032344"/>
          </a:xfrm>
        </p:grpSpPr>
        <p:pic>
          <p:nvPicPr>
            <p:cNvPr id="11" name="Picture 10" descr="A picture containing drawing, clock&#10;&#10;Description automatically generated">
              <a:extLst>
                <a:ext uri="{FF2B5EF4-FFF2-40B4-BE49-F238E27FC236}">
                  <a16:creationId xmlns:a16="http://schemas.microsoft.com/office/drawing/2014/main" id="{326FF49C-64EF-4EAB-AFCE-281C2504C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75079" y="2478940"/>
              <a:ext cx="1709512" cy="388563"/>
            </a:xfrm>
            <a:prstGeom prst="rect">
              <a:avLst/>
            </a:prstGeom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F3696925-724C-4EA8-80EC-52FDE0D950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8505" y="3606284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889159C-436C-4AA6-AF46-3DFB7105AE49}"/>
              </a:ext>
            </a:extLst>
          </p:cNvPr>
          <p:cNvGrpSpPr/>
          <p:nvPr/>
        </p:nvGrpSpPr>
        <p:grpSpPr>
          <a:xfrm>
            <a:off x="7141488" y="2797295"/>
            <a:ext cx="1905000" cy="3003236"/>
            <a:chOff x="8825203" y="2508048"/>
            <a:chExt cx="1905000" cy="3003236"/>
          </a:xfrm>
        </p:grpSpPr>
        <p:pic>
          <p:nvPicPr>
            <p:cNvPr id="14" name="Picture 6">
              <a:extLst>
                <a:ext uri="{FF2B5EF4-FFF2-40B4-BE49-F238E27FC236}">
                  <a16:creationId xmlns:a16="http://schemas.microsoft.com/office/drawing/2014/main" id="{9C260114-8896-4509-BDC2-74D0C26D56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25203" y="3606284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Content Placeholder 4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C2E2F97B-B128-4120-B507-235FDAC98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5203" y="2508048"/>
              <a:ext cx="1905000" cy="42706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A60D5DC-0196-41E0-9F61-1BC89192C7E0}"/>
              </a:ext>
            </a:extLst>
          </p:cNvPr>
          <p:cNvGrpSpPr/>
          <p:nvPr/>
        </p:nvGrpSpPr>
        <p:grpSpPr>
          <a:xfrm>
            <a:off x="3134162" y="2296971"/>
            <a:ext cx="1905000" cy="3503560"/>
            <a:chOff x="3863470" y="2296971"/>
            <a:chExt cx="1905000" cy="3503560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C45E5BE0-3994-4D58-BEDD-C66A4B1238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3470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A picture containing tree&#10;&#10;Description automatically generated">
              <a:extLst>
                <a:ext uri="{FF2B5EF4-FFF2-40B4-BE49-F238E27FC236}">
                  <a16:creationId xmlns:a16="http://schemas.microsoft.com/office/drawing/2014/main" id="{D9C266DD-38BD-4474-86A9-E39F3D081D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6735" y="2296971"/>
              <a:ext cx="1438469" cy="1438469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4347991-90D6-40E5-8C75-5C42C9059681}"/>
              </a:ext>
            </a:extLst>
          </p:cNvPr>
          <p:cNvGrpSpPr/>
          <p:nvPr/>
        </p:nvGrpSpPr>
        <p:grpSpPr>
          <a:xfrm>
            <a:off x="9145149" y="2080427"/>
            <a:ext cx="1905000" cy="3720104"/>
            <a:chOff x="9481250" y="2080427"/>
            <a:chExt cx="1905000" cy="3720104"/>
          </a:xfrm>
        </p:grpSpPr>
        <p:pic>
          <p:nvPicPr>
            <p:cNvPr id="4" name="Picture 3" descr="A close up of a logo&#10;&#10;Description automatically generated">
              <a:extLst>
                <a:ext uri="{FF2B5EF4-FFF2-40B4-BE49-F238E27FC236}">
                  <a16:creationId xmlns:a16="http://schemas.microsoft.com/office/drawing/2014/main" id="{C167AABE-79D8-4B68-966D-932B92899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03350" y="2080427"/>
              <a:ext cx="1860801" cy="1860801"/>
            </a:xfrm>
            <a:prstGeom prst="rect">
              <a:avLst/>
            </a:prstGeom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BD88EB4-C611-482A-A55E-9793804D76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81250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53279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42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3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44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45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46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47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54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5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56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57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58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59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Thanks to our sponsors!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226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E831112-FBC4-43D2-9D35-A250B9B5D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93A4630-E073-431D-8342-B683A279D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A543ED21-5AF4-4027-82BF-E80AB72180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33637445-5BE0-4E93-933C-8C20A541C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E8961475-0F43-4D4A-A248-A366B0BB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149225D7-A7EE-4CB4-B021-475F371CC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9D83E4AD-0D74-4356-A0EA-251D9A277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7E171D2-C851-49BB-BD4D-A9D00C0C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8583" y="645286"/>
            <a:ext cx="3474438" cy="33509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endParaRPr lang="en-US" sz="4800"/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5CD072FB-CD64-4E20-B8AA-375F84356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4347" y="648931"/>
            <a:ext cx="6869937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AB3D8A-A002-46A9-B003-B2FD48C9C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177" y="1736060"/>
            <a:ext cx="3032249" cy="742900"/>
          </a:xfrm>
          <a:prstGeom prst="rect">
            <a:avLst/>
          </a:prstGeom>
          <a:noFill/>
        </p:spPr>
      </p:pic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09740D33-19F0-40FB-BA26-AE70E472C5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502" y="3366981"/>
            <a:ext cx="2021651" cy="219149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37F4741-5D55-4510-8571-8123A30691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71178" y="4179034"/>
            <a:ext cx="3032249" cy="567384"/>
          </a:xfrm>
          <a:prstGeom prst="rect">
            <a:avLst/>
          </a:prstGeom>
        </p:spPr>
      </p:pic>
      <p:pic>
        <p:nvPicPr>
          <p:cNvPr id="8" name="Picture 7" descr="Logo, icon&#10;&#10;Description automatically generated with medium confidence">
            <a:extLst>
              <a:ext uri="{FF2B5EF4-FFF2-40B4-BE49-F238E27FC236}">
                <a16:creationId xmlns:a16="http://schemas.microsoft.com/office/drawing/2014/main" id="{5AA3188D-796E-474A-9934-389E96FA04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250" y="1570832"/>
            <a:ext cx="28194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817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5655827-B42D-4180-88D3-D83F25E4B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4ACCB06-563C-4ADE-B4D6-1FE9F723C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955594"/>
            <a:ext cx="1828958" cy="2902407"/>
          </a:xfrm>
          <a:custGeom>
            <a:avLst/>
            <a:gdLst>
              <a:gd name="connsiteX0" fmla="*/ 0 w 1828958"/>
              <a:gd name="connsiteY0" fmla="*/ 0 h 2902407"/>
              <a:gd name="connsiteX1" fmla="*/ 1828958 w 1828958"/>
              <a:gd name="connsiteY1" fmla="*/ 2902407 h 2902407"/>
              <a:gd name="connsiteX2" fmla="*/ 1709896 w 1828958"/>
              <a:gd name="connsiteY2" fmla="*/ 2902407 h 2902407"/>
              <a:gd name="connsiteX3" fmla="*/ 0 w 1828958"/>
              <a:gd name="connsiteY3" fmla="*/ 63474 h 290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958" h="2902407">
                <a:moveTo>
                  <a:pt x="0" y="0"/>
                </a:moveTo>
                <a:lnTo>
                  <a:pt x="1828958" y="2902407"/>
                </a:lnTo>
                <a:lnTo>
                  <a:pt x="1709896" y="2902407"/>
                </a:lnTo>
                <a:lnTo>
                  <a:pt x="0" y="63474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0761ECD-D92B-46AE-82CA-640023D28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3220098"/>
            <a:ext cx="2910045" cy="3637903"/>
          </a:xfrm>
          <a:custGeom>
            <a:avLst/>
            <a:gdLst>
              <a:gd name="connsiteX0" fmla="*/ 0 w 2910045"/>
              <a:gd name="connsiteY0" fmla="*/ 0 h 3637903"/>
              <a:gd name="connsiteX1" fmla="*/ 2910045 w 2910045"/>
              <a:gd name="connsiteY1" fmla="*/ 3637903 h 3637903"/>
              <a:gd name="connsiteX2" fmla="*/ 2786220 w 2910045"/>
              <a:gd name="connsiteY2" fmla="*/ 3637903 h 3637903"/>
              <a:gd name="connsiteX3" fmla="*/ 0 w 2910045"/>
              <a:gd name="connsiteY3" fmla="*/ 20366 h 3637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045" h="3637903">
                <a:moveTo>
                  <a:pt x="0" y="0"/>
                </a:moveTo>
                <a:lnTo>
                  <a:pt x="2910045" y="3637903"/>
                </a:lnTo>
                <a:lnTo>
                  <a:pt x="2786220" y="3637903"/>
                </a:lnTo>
                <a:lnTo>
                  <a:pt x="0" y="20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928607-C55C-40FD-B2DF-6CD6A7226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2845509"/>
            <a:ext cx="4149883" cy="4012491"/>
          </a:xfrm>
          <a:custGeom>
            <a:avLst/>
            <a:gdLst>
              <a:gd name="connsiteX0" fmla="*/ 0 w 4149883"/>
              <a:gd name="connsiteY0" fmla="*/ 0 h 4012491"/>
              <a:gd name="connsiteX1" fmla="*/ 4149883 w 4149883"/>
              <a:gd name="connsiteY1" fmla="*/ 4012491 h 4012491"/>
              <a:gd name="connsiteX2" fmla="*/ 2910046 w 4149883"/>
              <a:gd name="connsiteY2" fmla="*/ 4012491 h 4012491"/>
              <a:gd name="connsiteX3" fmla="*/ 0 w 4149883"/>
              <a:gd name="connsiteY3" fmla="*/ 374587 h 401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9883" h="4012491">
                <a:moveTo>
                  <a:pt x="0" y="0"/>
                </a:moveTo>
                <a:lnTo>
                  <a:pt x="4149883" y="4012491"/>
                </a:lnTo>
                <a:lnTo>
                  <a:pt x="2910046" y="4012491"/>
                </a:lnTo>
                <a:lnTo>
                  <a:pt x="0" y="3745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400A20C1-29A4-43E0-AB15-7931F76F8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332410"/>
            <a:ext cx="2719546" cy="3525590"/>
          </a:xfrm>
          <a:custGeom>
            <a:avLst/>
            <a:gdLst>
              <a:gd name="connsiteX0" fmla="*/ 0 w 2719546"/>
              <a:gd name="connsiteY0" fmla="*/ 0 h 3525590"/>
              <a:gd name="connsiteX1" fmla="*/ 2719546 w 2719546"/>
              <a:gd name="connsiteY1" fmla="*/ 3525590 h 3525590"/>
              <a:gd name="connsiteX2" fmla="*/ 1828959 w 2719546"/>
              <a:gd name="connsiteY2" fmla="*/ 3525590 h 3525590"/>
              <a:gd name="connsiteX3" fmla="*/ 0 w 2719546"/>
              <a:gd name="connsiteY3" fmla="*/ 623183 h 3525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9546" h="3525590">
                <a:moveTo>
                  <a:pt x="0" y="0"/>
                </a:moveTo>
                <a:lnTo>
                  <a:pt x="2719546" y="3525590"/>
                </a:lnTo>
                <a:lnTo>
                  <a:pt x="1828959" y="3525590"/>
                </a:lnTo>
                <a:lnTo>
                  <a:pt x="0" y="623183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102B55-47DF-4BDC-8D1D-B95F13395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News from the Community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87885E-072E-4C47-8D3E-3D2E27E09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285057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F5F5E3-DBC3-4B69-B8F5-2B96349A8D33}"/>
              </a:ext>
            </a:extLst>
          </p:cNvPr>
          <p:cNvSpPr txBox="1"/>
          <p:nvPr/>
        </p:nvSpPr>
        <p:spPr>
          <a:xfrm>
            <a:off x="0" y="4188396"/>
            <a:ext cx="12191999" cy="1612749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 i="1">
                <a:solidFill>
                  <a:schemeClr val="bg1"/>
                </a:solidFill>
              </a:rPr>
              <a:t>Independent. Innovative. And always open source. 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2400" i="1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3600">
                <a:solidFill>
                  <a:schemeClr val="bg1"/>
                </a:solidFill>
              </a:rPr>
              <a:t>dotnetfoundation.org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CE8753-6FAE-4F73-A958-E196279D8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026" y="805270"/>
            <a:ext cx="3517753" cy="327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56236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108BA-7AA5-430E-9A17-1CCD5BCAF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.NET Foundation Virtual User Group</a:t>
            </a:r>
          </a:p>
        </p:txBody>
      </p:sp>
      <p:sp>
        <p:nvSpPr>
          <p:cNvPr id="3" name="AutoShape 2" descr="Meetup logo">
            <a:extLst>
              <a:ext uri="{FF2B5EF4-FFF2-40B4-BE49-F238E27FC236}">
                <a16:creationId xmlns:a16="http://schemas.microsoft.com/office/drawing/2014/main" id="{5BD38CCC-E2CC-4235-8312-F16968FFE0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42338" y="1975338"/>
            <a:ext cx="1606062" cy="1606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210E1BE-6F7F-4D04-A5CC-45EB96F80AF7}"/>
              </a:ext>
            </a:extLst>
          </p:cNvPr>
          <p:cNvGrpSpPr/>
          <p:nvPr/>
        </p:nvGrpSpPr>
        <p:grpSpPr>
          <a:xfrm>
            <a:off x="2165722" y="2207172"/>
            <a:ext cx="9464670" cy="4007724"/>
            <a:chOff x="392256" y="1313872"/>
            <a:chExt cx="7890732" cy="334125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61C6565-4685-48C8-9C43-B8A4E6C34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2256" y="1313872"/>
              <a:ext cx="7890732" cy="3341255"/>
            </a:xfrm>
            <a:prstGeom prst="rect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6D0076F-A3C2-49BC-AD15-176C795D910B}"/>
                </a:ext>
              </a:extLst>
            </p:cNvPr>
            <p:cNvSpPr txBox="1"/>
            <p:nvPr/>
          </p:nvSpPr>
          <p:spPr>
            <a:xfrm>
              <a:off x="3432356" y="3837229"/>
              <a:ext cx="4783546" cy="38489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2400">
                  <a:hlinkClick r:id="rId4"/>
                </a:rPr>
                <a:t>meetup.com/dotnet-virtual-user-group</a:t>
              </a:r>
              <a:endParaRPr lang="en-US" sz="240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A8FF4D3-8DA1-4A35-AF03-59E63C839C0B}"/>
              </a:ext>
            </a:extLst>
          </p:cNvPr>
          <p:cNvSpPr txBox="1"/>
          <p:nvPr/>
        </p:nvSpPr>
        <p:spPr>
          <a:xfrm>
            <a:off x="291500" y="1428109"/>
            <a:ext cx="9230871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Find virtual user groups happening around the globe!</a:t>
            </a:r>
          </a:p>
        </p:txBody>
      </p:sp>
    </p:spTree>
    <p:extLst>
      <p:ext uri="{BB962C8B-B14F-4D97-AF65-F5344CB8AC3E}">
        <p14:creationId xmlns:p14="http://schemas.microsoft.com/office/powerpoint/2010/main" val="933372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0533D4-0989-4917-9198-55B5D635D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286409"/>
            <a:ext cx="10018713" cy="1090445"/>
          </a:xfrm>
        </p:spPr>
        <p:txBody>
          <a:bodyPr>
            <a:normAutofit/>
          </a:bodyPr>
          <a:lstStyle/>
          <a:p>
            <a:r>
              <a:rPr lang="de-AT"/>
              <a:t>In</a:t>
            </a:r>
            <a:r>
              <a:rPr lang="en-AT"/>
              <a:t>t</a:t>
            </a:r>
            <a:r>
              <a:rPr lang="de-AT"/>
              <a:t>e</a:t>
            </a:r>
            <a:r>
              <a:rPr lang="en-AT"/>
              <a:t>r</a:t>
            </a:r>
            <a:r>
              <a:rPr lang="de-AT"/>
              <a:t>e</a:t>
            </a:r>
            <a:r>
              <a:rPr lang="en-AT" err="1"/>
              <a:t>st</a:t>
            </a:r>
            <a:r>
              <a:rPr lang="de-AT"/>
              <a:t>i</a:t>
            </a:r>
            <a:r>
              <a:rPr lang="en-AT"/>
              <a:t>n</a:t>
            </a:r>
            <a:r>
              <a:rPr lang="de-AT"/>
              <a:t>g</a:t>
            </a:r>
            <a:r>
              <a:rPr lang="en-AT"/>
              <a:t> </a:t>
            </a:r>
            <a:r>
              <a:rPr lang="de-AT"/>
              <a:t>E</a:t>
            </a:r>
            <a:r>
              <a:rPr lang="en-AT"/>
              <a:t>v</a:t>
            </a:r>
            <a:r>
              <a:rPr lang="de-AT"/>
              <a:t>e</a:t>
            </a:r>
            <a:r>
              <a:rPr lang="en-AT"/>
              <a:t>n</a:t>
            </a:r>
            <a:r>
              <a:rPr lang="de-AT"/>
              <a:t>t</a:t>
            </a:r>
            <a:r>
              <a:rPr lang="en-AT"/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925A7C-AB59-454A-B250-F65B7CA9A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49821"/>
            <a:ext cx="10018713" cy="4046482"/>
          </a:xfrm>
        </p:spPr>
        <p:txBody>
          <a:bodyPr>
            <a:normAutofit/>
          </a:bodyPr>
          <a:lstStyle/>
          <a:p>
            <a:endParaRPr lang="de-AT" u="sng" dirty="0"/>
          </a:p>
        </p:txBody>
      </p:sp>
    </p:spTree>
    <p:extLst>
      <p:ext uri="{BB962C8B-B14F-4D97-AF65-F5344CB8AC3E}">
        <p14:creationId xmlns:p14="http://schemas.microsoft.com/office/powerpoint/2010/main" val="3611784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CF4C79-936C-42D0-BDD1-5E60E0189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0405" y="1396180"/>
            <a:ext cx="6942202" cy="4710330"/>
          </a:xfrm>
        </p:spPr>
        <p:txBody>
          <a:bodyPr anchor="ctr">
            <a:normAutofit/>
          </a:bodyPr>
          <a:lstStyle/>
          <a:p>
            <a:pPr algn="l"/>
            <a:r>
              <a:rPr lang="en-US" b="1" i="0" dirty="0">
                <a:solidFill>
                  <a:srgbClr val="212121"/>
                </a:solidFill>
                <a:effectLst/>
                <a:latin typeface="Graphik Meetup"/>
              </a:rPr>
              <a:t>The State of Test Automation in .NET</a:t>
            </a:r>
            <a:br>
              <a:rPr lang="de-AT" b="1" i="0" dirty="0">
                <a:solidFill>
                  <a:srgbClr val="212121"/>
                </a:solidFill>
                <a:effectLst/>
                <a:latin typeface="Graphik Meetup"/>
              </a:rPr>
            </a:br>
            <a:br>
              <a:rPr lang="en-US" i="0" dirty="0">
                <a:solidFill>
                  <a:srgbClr val="212121"/>
                </a:solidFill>
                <a:effectLst/>
                <a:latin typeface="Graphik Meetup"/>
              </a:rPr>
            </a:br>
            <a:br>
              <a:rPr lang="en-US" i="0" dirty="0">
                <a:solidFill>
                  <a:srgbClr val="212121"/>
                </a:solidFill>
                <a:effectLst/>
                <a:latin typeface="Graphik Meetup"/>
              </a:rPr>
            </a:br>
            <a:r>
              <a:rPr lang="en-US" sz="4400" i="0" dirty="0">
                <a:solidFill>
                  <a:srgbClr val="212121"/>
                </a:solidFill>
                <a:effectLst/>
                <a:latin typeface="Graphik Meetup"/>
              </a:rPr>
              <a:t>by Andreas Willich</a:t>
            </a:r>
            <a:endParaRPr lang="en-US" sz="4400" dirty="0">
              <a:solidFill>
                <a:srgbClr val="212121"/>
              </a:solidFill>
              <a:latin typeface="Graphik Meetup"/>
            </a:endParaRPr>
          </a:p>
        </p:txBody>
      </p:sp>
    </p:spTree>
    <p:extLst>
      <p:ext uri="{BB962C8B-B14F-4D97-AF65-F5344CB8AC3E}">
        <p14:creationId xmlns:p14="http://schemas.microsoft.com/office/powerpoint/2010/main" val="1406265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845F47-22EC-4D94-8669-EA719C9175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12121"/>
                </a:solidFill>
                <a:effectLst/>
                <a:latin typeface="Graphik Meetup"/>
              </a:rPr>
              <a:t>The State of Test Automation in .NET</a:t>
            </a:r>
            <a:endParaRPr lang="de-AT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80103C52-2FEB-4F4E-8E2E-E6A30BCF5F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60090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870669-A1F4-4F11-8443-B8EBBAAD4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which tests are we talking about today?</a:t>
            </a:r>
            <a:endParaRPr lang="de-AT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4922C1-D231-417C-8D5F-562FFB979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Unit Tests</a:t>
            </a:r>
          </a:p>
          <a:p>
            <a:r>
              <a:rPr lang="en-US" dirty="0"/>
              <a:t>Integration Tests</a:t>
            </a:r>
          </a:p>
          <a:p>
            <a:r>
              <a:rPr lang="en-US" dirty="0"/>
              <a:t>Functional Tests</a:t>
            </a:r>
          </a:p>
          <a:p>
            <a:r>
              <a:rPr lang="en-US" dirty="0"/>
              <a:t>End-to-End Testing</a:t>
            </a:r>
          </a:p>
          <a:p>
            <a:r>
              <a:rPr lang="en-US" dirty="0"/>
              <a:t>Acceptance Testing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423181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C201B-6842-4809-9EA8-3D7C49AB0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what we are not talking today?</a:t>
            </a:r>
            <a:endParaRPr lang="de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E5185-64CE-403D-AFDA-8182D8C34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Performance Tests</a:t>
            </a:r>
          </a:p>
          <a:p>
            <a:r>
              <a:rPr lang="en-US" dirty="0"/>
              <a:t>Accessibility Tests</a:t>
            </a:r>
          </a:p>
          <a:p>
            <a:r>
              <a:rPr lang="en-US" dirty="0"/>
              <a:t>Smoke Testing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629159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F06FC-CD56-4F60-B89B-5E7293201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833814"/>
          </a:xfrm>
        </p:spPr>
        <p:txBody>
          <a:bodyPr/>
          <a:lstStyle/>
          <a:p>
            <a:r>
              <a:rPr lang="en-US" dirty="0"/>
              <a:t>Questions I want to answer today!</a:t>
            </a:r>
            <a:endParaRPr lang="de-AT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171EA95-095D-479B-9AB9-3462CD5842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1532204"/>
              </p:ext>
            </p:extLst>
          </p:nvPr>
        </p:nvGraphicFramePr>
        <p:xfrm>
          <a:off x="1484313" y="1756437"/>
          <a:ext cx="10018712" cy="40786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66103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062865-9ACA-408C-A88D-F3BF3E7F5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run tests?</a:t>
            </a:r>
            <a:endParaRPr lang="de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ACE17B-3A6B-4D80-85E1-E91461B8B2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885084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062865-9ACA-408C-A88D-F3BF3E7F5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How to define a test?</a:t>
            </a:r>
            <a:endParaRPr lang="de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ACE17B-3A6B-4D80-85E1-E91461B8B2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877219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8FECB9-81E1-457E-B906-6BAC7C8AC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about differences of the test runners</a:t>
            </a:r>
            <a:endParaRPr lang="de-AT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FA7294-CE69-44CC-B2EA-091C072F7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 err="1">
                <a:effectLst/>
                <a:latin typeface="Roboto" panose="02000000000000000000" pitchFamily="2" charset="0"/>
              </a:rPr>
              <a:t>NUnit</a:t>
            </a:r>
            <a:r>
              <a:rPr lang="en-US" b="0" i="0" dirty="0">
                <a:effectLst/>
                <a:latin typeface="Roboto" panose="02000000000000000000" pitchFamily="2" charset="0"/>
              </a:rPr>
              <a:t>,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MSTest</a:t>
            </a:r>
            <a:r>
              <a:rPr lang="en-US" b="0" i="0" dirty="0">
                <a:effectLst/>
                <a:latin typeface="Roboto" panose="02000000000000000000" pitchFamily="2" charset="0"/>
              </a:rPr>
              <a:t> and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xUnit</a:t>
            </a:r>
            <a:r>
              <a:rPr lang="en-US" b="0" i="0" dirty="0">
                <a:effectLst/>
                <a:latin typeface="Roboto" panose="02000000000000000000" pitchFamily="2" charset="0"/>
              </a:rPr>
              <a:t> - What is similar? What is different?</a:t>
            </a:r>
          </a:p>
          <a:p>
            <a:pPr marL="0" indent="0" algn="ctr">
              <a:buNone/>
            </a:pPr>
            <a:r>
              <a:rPr lang="en-US" dirty="0"/>
              <a:t>https://www.youtube.com/watch?v=rLbF8u46tfE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2248423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40D690-6CF1-4F35-A358-8F4E4A403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check if a test result is valid?</a:t>
            </a:r>
            <a:endParaRPr lang="de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2C0B67-DF2B-4EC0-9ECF-F670A9A5DC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5104933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332FE-714E-46CA-8D80-0622FC877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automate a desktop/web/mobile app?</a:t>
            </a:r>
            <a:endParaRPr lang="de-A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C6B79-3710-4F15-BE88-AF70DCF7DD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124295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CA9203-463A-4F18-A9AA-B230FB06A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2326523"/>
            <a:ext cx="2812386" cy="1752599"/>
          </a:xfrm>
        </p:spPr>
        <p:txBody>
          <a:bodyPr>
            <a:normAutofit/>
          </a:bodyPr>
          <a:lstStyle/>
          <a:p>
            <a:r>
              <a:rPr lang="en-US" sz="3200" dirty="0"/>
              <a:t>There is a tool for everything</a:t>
            </a:r>
            <a:endParaRPr lang="de-AT" sz="3200" dirty="0"/>
          </a:p>
        </p:txBody>
      </p:sp>
      <p:sp>
        <p:nvSpPr>
          <p:cNvPr id="77" name="Rounded Rectangle 6">
            <a:extLst>
              <a:ext uri="{FF2B5EF4-FFF2-40B4-BE49-F238E27FC236}">
                <a16:creationId xmlns:a16="http://schemas.microsoft.com/office/drawing/2014/main" id="{8A5BF812-2B38-4094-811B-A17AE463C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7552" y="648931"/>
            <a:ext cx="6917478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elenium (software) - Wikiwand">
            <a:extLst>
              <a:ext uri="{FF2B5EF4-FFF2-40B4-BE49-F238E27FC236}">
                <a16:creationId xmlns:a16="http://schemas.microsoft.com/office/drawing/2014/main" id="{F3773F94-D058-4442-AC49-0A8ACA7F7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55538" y="1694454"/>
            <a:ext cx="3046123" cy="3181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ppium Logo PNG Transparent &amp; SVG Vector - Freebie Supply">
            <a:extLst>
              <a:ext uri="{FF2B5EF4-FFF2-40B4-BE49-F238E27FC236}">
                <a16:creationId xmlns:a16="http://schemas.microsoft.com/office/drawing/2014/main" id="{55114AEE-6E83-4FA1-8B87-725D7DDD8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00576" y="1010899"/>
            <a:ext cx="2180964" cy="2191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laywright 为现代 web 应用提供了跨浏览器 ...">
            <a:extLst>
              <a:ext uri="{FF2B5EF4-FFF2-40B4-BE49-F238E27FC236}">
                <a16:creationId xmlns:a16="http://schemas.microsoft.com/office/drawing/2014/main" id="{F5330BBB-6F96-4172-A06E-3E44687B7C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67128" y="3518900"/>
            <a:ext cx="3047863" cy="1887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19748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[webinar] Visual Component Testing with Cypress and Applitools">
            <a:extLst>
              <a:ext uri="{FF2B5EF4-FFF2-40B4-BE49-F238E27FC236}">
                <a16:creationId xmlns:a16="http://schemas.microsoft.com/office/drawing/2014/main" id="{8BAD0411-6201-4F62-BFB5-708C3EA5466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2676" y="2676099"/>
            <a:ext cx="3620344" cy="1025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9CFE2E9F-0FEF-4CDD-B702-E982AF17B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4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3168" y="245049"/>
            <a:ext cx="4968841" cy="5731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12666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E645D67-C03E-4176-8F19-B3E22A05C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handle internal dependencies?</a:t>
            </a:r>
            <a:endParaRPr lang="de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653A75-4282-49CB-9564-E648F8922F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65606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5DA42-867C-4F86-BA21-A715B60BA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handle external dependencies?</a:t>
            </a:r>
            <a:endParaRPr lang="de-A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045CC4-0463-4A7F-AA18-05BEDB42E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819862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CC590D-FE01-42C8-95A5-158BD5205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912845"/>
          </a:xfrm>
        </p:spPr>
        <p:txBody>
          <a:bodyPr/>
          <a:lstStyle/>
          <a:p>
            <a:r>
              <a:rPr lang="en-US" dirty="0"/>
              <a:t>Now it gets hard!</a:t>
            </a:r>
            <a:endParaRPr lang="de-AT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6FC8E5-FFF7-458E-9EB3-76D8C7085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909665"/>
            <a:ext cx="10018713" cy="3881535"/>
          </a:xfrm>
        </p:spPr>
        <p:txBody>
          <a:bodyPr/>
          <a:lstStyle/>
          <a:p>
            <a:r>
              <a:rPr lang="en-US" dirty="0"/>
              <a:t>Try not to call the external dependency in the first place</a:t>
            </a:r>
          </a:p>
          <a:p>
            <a:r>
              <a:rPr lang="en-US" dirty="0"/>
              <a:t>Setup new instance for every </a:t>
            </a:r>
            <a:r>
              <a:rPr lang="en-US" dirty="0" err="1"/>
              <a:t>testrun</a:t>
            </a:r>
            <a:r>
              <a:rPr lang="en-US" dirty="0"/>
              <a:t>/test</a:t>
            </a:r>
          </a:p>
          <a:p>
            <a:pPr lvl="1"/>
            <a:r>
              <a:rPr lang="en-US" dirty="0"/>
              <a:t>Docker with </a:t>
            </a:r>
            <a:r>
              <a:rPr lang="en-US" dirty="0" err="1"/>
              <a:t>FluentDocker</a:t>
            </a:r>
            <a:r>
              <a:rPr lang="en-US" dirty="0"/>
              <a:t> (https://github.com/mariotoffia/FluentDocker)</a:t>
            </a:r>
          </a:p>
          <a:p>
            <a:endParaRPr lang="en-US" dirty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8344923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DDE717-2605-4226-9508-642448387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run my app locally for tests?</a:t>
            </a:r>
            <a:endParaRPr lang="de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9FC88B-4508-4CAC-84B7-15F12ED948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769000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D4EC4FC-046F-4A4B-9B39-0937636D0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Depends on your App</a:t>
            </a:r>
            <a:endParaRPr lang="de-AT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C6FC29C-CD5C-4FE5-A350-F561E561D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Desktop: </a:t>
            </a:r>
            <a:r>
              <a:rPr lang="en-US" dirty="0" err="1"/>
              <a:t>Process.Start</a:t>
            </a:r>
            <a:endParaRPr lang="en-US" dirty="0"/>
          </a:p>
          <a:p>
            <a:r>
              <a:rPr lang="en-US" dirty="0"/>
              <a:t>Web: running with Kestrel</a:t>
            </a:r>
          </a:p>
          <a:p>
            <a:r>
              <a:rPr lang="en-US" dirty="0"/>
              <a:t>Mobile: Appium handles it for Device and Emulator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6958149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461BE1-FF69-47E1-AFC7-E6993F73C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make your live easier</a:t>
            </a:r>
            <a:endParaRPr lang="de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061076-FA5C-4DDD-903A-328D0EE93D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71474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8C1FB4-3771-4154-8C08-9A3B68CF8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Coverage</a:t>
            </a:r>
            <a:endParaRPr lang="de-AT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047F82E-AB47-4237-9104-9D441B4E5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Coverlet</a:t>
            </a:r>
          </a:p>
          <a:p>
            <a:r>
              <a:rPr lang="en-US" dirty="0"/>
              <a:t>Included in VS Enterprise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2737670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5EE6C-4C7B-4B99-B641-57D310088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Plain language for describing Behavior</a:t>
            </a:r>
            <a:endParaRPr lang="de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1132D-121B-4010-AC2B-7E2E296A2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SpecFlow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0147505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33956-A377-46DD-9818-9B51863A5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Examples</a:t>
            </a:r>
            <a:endParaRPr lang="de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028F-B550-4798-B0C0-AD46405AC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AT" dirty="0"/>
              <a:t>https://github.com/SabotageAndi/StateOfTestAutomationInDotNet</a:t>
            </a:r>
          </a:p>
        </p:txBody>
      </p:sp>
    </p:spTree>
    <p:extLst>
      <p:ext uri="{BB962C8B-B14F-4D97-AF65-F5344CB8AC3E}">
        <p14:creationId xmlns:p14="http://schemas.microsoft.com/office/powerpoint/2010/main" val="2977120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54709E-89F9-4B9B-AC97-CEC0ED50E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</a:t>
            </a:r>
            <a:endParaRPr lang="de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AE06AE-99C4-43D3-9D7D-182FCB43E6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179721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 dirty="0"/>
              <a:t>Thank you </a:t>
            </a:r>
            <a:r>
              <a:rPr lang="en-GB" sz="7200" dirty="0"/>
              <a:t>Andreas</a:t>
            </a:r>
            <a:r>
              <a:rPr lang="en-US" sz="7200" dirty="0"/>
              <a:t>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3559311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Thank you for </a:t>
            </a:r>
            <a:r>
              <a:rPr lang="en-AT" sz="7200"/>
              <a:t>j</a:t>
            </a:r>
            <a:r>
              <a:rPr lang="de-AT" sz="7200"/>
              <a:t>o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/>
              <a:t>g</a:t>
            </a:r>
            <a:r>
              <a:rPr lang="en-US" sz="7200"/>
              <a:t>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6555184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Thanks to our sponsors!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1064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E831112-FBC4-43D2-9D35-A250B9B5D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93A4630-E073-431D-8342-B683A279D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A543ED21-5AF4-4027-82BF-E80AB72180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33637445-5BE0-4E93-933C-8C20A541C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E8961475-0F43-4D4A-A248-A366B0BB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149225D7-A7EE-4CB4-B021-475F371CC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9D83E4AD-0D74-4356-A0EA-251D9A277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7E171D2-C851-49BB-BD4D-A9D00C0C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8583" y="645286"/>
            <a:ext cx="3474438" cy="33509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endParaRPr lang="en-US" sz="4800"/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5CD072FB-CD64-4E20-B8AA-375F84356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4347" y="648931"/>
            <a:ext cx="6869937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AB3D8A-A002-46A9-B003-B2FD48C9C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177" y="1736060"/>
            <a:ext cx="3032249" cy="742900"/>
          </a:xfrm>
          <a:prstGeom prst="rect">
            <a:avLst/>
          </a:prstGeom>
          <a:noFill/>
        </p:spPr>
      </p:pic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09740D33-19F0-40FB-BA26-AE70E472C5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502" y="3366981"/>
            <a:ext cx="2021651" cy="219149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37F4741-5D55-4510-8571-8123A30691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71178" y="4179034"/>
            <a:ext cx="3032249" cy="567384"/>
          </a:xfrm>
          <a:prstGeom prst="rect">
            <a:avLst/>
          </a:prstGeom>
        </p:spPr>
      </p:pic>
      <p:pic>
        <p:nvPicPr>
          <p:cNvPr id="19" name="Picture 18" descr="Logo, icon&#10;&#10;Description automatically generated with medium confidence">
            <a:extLst>
              <a:ext uri="{FF2B5EF4-FFF2-40B4-BE49-F238E27FC236}">
                <a16:creationId xmlns:a16="http://schemas.microsoft.com/office/drawing/2014/main" id="{0858C95F-7F2C-44DF-8671-2437DAEDF1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250" y="1570832"/>
            <a:ext cx="28194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9798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6F209-26DF-4FEC-9242-2AEB07C2A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Do your company or you want to sponsor us?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9BF1E-66FA-44D0-B8D6-6D20760AB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024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7A16D8-60F5-4B02-8C69-11C1FEAC9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Do you want to host a Meetup?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9D4635-C1E2-4F48-9840-7CA3D53A5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605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7677A-6F6D-4AB8-B7CA-90C29CD5E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Talk with us</a:t>
            </a:r>
            <a:r>
              <a:rPr lang="en-AT" sz="7200"/>
              <a:t>!</a:t>
            </a:r>
            <a:endParaRPr lang="en-US" sz="72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60A8D-7D39-4747-8373-705E70032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5751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2400"/>
              <a:t>General Information: </a:t>
            </a:r>
          </a:p>
          <a:p>
            <a:pPr algn="ctr"/>
            <a:r>
              <a:rPr lang="en-US" sz="2400">
                <a:hlinkClick r:id="rId2"/>
              </a:rPr>
              <a:t>https://dotnetdevs.at/sponsoring/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1633724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0706" y="685800"/>
            <a:ext cx="9742318" cy="1752599"/>
          </a:xfrm>
        </p:spPr>
        <p:txBody>
          <a:bodyPr>
            <a:normAutofit/>
          </a:bodyPr>
          <a:lstStyle/>
          <a:p>
            <a:r>
              <a:rPr lang="en-US"/>
              <a:t>Next meetups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6BD10E-9A6C-45CE-A11F-D312F9487D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6258906"/>
              </p:ext>
            </p:extLst>
          </p:nvPr>
        </p:nvGraphicFramePr>
        <p:xfrm>
          <a:off x="1760705" y="2694562"/>
          <a:ext cx="9742319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85603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Requested Topics</a:t>
            </a:r>
            <a:r>
              <a:rPr lang="en-AT"/>
              <a:t> </a:t>
            </a:r>
            <a:r>
              <a:rPr lang="de-AT"/>
              <a:t>f</a:t>
            </a:r>
            <a:r>
              <a:rPr lang="en-AT"/>
              <a:t>o</a:t>
            </a:r>
            <a:r>
              <a:rPr lang="de-AT"/>
              <a:t>r</a:t>
            </a:r>
            <a:r>
              <a:rPr lang="en-AT"/>
              <a:t> </a:t>
            </a:r>
            <a:r>
              <a:rPr lang="de-AT"/>
              <a:t>f</a:t>
            </a:r>
            <a:r>
              <a:rPr lang="en-AT"/>
              <a:t>u</a:t>
            </a:r>
            <a:r>
              <a:rPr lang="de-AT"/>
              <a:t>t</a:t>
            </a:r>
            <a:r>
              <a:rPr lang="en-AT"/>
              <a:t>u</a:t>
            </a:r>
            <a:r>
              <a:rPr lang="de-AT"/>
              <a:t>r</a:t>
            </a:r>
            <a:r>
              <a:rPr lang="en-AT"/>
              <a:t>e </a:t>
            </a:r>
            <a:r>
              <a:rPr lang="de-AT"/>
              <a:t>M</a:t>
            </a:r>
            <a:r>
              <a:rPr lang="en-AT"/>
              <a:t>e</a:t>
            </a:r>
            <a:r>
              <a:rPr lang="de-AT"/>
              <a:t>e</a:t>
            </a:r>
            <a:r>
              <a:rPr lang="en-AT"/>
              <a:t>t</a:t>
            </a:r>
            <a:r>
              <a:rPr lang="de-AT"/>
              <a:t>u</a:t>
            </a:r>
            <a:r>
              <a:rPr lang="en-AT"/>
              <a:t>p</a:t>
            </a:r>
            <a:r>
              <a:rPr lang="de-AT"/>
              <a:t>s</a:t>
            </a:r>
            <a:r>
              <a:rPr lang="en-US"/>
              <a:t>: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AT" dirty="0"/>
              <a:t>B</a:t>
            </a:r>
            <a:r>
              <a:rPr lang="en-AT" dirty="0"/>
              <a:t>l</a:t>
            </a:r>
            <a:r>
              <a:rPr lang="de-AT" dirty="0"/>
              <a:t>a</a:t>
            </a:r>
            <a:r>
              <a:rPr lang="en-AT" dirty="0"/>
              <a:t>z</a:t>
            </a:r>
            <a:r>
              <a:rPr lang="de-AT" dirty="0"/>
              <a:t>o</a:t>
            </a:r>
            <a:r>
              <a:rPr lang="en-AT" dirty="0"/>
              <a:t>r</a:t>
            </a:r>
          </a:p>
          <a:p>
            <a:r>
              <a:rPr lang="en-AT" dirty="0"/>
              <a:t>Paket</a:t>
            </a:r>
          </a:p>
          <a:p>
            <a:r>
              <a:rPr lang="de-AT" dirty="0"/>
              <a:t>N</a:t>
            </a:r>
            <a:r>
              <a:rPr lang="en-AT" dirty="0"/>
              <a:t>odaTime</a:t>
            </a:r>
          </a:p>
          <a:p>
            <a:r>
              <a:rPr lang="en-AT" dirty="0"/>
              <a:t>...</a:t>
            </a:r>
          </a:p>
          <a:p>
            <a:pPr marL="0" indent="0">
              <a:buNone/>
            </a:pPr>
            <a:endParaRPr lang="en-AT" dirty="0"/>
          </a:p>
          <a:p>
            <a:pPr marL="0" indent="0">
              <a:buNone/>
            </a:pPr>
            <a:r>
              <a:rPr lang="de-AT" dirty="0"/>
              <a:t>A</a:t>
            </a:r>
            <a:r>
              <a:rPr lang="en-AT" dirty="0"/>
              <a:t>l</a:t>
            </a:r>
            <a:r>
              <a:rPr lang="de-AT" dirty="0"/>
              <a:t>l</a:t>
            </a:r>
            <a:r>
              <a:rPr lang="en-AT" dirty="0"/>
              <a:t> </a:t>
            </a:r>
            <a:r>
              <a:rPr lang="de-AT" dirty="0"/>
              <a:t>u</a:t>
            </a:r>
            <a:r>
              <a:rPr lang="en-AT" dirty="0"/>
              <a:t>n</a:t>
            </a:r>
            <a:r>
              <a:rPr lang="de-AT" dirty="0"/>
              <a:t>d</a:t>
            </a:r>
            <a:r>
              <a:rPr lang="en-AT" dirty="0"/>
              <a:t>e</a:t>
            </a:r>
            <a:r>
              <a:rPr lang="de-AT" dirty="0"/>
              <a:t>r</a:t>
            </a:r>
            <a:r>
              <a:rPr lang="en-AT" dirty="0"/>
              <a:t> </a:t>
            </a:r>
            <a:r>
              <a:rPr lang="de-AT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https://github.com/dotnetdevsaustria/topic-requests</a:t>
            </a:r>
            <a:endParaRPr lang="en-AT" dirty="0"/>
          </a:p>
          <a:p>
            <a:pPr marL="0" indent="0">
              <a:buNone/>
            </a:pPr>
            <a:endParaRPr lang="en-AT" dirty="0"/>
          </a:p>
          <a:p>
            <a:pPr marL="0" indent="0" algn="ctr">
              <a:buNone/>
            </a:pPr>
            <a:r>
              <a:rPr lang="en-AT" sz="4000" b="1" dirty="0"/>
              <a:t>Please enter your requests!</a:t>
            </a:r>
            <a:endParaRPr lang="en-US" sz="4000" b="1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D03BA0E-53C3-4989-AB5A-03BD78FC0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4144" y="1877410"/>
            <a:ext cx="2988879" cy="2988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29871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F63B49BB-37AE-43B8-B7C4-3A7471E851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275" b="-1"/>
          <a:stretch/>
        </p:blipFill>
        <p:spPr>
          <a:xfrm>
            <a:off x="6892924" y="10"/>
            <a:ext cx="5299077" cy="6857990"/>
          </a:xfrm>
          <a:custGeom>
            <a:avLst/>
            <a:gdLst>
              <a:gd name="connsiteX0" fmla="*/ 836871 w 5299077"/>
              <a:gd name="connsiteY0" fmla="*/ 0 h 6858000"/>
              <a:gd name="connsiteX1" fmla="*/ 5299077 w 5299077"/>
              <a:gd name="connsiteY1" fmla="*/ 0 h 6858000"/>
              <a:gd name="connsiteX2" fmla="*/ 5299077 w 5299077"/>
              <a:gd name="connsiteY2" fmla="*/ 6858000 h 6858000"/>
              <a:gd name="connsiteX3" fmla="*/ 1911312 w 5299077"/>
              <a:gd name="connsiteY3" fmla="*/ 6858000 h 6858000"/>
              <a:gd name="connsiteX4" fmla="*/ 0 w 5299077"/>
              <a:gd name="connsiteY4" fmla="*/ 5333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7F1BEC-7346-49C4-8982-028289C66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r>
              <a:rPr lang="en-AT"/>
              <a:t>S</a:t>
            </a:r>
            <a:r>
              <a:rPr lang="de-AT"/>
              <a:t>p</a:t>
            </a:r>
            <a:r>
              <a:rPr lang="en-AT"/>
              <a:t>r</a:t>
            </a:r>
            <a:r>
              <a:rPr lang="de-AT"/>
              <a:t>e</a:t>
            </a:r>
            <a:r>
              <a:rPr lang="en-AT"/>
              <a:t>a</a:t>
            </a:r>
            <a:r>
              <a:rPr lang="de-AT"/>
              <a:t>d</a:t>
            </a:r>
            <a:r>
              <a:rPr lang="en-AT"/>
              <a:t> </a:t>
            </a:r>
            <a:r>
              <a:rPr lang="de-AT"/>
              <a:t>t</a:t>
            </a:r>
            <a:r>
              <a:rPr lang="en-AT"/>
              <a:t>h</a:t>
            </a:r>
            <a:r>
              <a:rPr lang="de-AT"/>
              <a:t>e</a:t>
            </a:r>
            <a:r>
              <a:rPr lang="en-AT"/>
              <a:t> </a:t>
            </a:r>
            <a:r>
              <a:rPr lang="de-AT"/>
              <a:t>w</a:t>
            </a:r>
            <a:r>
              <a:rPr lang="en-AT"/>
              <a:t>o</a:t>
            </a:r>
            <a:r>
              <a:rPr lang="de-AT"/>
              <a:t>r</a:t>
            </a:r>
            <a:r>
              <a:rPr lang="en-AT"/>
              <a:t>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CB2EA-8F8A-4CFD-BE74-077FEFB37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162" y="2656489"/>
            <a:ext cx="5260680" cy="3124201"/>
          </a:xfrm>
        </p:spPr>
        <p:txBody>
          <a:bodyPr>
            <a:normAutofit/>
          </a:bodyPr>
          <a:lstStyle/>
          <a:p>
            <a:r>
              <a:rPr lang="de-AT" sz="2000"/>
              <a:t>I</a:t>
            </a:r>
            <a:r>
              <a:rPr lang="en-AT" sz="2000"/>
              <a:t>n</a:t>
            </a:r>
            <a:r>
              <a:rPr lang="de-AT" sz="2000"/>
              <a:t>v</a:t>
            </a:r>
            <a:r>
              <a:rPr lang="en-AT" sz="2000" err="1"/>
              <a:t>i</a:t>
            </a:r>
            <a:r>
              <a:rPr lang="de-AT" sz="2000"/>
              <a:t>t</a:t>
            </a:r>
            <a:r>
              <a:rPr lang="en-AT" sz="2000"/>
              <a:t>e </a:t>
            </a:r>
            <a:r>
              <a:rPr lang="de-AT" sz="2000" err="1"/>
              <a:t>colleague</a:t>
            </a:r>
            <a:r>
              <a:rPr lang="en-AT" sz="2000"/>
              <a:t>s</a:t>
            </a:r>
          </a:p>
          <a:p>
            <a:r>
              <a:rPr lang="en-AT" sz="2000"/>
              <a:t>Invite friends</a:t>
            </a:r>
          </a:p>
          <a:p>
            <a:r>
              <a:rPr lang="en-AT" sz="2000"/>
              <a:t>Invite customers</a:t>
            </a:r>
          </a:p>
          <a:p>
            <a:r>
              <a:rPr lang="en-AT" sz="2000"/>
              <a:t>Tweet! @</a:t>
            </a:r>
            <a:r>
              <a:rPr lang="de-AT" sz="2000"/>
              <a:t>D</a:t>
            </a:r>
            <a:r>
              <a:rPr lang="en-AT" sz="2000"/>
              <a:t>o</a:t>
            </a:r>
            <a:r>
              <a:rPr lang="de-AT" sz="2000"/>
              <a:t>t</a:t>
            </a:r>
            <a:r>
              <a:rPr lang="en-AT" sz="2000"/>
              <a:t>N</a:t>
            </a:r>
            <a:r>
              <a:rPr lang="de-AT" sz="2000"/>
              <a:t>e</a:t>
            </a:r>
            <a:r>
              <a:rPr lang="en-AT" sz="2000"/>
              <a:t>t</a:t>
            </a:r>
            <a:r>
              <a:rPr lang="de-AT" sz="2000"/>
              <a:t>D</a:t>
            </a:r>
            <a:r>
              <a:rPr lang="en-AT" sz="2000"/>
              <a:t>e</a:t>
            </a:r>
            <a:r>
              <a:rPr lang="de-AT" sz="2000"/>
              <a:t>v</a:t>
            </a:r>
            <a:r>
              <a:rPr lang="en-AT" sz="2000"/>
              <a:t>s</a:t>
            </a:r>
            <a:r>
              <a:rPr lang="de-AT" sz="2000"/>
              <a:t>A</a:t>
            </a:r>
            <a:r>
              <a:rPr lang="en-AT" sz="2000"/>
              <a:t>T</a:t>
            </a:r>
          </a:p>
          <a:p>
            <a:r>
              <a:rPr lang="en-AT" sz="2000"/>
              <a:t>Invite everyone that has to do with .NET</a:t>
            </a:r>
          </a:p>
          <a:p>
            <a:endParaRPr lang="en-AT" sz="2000"/>
          </a:p>
        </p:txBody>
      </p:sp>
    </p:spTree>
    <p:extLst>
      <p:ext uri="{BB962C8B-B14F-4D97-AF65-F5344CB8AC3E}">
        <p14:creationId xmlns:p14="http://schemas.microsoft.com/office/powerpoint/2010/main" val="35575874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89181EA-5F2D-4783-A466-BF7060E0B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91998"/>
          </a:xfrm>
        </p:spPr>
        <p:txBody>
          <a:bodyPr/>
          <a:lstStyle/>
          <a:p>
            <a:r>
              <a:rPr lang="en-AT"/>
              <a:t>D</a:t>
            </a:r>
            <a:r>
              <a:rPr lang="de-AT"/>
              <a:t>o</a:t>
            </a:r>
            <a:r>
              <a:rPr lang="en-AT"/>
              <a:t>t</a:t>
            </a:r>
            <a:r>
              <a:rPr lang="de-AT"/>
              <a:t>N</a:t>
            </a:r>
            <a:r>
              <a:rPr lang="en-AT"/>
              <a:t>e</a:t>
            </a:r>
            <a:r>
              <a:rPr lang="de-AT"/>
              <a:t>t</a:t>
            </a:r>
            <a:r>
              <a:rPr lang="en-AT"/>
              <a:t>D</a:t>
            </a:r>
            <a:r>
              <a:rPr lang="de-AT"/>
              <a:t>e</a:t>
            </a:r>
            <a:r>
              <a:rPr lang="en-AT"/>
              <a:t>v</a:t>
            </a:r>
            <a:r>
              <a:rPr lang="de-AT"/>
              <a:t>s</a:t>
            </a:r>
            <a:r>
              <a:rPr lang="en-AT"/>
              <a:t>.</a:t>
            </a:r>
            <a:r>
              <a:rPr lang="de-AT"/>
              <a:t>a</a:t>
            </a:r>
            <a:r>
              <a:rPr lang="en-AT"/>
              <a:t>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05BC33-523C-458D-82B3-F1DC26FE333C}"/>
              </a:ext>
            </a:extLst>
          </p:cNvPr>
          <p:cNvGrpSpPr/>
          <p:nvPr/>
        </p:nvGrpSpPr>
        <p:grpSpPr>
          <a:xfrm>
            <a:off x="1130499" y="2376282"/>
            <a:ext cx="1905000" cy="3424249"/>
            <a:chOff x="1422106" y="2376282"/>
            <a:chExt cx="1905000" cy="3424249"/>
          </a:xfrm>
        </p:grpSpPr>
        <p:pic>
          <p:nvPicPr>
            <p:cNvPr id="8" name="Picture 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64AFD18E-8BF1-4905-A9B1-237BE28DB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4682" y="2376282"/>
              <a:ext cx="1279849" cy="1279849"/>
            </a:xfrm>
            <a:prstGeom prst="rect">
              <a:avLst/>
            </a:prstGeom>
          </p:spPr>
        </p:pic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7D0975BB-2BBE-40A6-95B9-E1A9E7E26D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2106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CDD93B-EBC1-4450-B04F-8D1267D6911C}"/>
              </a:ext>
            </a:extLst>
          </p:cNvPr>
          <p:cNvGrpSpPr/>
          <p:nvPr/>
        </p:nvGrpSpPr>
        <p:grpSpPr>
          <a:xfrm>
            <a:off x="5137825" y="2768187"/>
            <a:ext cx="1905000" cy="3032344"/>
            <a:chOff x="4568505" y="2478940"/>
            <a:chExt cx="1905000" cy="3032344"/>
          </a:xfrm>
        </p:grpSpPr>
        <p:pic>
          <p:nvPicPr>
            <p:cNvPr id="11" name="Picture 10" descr="A picture containing drawing, clock&#10;&#10;Description automatically generated">
              <a:extLst>
                <a:ext uri="{FF2B5EF4-FFF2-40B4-BE49-F238E27FC236}">
                  <a16:creationId xmlns:a16="http://schemas.microsoft.com/office/drawing/2014/main" id="{326FF49C-64EF-4EAB-AFCE-281C2504C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75079" y="2478940"/>
              <a:ext cx="1709512" cy="388563"/>
            </a:xfrm>
            <a:prstGeom prst="rect">
              <a:avLst/>
            </a:prstGeom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F3696925-724C-4EA8-80EC-52FDE0D950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8505" y="3606284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889159C-436C-4AA6-AF46-3DFB7105AE49}"/>
              </a:ext>
            </a:extLst>
          </p:cNvPr>
          <p:cNvGrpSpPr/>
          <p:nvPr/>
        </p:nvGrpSpPr>
        <p:grpSpPr>
          <a:xfrm>
            <a:off x="7141488" y="2797295"/>
            <a:ext cx="1905000" cy="3003236"/>
            <a:chOff x="8825203" y="2508048"/>
            <a:chExt cx="1905000" cy="3003236"/>
          </a:xfrm>
        </p:grpSpPr>
        <p:pic>
          <p:nvPicPr>
            <p:cNvPr id="14" name="Picture 6">
              <a:extLst>
                <a:ext uri="{FF2B5EF4-FFF2-40B4-BE49-F238E27FC236}">
                  <a16:creationId xmlns:a16="http://schemas.microsoft.com/office/drawing/2014/main" id="{9C260114-8896-4509-BDC2-74D0C26D56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25203" y="3606284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Content Placeholder 4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C2E2F97B-B128-4120-B507-235FDAC98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5203" y="2508048"/>
              <a:ext cx="1905000" cy="42706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A60D5DC-0196-41E0-9F61-1BC89192C7E0}"/>
              </a:ext>
            </a:extLst>
          </p:cNvPr>
          <p:cNvGrpSpPr/>
          <p:nvPr/>
        </p:nvGrpSpPr>
        <p:grpSpPr>
          <a:xfrm>
            <a:off x="3134162" y="2296971"/>
            <a:ext cx="1905000" cy="3503560"/>
            <a:chOff x="3863470" y="2296971"/>
            <a:chExt cx="1905000" cy="3503560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C45E5BE0-3994-4D58-BEDD-C66A4B1238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3470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A picture containing tree&#10;&#10;Description automatically generated">
              <a:extLst>
                <a:ext uri="{FF2B5EF4-FFF2-40B4-BE49-F238E27FC236}">
                  <a16:creationId xmlns:a16="http://schemas.microsoft.com/office/drawing/2014/main" id="{D9C266DD-38BD-4474-86A9-E39F3D081D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6735" y="2296971"/>
              <a:ext cx="1438469" cy="1438469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4347991-90D6-40E5-8C75-5C42C9059681}"/>
              </a:ext>
            </a:extLst>
          </p:cNvPr>
          <p:cNvGrpSpPr/>
          <p:nvPr/>
        </p:nvGrpSpPr>
        <p:grpSpPr>
          <a:xfrm>
            <a:off x="9145149" y="2080427"/>
            <a:ext cx="1905000" cy="3720104"/>
            <a:chOff x="9481250" y="2080427"/>
            <a:chExt cx="1905000" cy="3720104"/>
          </a:xfrm>
        </p:grpSpPr>
        <p:pic>
          <p:nvPicPr>
            <p:cNvPr id="4" name="Picture 3" descr="A close up of a logo&#10;&#10;Description automatically generated">
              <a:extLst>
                <a:ext uri="{FF2B5EF4-FFF2-40B4-BE49-F238E27FC236}">
                  <a16:creationId xmlns:a16="http://schemas.microsoft.com/office/drawing/2014/main" id="{C167AABE-79D8-4B68-966D-932B92899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03350" y="2080427"/>
              <a:ext cx="1860801" cy="1860801"/>
            </a:xfrm>
            <a:prstGeom prst="rect">
              <a:avLst/>
            </a:prstGeom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BD88EB4-C611-482A-A55E-9793804D76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81250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870421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roup 134">
            <a:extLst>
              <a:ext uri="{FF2B5EF4-FFF2-40B4-BE49-F238E27FC236}">
                <a16:creationId xmlns:a16="http://schemas.microsoft.com/office/drawing/2014/main" id="{C616B3DC-C165-433D-9187-62DCC0E31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36" name="Freeform 6">
              <a:extLst>
                <a:ext uri="{FF2B5EF4-FFF2-40B4-BE49-F238E27FC236}">
                  <a16:creationId xmlns:a16="http://schemas.microsoft.com/office/drawing/2014/main" id="{97E1BF84-9824-4B0E-98DF-F0F7181DD0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7" name="Freeform 7">
              <a:extLst>
                <a:ext uri="{FF2B5EF4-FFF2-40B4-BE49-F238E27FC236}">
                  <a16:creationId xmlns:a16="http://schemas.microsoft.com/office/drawing/2014/main" id="{A85FA340-7392-4303-9707-A12F45A46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38" name="Freeform 9">
              <a:extLst>
                <a:ext uri="{FF2B5EF4-FFF2-40B4-BE49-F238E27FC236}">
                  <a16:creationId xmlns:a16="http://schemas.microsoft.com/office/drawing/2014/main" id="{758A9051-2BD9-4868-8B84-344752FA2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39" name="Freeform 10">
              <a:extLst>
                <a:ext uri="{FF2B5EF4-FFF2-40B4-BE49-F238E27FC236}">
                  <a16:creationId xmlns:a16="http://schemas.microsoft.com/office/drawing/2014/main" id="{58264C49-3539-4CBD-8F11-1106C8B87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40" name="Freeform 11">
              <a:extLst>
                <a:ext uri="{FF2B5EF4-FFF2-40B4-BE49-F238E27FC236}">
                  <a16:creationId xmlns:a16="http://schemas.microsoft.com/office/drawing/2014/main" id="{DE862133-5C7E-4B32-9786-0B33BC51A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41" name="Freeform 12">
              <a:extLst>
                <a:ext uri="{FF2B5EF4-FFF2-40B4-BE49-F238E27FC236}">
                  <a16:creationId xmlns:a16="http://schemas.microsoft.com/office/drawing/2014/main" id="{90925F6C-DF03-4707-9176-6049F049B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43" name="Rectangle 142">
            <a:extLst>
              <a:ext uri="{FF2B5EF4-FFF2-40B4-BE49-F238E27FC236}">
                <a16:creationId xmlns:a16="http://schemas.microsoft.com/office/drawing/2014/main" id="{6C686317-9C96-4A02-88CE-7319FF590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BE8B6A-5FBB-4721-B07C-F8B3BF495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0632" y="648930"/>
            <a:ext cx="4922391" cy="33473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/>
              <a:t>We want to hear your feedback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D33C1-B332-454C-806B-0AAA693B6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80632" y="3996267"/>
            <a:ext cx="4922391" cy="18870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100" dirty="0"/>
              <a:t>https://go.dotnetdevs.at/feedback-202110</a:t>
            </a: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E0E25B5C-98A3-47D8-A4D7-10C2E1758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86714" y="-4763"/>
            <a:ext cx="5014912" cy="6862763"/>
            <a:chOff x="2928938" y="-4763"/>
            <a:chExt cx="5014912" cy="6862763"/>
          </a:xfrm>
        </p:grpSpPr>
        <p:sp>
          <p:nvSpPr>
            <p:cNvPr id="146" name="Freeform 6">
              <a:extLst>
                <a:ext uri="{FF2B5EF4-FFF2-40B4-BE49-F238E27FC236}">
                  <a16:creationId xmlns:a16="http://schemas.microsoft.com/office/drawing/2014/main" id="{FECB3374-15F5-40C2-95B4-0FCF10849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7" name="Freeform 7">
              <a:extLst>
                <a:ext uri="{FF2B5EF4-FFF2-40B4-BE49-F238E27FC236}">
                  <a16:creationId xmlns:a16="http://schemas.microsoft.com/office/drawing/2014/main" id="{E762314F-F556-4403-BAA1-AF8A3BED3E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48" name="Freeform 25">
              <a:extLst>
                <a:ext uri="{FF2B5EF4-FFF2-40B4-BE49-F238E27FC236}">
                  <a16:creationId xmlns:a16="http://schemas.microsoft.com/office/drawing/2014/main" id="{02EDEF56-2F86-4867-986A-5AFB8EC07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49" name="Freeform 26">
              <a:extLst>
                <a:ext uri="{FF2B5EF4-FFF2-40B4-BE49-F238E27FC236}">
                  <a16:creationId xmlns:a16="http://schemas.microsoft.com/office/drawing/2014/main" id="{51BE63E6-C24A-43FA-93F5-475F550AB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0" name="Freeform 27">
              <a:extLst>
                <a:ext uri="{FF2B5EF4-FFF2-40B4-BE49-F238E27FC236}">
                  <a16:creationId xmlns:a16="http://schemas.microsoft.com/office/drawing/2014/main" id="{9639DAAA-46FE-401C-BB78-B7A9AF33C0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51" name="Freeform 28">
              <a:extLst>
                <a:ext uri="{FF2B5EF4-FFF2-40B4-BE49-F238E27FC236}">
                  <a16:creationId xmlns:a16="http://schemas.microsoft.com/office/drawing/2014/main" id="{D5EFBD2C-94D5-43D0-B2FE-E390BD3F3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153" name="Rounded Rectangle 16">
            <a:extLst>
              <a:ext uri="{FF2B5EF4-FFF2-40B4-BE49-F238E27FC236}">
                <a16:creationId xmlns:a16="http://schemas.microsoft.com/office/drawing/2014/main" id="{EB9A9756-A5DB-460E-A867-A2AE77834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693" y="648931"/>
            <a:ext cx="5419641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15A154A-160A-4478-9A28-B546D26F2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937" y="828278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07366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62588f1-9f9c-46ee-8cab-d2557cbfb99a" xsi:nil="true"/>
    <lcf76f155ced4ddcb4097134ff3c332f xmlns="9d4059ad-3f3c-4315-a9b0-bccacf58ea2e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43F5660AFE4DF48912EB45177040206" ma:contentTypeVersion="12" ma:contentTypeDescription="Ein neues Dokument erstellen." ma:contentTypeScope="" ma:versionID="1f2d256c9d1e599655a78569912fe133">
  <xsd:schema xmlns:xsd="http://www.w3.org/2001/XMLSchema" xmlns:xs="http://www.w3.org/2001/XMLSchema" xmlns:p="http://schemas.microsoft.com/office/2006/metadata/properties" xmlns:ns2="9d4059ad-3f3c-4315-a9b0-bccacf58ea2e" xmlns:ns3="962588f1-9f9c-46ee-8cab-d2557cbfb99a" targetNamespace="http://schemas.microsoft.com/office/2006/metadata/properties" ma:root="true" ma:fieldsID="29a4935a17a0a2ea3225cf220b4b1203" ns2:_="" ns3:_="">
    <xsd:import namespace="9d4059ad-3f3c-4315-a9b0-bccacf58ea2e"/>
    <xsd:import namespace="962588f1-9f9c-46ee-8cab-d2557cbfb9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4059ad-3f3c-4315-a9b0-bccacf58ea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ildmarkierungen" ma:readOnly="false" ma:fieldId="{5cf76f15-5ced-4ddc-b409-7134ff3c332f}" ma:taxonomyMulti="true" ma:sspId="bf16a271-86bf-43b1-8a59-28a0529554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2588f1-9f9c-46ee-8cab-d2557cbfb99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8ef2a9b-b19a-4172-b55b-e557a8484585}" ma:internalName="TaxCatchAll" ma:showField="CatchAllData" ma:web="962588f1-9f9c-46ee-8cab-d2557cbfb9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CB896F-74EA-4EB8-842B-457D648AEC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F7FC13E-78E9-4E38-88A3-AD35A9067CB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F8CF620-24E2-463F-A2DA-22477A25B690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765</Words>
  <Application>Microsoft Office PowerPoint</Application>
  <PresentationFormat>Widescreen</PresentationFormat>
  <Paragraphs>111</Paragraphs>
  <Slides>43</Slides>
  <Notes>4</Notes>
  <HiddenSlides>7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Arial</vt:lpstr>
      <vt:lpstr>Calibri</vt:lpstr>
      <vt:lpstr>Calibri Light</vt:lpstr>
      <vt:lpstr>Corbel</vt:lpstr>
      <vt:lpstr>Graphik Meetup</vt:lpstr>
      <vt:lpstr>Roboto</vt:lpstr>
      <vt:lpstr>Parallax</vt:lpstr>
      <vt:lpstr>Office Theme</vt:lpstr>
      <vt:lpstr>October 2021 Meetup</vt:lpstr>
      <vt:lpstr>Thank you for joining!</vt:lpstr>
      <vt:lpstr>DotNetDevs.at</vt:lpstr>
      <vt:lpstr>Thanks to our sponsors!</vt:lpstr>
      <vt:lpstr>PowerPoint Presentation</vt:lpstr>
      <vt:lpstr>News from the Community</vt:lpstr>
      <vt:lpstr>PowerPoint Presentation</vt:lpstr>
      <vt:lpstr>.NET Foundation Virtual User Group</vt:lpstr>
      <vt:lpstr>Interesting Events</vt:lpstr>
      <vt:lpstr>The State of Test Automation in .NET   by Andreas Willich</vt:lpstr>
      <vt:lpstr>The State of Test Automation in .NET</vt:lpstr>
      <vt:lpstr>About which tests are we talking about today?</vt:lpstr>
      <vt:lpstr>About what we are not talking today?</vt:lpstr>
      <vt:lpstr>Questions I want to answer today!</vt:lpstr>
      <vt:lpstr>How to run tests?</vt:lpstr>
      <vt:lpstr>How to define a test?</vt:lpstr>
      <vt:lpstr>More about differences of the test runners</vt:lpstr>
      <vt:lpstr>How to check if a test result is valid?</vt:lpstr>
      <vt:lpstr>How to automate a desktop/web/mobile app?</vt:lpstr>
      <vt:lpstr>There is a tool for everything</vt:lpstr>
      <vt:lpstr>PowerPoint Presentation</vt:lpstr>
      <vt:lpstr>How to handle internal dependencies?</vt:lpstr>
      <vt:lpstr>How to handle external dependencies?</vt:lpstr>
      <vt:lpstr>Now it gets hard!</vt:lpstr>
      <vt:lpstr>How to run my app locally for tests?</vt:lpstr>
      <vt:lpstr>Depends on your App</vt:lpstr>
      <vt:lpstr>How to make your live easier</vt:lpstr>
      <vt:lpstr>Code Coverage</vt:lpstr>
      <vt:lpstr>Use Plain language for describing Behavior</vt:lpstr>
      <vt:lpstr>Code Examples</vt:lpstr>
      <vt:lpstr>Q&amp;A</vt:lpstr>
      <vt:lpstr>Thank you Andreas!</vt:lpstr>
      <vt:lpstr>Thank you for joining!</vt:lpstr>
      <vt:lpstr>Thanks to our sponsors!</vt:lpstr>
      <vt:lpstr>PowerPoint Presentation</vt:lpstr>
      <vt:lpstr>Do your company or you want to sponsor us?</vt:lpstr>
      <vt:lpstr>Do you want to host a Meetup?</vt:lpstr>
      <vt:lpstr>Talk with us!</vt:lpstr>
      <vt:lpstr>Next meetups</vt:lpstr>
      <vt:lpstr>Requested Topics for future Meetups: </vt:lpstr>
      <vt:lpstr>Spread the word!</vt:lpstr>
      <vt:lpstr>DotNetDevs.at</vt:lpstr>
      <vt:lpstr>We want to hear your feedback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Dezember 2020 Meetup</dc:title>
  <dc:creator>Andreas Willich</dc:creator>
  <cp:lastModifiedBy>Andreas Willich</cp:lastModifiedBy>
  <cp:revision>1</cp:revision>
  <dcterms:created xsi:type="dcterms:W3CDTF">2020-12-15T06:52:19Z</dcterms:created>
  <dcterms:modified xsi:type="dcterms:W3CDTF">2021-10-19T16:02:40Z</dcterms:modified>
</cp:coreProperties>
</file>