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1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1" r:id="rId16"/>
    <p:sldId id="2076136300" r:id="rId17"/>
    <p:sldId id="319" r:id="rId18"/>
    <p:sldId id="2076136918" r:id="rId19"/>
    <p:sldId id="338" r:id="rId20"/>
    <p:sldId id="336" r:id="rId21"/>
    <p:sldId id="2076136917" r:id="rId22"/>
    <p:sldId id="340" r:id="rId23"/>
    <p:sldId id="341" r:id="rId24"/>
    <p:sldId id="342" r:id="rId25"/>
    <p:sldId id="334" r:id="rId26"/>
    <p:sldId id="344" r:id="rId27"/>
    <p:sldId id="345" r:id="rId28"/>
    <p:sldId id="346" r:id="rId29"/>
    <p:sldId id="32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F2E04-30CD-45BB-89F6-D1C995F55497}" v="4" dt="2021-12-06T13:12:0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DC3C13-5097-4B8E-A6BB-98C299B735C3}">
      <dgm:prSet/>
      <dgm:spPr/>
      <dgm:t>
        <a:bodyPr/>
        <a:lstStyle/>
        <a:p>
          <a:pPr>
            <a:defRPr b="1"/>
          </a:pPr>
          <a:r>
            <a:rPr lang="en-US" dirty="0"/>
            <a:t>January 11</a:t>
          </a:r>
          <a:r>
            <a:rPr lang="en-US" baseline="30000" dirty="0"/>
            <a:t>th</a:t>
          </a:r>
          <a:r>
            <a:rPr lang="en-US" dirty="0"/>
            <a:t> 2022</a:t>
          </a:r>
        </a:p>
      </dgm:t>
    </dgm:pt>
    <dgm:pt modelId="{00994928-B59D-4E72-934B-7743A6BEA135}" type="parTrans" cxnId="{76E94638-B8FB-46E8-9FE3-57B3801BD2F5}">
      <dgm:prSet/>
      <dgm:spPr/>
    </dgm:pt>
    <dgm:pt modelId="{016ABA36-1DE7-4A80-80AA-FB9618046873}" type="sibTrans" cxnId="{76E94638-B8FB-46E8-9FE3-57B3801BD2F5}">
      <dgm:prSet/>
      <dgm:spPr/>
    </dgm:pt>
    <dgm:pt modelId="{999C2311-2435-42DC-9F08-917C1468123E}">
      <dgm:prSet/>
      <dgm:spPr/>
      <dgm:t>
        <a:bodyPr/>
        <a:lstStyle/>
        <a:p>
          <a:r>
            <a:rPr lang="de-AT" b="1" i="0" dirty="0" err="1"/>
            <a:t>MudBlazor</a:t>
          </a:r>
          <a:r>
            <a:rPr lang="de-AT" b="1" i="0" dirty="0"/>
            <a:t> - A Gateway Drug </a:t>
          </a:r>
          <a:r>
            <a:rPr lang="de-AT" b="1" i="0" dirty="0" err="1"/>
            <a:t>for</a:t>
          </a:r>
          <a:r>
            <a:rPr lang="de-AT" b="1" i="0" dirty="0"/>
            <a:t> Desktop </a:t>
          </a:r>
          <a:r>
            <a:rPr lang="de-AT" b="1" i="0" dirty="0" err="1"/>
            <a:t>Dev</a:t>
          </a:r>
          <a:r>
            <a:rPr lang="de-AT" b="1" i="0" dirty="0"/>
            <a:t> </a:t>
          </a:r>
          <a:r>
            <a:rPr lang="de-AT" b="1" i="0" dirty="0" err="1"/>
            <a:t>towards</a:t>
          </a:r>
          <a:r>
            <a:rPr lang="de-AT" b="1" i="0" dirty="0"/>
            <a:t> Web </a:t>
          </a:r>
          <a:r>
            <a:rPr lang="de-AT" b="1" i="0" dirty="0" err="1"/>
            <a:t>Dev</a:t>
          </a:r>
          <a:endParaRPr lang="en-US" dirty="0"/>
        </a:p>
      </dgm:t>
    </dgm:pt>
    <dgm:pt modelId="{2D460489-6CEF-47BB-9C9C-8F2A8C339BA5}" type="parTrans" cxnId="{25E74B91-3802-443E-9557-6F5304A78FCE}">
      <dgm:prSet/>
      <dgm:spPr/>
    </dgm:pt>
    <dgm:pt modelId="{39ACAA50-CB42-4A73-BD59-338D7B274C72}" type="sibTrans" cxnId="{25E74B91-3802-443E-9557-6F5304A78FCE}">
      <dgm:prSet/>
      <dgm:spPr/>
    </dgm:pt>
    <dgm:pt modelId="{026B81A1-FC46-4608-B802-39E6FC26A8CD}">
      <dgm:prSet/>
      <dgm:spPr/>
      <dgm:t>
        <a:bodyPr/>
        <a:lstStyle/>
        <a:p>
          <a:r>
            <a:rPr lang="de-AT" b="1" i="0"/>
            <a:t>by </a:t>
          </a:r>
          <a:r>
            <a:rPr lang="de-AT" b="1" i="0" dirty="0"/>
            <a:t>Meinrad Recheis</a:t>
          </a:r>
          <a:endParaRPr lang="en-US" dirty="0"/>
        </a:p>
      </dgm:t>
    </dgm:pt>
    <dgm:pt modelId="{AE966F48-EE49-40DD-98B1-0694FB18579C}" type="parTrans" cxnId="{83FD34C9-8094-4581-95DE-4B6E5982C613}">
      <dgm:prSet/>
      <dgm:spPr/>
    </dgm:pt>
    <dgm:pt modelId="{AD314603-6204-44D4-9AB3-892EAC090A15}" type="sibTrans" cxnId="{83FD34C9-8094-4581-95DE-4B6E5982C613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04514A5C-4481-48B2-A0EE-FC366A4A771D}" type="pres">
      <dgm:prSet presAssocID="{ECDC3C13-5097-4B8E-A6BB-98C299B735C3}" presName="composite1" presStyleCnt="0"/>
      <dgm:spPr/>
    </dgm:pt>
    <dgm:pt modelId="{BA88BF84-14D8-4E06-B5F9-DC6CCA484DA6}" type="pres">
      <dgm:prSet presAssocID="{ECDC3C13-5097-4B8E-A6BB-98C299B735C3}" presName="ConnectorPoint1" presStyleLbl="lnNode1" presStyleIdx="0" presStyleCnt="1"/>
      <dgm:spPr/>
    </dgm:pt>
    <dgm:pt modelId="{BB3072EF-38F0-4479-960D-455E7BBFF8AF}" type="pres">
      <dgm:prSet presAssocID="{ECDC3C13-5097-4B8E-A6BB-98C299B735C3}" presName="DropPinPlaceHolder1" presStyleCnt="0"/>
      <dgm:spPr/>
    </dgm:pt>
    <dgm:pt modelId="{6FE191ED-7D7E-45F1-92D6-611C0C8F7CA4}" type="pres">
      <dgm:prSet presAssocID="{ECDC3C13-5097-4B8E-A6BB-98C299B735C3}" presName="DropPin1" presStyleLbl="alignNode1" presStyleIdx="0" presStyleCnt="1"/>
      <dgm:spPr/>
    </dgm:pt>
    <dgm:pt modelId="{25125280-BE01-4954-856E-C4B68D8ED250}" type="pres">
      <dgm:prSet presAssocID="{ECDC3C13-5097-4B8E-A6BB-98C299B735C3}" presName="Ellipse1" presStyleLbl="fgAcc1" presStyleIdx="1" presStyleCnt="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528D9E48-4CCD-4E9D-B57B-9E68CC68A7A5}" type="pres">
      <dgm:prSet presAssocID="{ECDC3C13-5097-4B8E-A6BB-98C299B735C3}" presName="L2TextContainer1" presStyleLbl="revTx" presStyleIdx="0" presStyleCnt="2">
        <dgm:presLayoutVars>
          <dgm:bulletEnabled val="1"/>
        </dgm:presLayoutVars>
      </dgm:prSet>
      <dgm:spPr/>
    </dgm:pt>
    <dgm:pt modelId="{19EF7BAB-A99F-4AE1-B84F-AF422D426EB5}" type="pres">
      <dgm:prSet presAssocID="{ECDC3C13-5097-4B8E-A6BB-98C299B735C3}" presName="L1TextContainer1" presStyleLbl="revTx" presStyleIdx="1" presStyleCnt="2">
        <dgm:presLayoutVars>
          <dgm:chMax val="1"/>
          <dgm:chPref val="1"/>
          <dgm:bulletEnabled val="1"/>
        </dgm:presLayoutVars>
      </dgm:prSet>
      <dgm:spPr/>
    </dgm:pt>
    <dgm:pt modelId="{8BA0D95A-65CF-4D33-8061-E5219409E60B}" type="pres">
      <dgm:prSet presAssocID="{ECDC3C13-5097-4B8E-A6BB-98C299B735C3}" presName="ConnectLine1" presStyleLbl="sibTrans1D1" presStyleIdx="0" presStyleCnt="1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5008C060-DE40-4F12-99BA-9D356DBE53D8}" type="pres">
      <dgm:prSet presAssocID="{ECDC3C13-5097-4B8E-A6BB-98C299B735C3}" presName="EmptyPlaceHolder1" presStyleCnt="0"/>
      <dgm:spPr/>
    </dgm:pt>
  </dgm:ptLst>
  <dgm:cxnLst>
    <dgm:cxn modelId="{76E94638-B8FB-46E8-9FE3-57B3801BD2F5}" srcId="{6E93DE44-4E4A-4C9A-95E4-2181834F7975}" destId="{ECDC3C13-5097-4B8E-A6BB-98C299B735C3}" srcOrd="0" destOrd="0" parTransId="{00994928-B59D-4E72-934B-7743A6BEA135}" sibTransId="{016ABA36-1DE7-4A80-80AA-FB9618046873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25E74B91-3802-443E-9557-6F5304A78FCE}" srcId="{ECDC3C13-5097-4B8E-A6BB-98C299B735C3}" destId="{999C2311-2435-42DC-9F08-917C1468123E}" srcOrd="0" destOrd="0" parTransId="{2D460489-6CEF-47BB-9C9C-8F2A8C339BA5}" sibTransId="{39ACAA50-CB42-4A73-BD59-338D7B274C72}"/>
    <dgm:cxn modelId="{1A22AA95-E079-48D0-A725-9849F25B1030}" type="presOf" srcId="{999C2311-2435-42DC-9F08-917C1468123E}" destId="{528D9E48-4CCD-4E9D-B57B-9E68CC68A7A5}" srcOrd="0" destOrd="0" presId="urn:microsoft.com/office/officeart/2017/3/layout/DropPinTimeline"/>
    <dgm:cxn modelId="{83FD34C9-8094-4581-95DE-4B6E5982C613}" srcId="{ECDC3C13-5097-4B8E-A6BB-98C299B735C3}" destId="{026B81A1-FC46-4608-B802-39E6FC26A8CD}" srcOrd="1" destOrd="0" parTransId="{AE966F48-EE49-40DD-98B1-0694FB18579C}" sibTransId="{AD314603-6204-44D4-9AB3-892EAC090A15}"/>
    <dgm:cxn modelId="{9DD941D7-28C8-473E-8B97-910B20120E53}" type="presOf" srcId="{026B81A1-FC46-4608-B802-39E6FC26A8CD}" destId="{528D9E48-4CCD-4E9D-B57B-9E68CC68A7A5}" srcOrd="0" destOrd="1" presId="urn:microsoft.com/office/officeart/2017/3/layout/DropPinTimeline"/>
    <dgm:cxn modelId="{836C6FE9-943B-42FC-9A4D-92BAF7F18425}" type="presOf" srcId="{ECDC3C13-5097-4B8E-A6BB-98C299B735C3}" destId="{19EF7BAB-A99F-4AE1-B84F-AF422D426EB5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8C0BF925-D4A6-4DAA-8258-FD2F89CF3598}" type="presParOf" srcId="{A76CF17B-42DA-4154-BC58-6F58196E6904}" destId="{04514A5C-4481-48B2-A0EE-FC366A4A771D}" srcOrd="0" destOrd="0" presId="urn:microsoft.com/office/officeart/2017/3/layout/DropPinTimeline"/>
    <dgm:cxn modelId="{FBC50C59-C00B-46C9-9797-0CFD6DD3FE2E}" type="presParOf" srcId="{04514A5C-4481-48B2-A0EE-FC366A4A771D}" destId="{BA88BF84-14D8-4E06-B5F9-DC6CCA484DA6}" srcOrd="0" destOrd="0" presId="urn:microsoft.com/office/officeart/2017/3/layout/DropPinTimeline"/>
    <dgm:cxn modelId="{8766B6DB-DE29-4EB3-A403-6D9D2EB8229A}" type="presParOf" srcId="{04514A5C-4481-48B2-A0EE-FC366A4A771D}" destId="{BB3072EF-38F0-4479-960D-455E7BBFF8AF}" srcOrd="1" destOrd="0" presId="urn:microsoft.com/office/officeart/2017/3/layout/DropPinTimeline"/>
    <dgm:cxn modelId="{EBA50479-28D7-48A0-911B-7336686E3306}" type="presParOf" srcId="{BB3072EF-38F0-4479-960D-455E7BBFF8AF}" destId="{6FE191ED-7D7E-45F1-92D6-611C0C8F7CA4}" srcOrd="0" destOrd="0" presId="urn:microsoft.com/office/officeart/2017/3/layout/DropPinTimeline"/>
    <dgm:cxn modelId="{2A2F037F-CE73-42CC-99B8-7DEB95872BA8}" type="presParOf" srcId="{BB3072EF-38F0-4479-960D-455E7BBFF8AF}" destId="{25125280-BE01-4954-856E-C4B68D8ED250}" srcOrd="1" destOrd="0" presId="urn:microsoft.com/office/officeart/2017/3/layout/DropPinTimeline"/>
    <dgm:cxn modelId="{203E38E3-1EDD-4672-8D9F-71F5DD460E23}" type="presParOf" srcId="{04514A5C-4481-48B2-A0EE-FC366A4A771D}" destId="{528D9E48-4CCD-4E9D-B57B-9E68CC68A7A5}" srcOrd="2" destOrd="0" presId="urn:microsoft.com/office/officeart/2017/3/layout/DropPinTimeline"/>
    <dgm:cxn modelId="{73A470F4-0F23-4C5A-9B16-7A3A8074B53F}" type="presParOf" srcId="{04514A5C-4481-48B2-A0EE-FC366A4A771D}" destId="{19EF7BAB-A99F-4AE1-B84F-AF422D426EB5}" srcOrd="3" destOrd="0" presId="urn:microsoft.com/office/officeart/2017/3/layout/DropPinTimeline"/>
    <dgm:cxn modelId="{EF5F8345-8983-4443-BCC7-98E9E59F226E}" type="presParOf" srcId="{04514A5C-4481-48B2-A0EE-FC366A4A771D}" destId="{8BA0D95A-65CF-4D33-8061-E5219409E60B}" srcOrd="4" destOrd="0" presId="urn:microsoft.com/office/officeart/2017/3/layout/DropPinTimeline"/>
    <dgm:cxn modelId="{0E7D9C90-109B-4B10-957B-53E730B01A43}" type="presParOf" srcId="{04514A5C-4481-48B2-A0EE-FC366A4A771D}" destId="{5008C060-DE40-4F12-99BA-9D356DBE53D8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191ED-7D7E-45F1-92D6-611C0C8F7CA4}">
      <dsp:nvSpPr>
        <dsp:cNvPr id="0" name=""/>
        <dsp:cNvSpPr/>
      </dsp:nvSpPr>
      <dsp:spPr>
        <a:xfrm rot="8100000">
          <a:off x="61472" y="357164"/>
          <a:ext cx="227048" cy="227048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25280-BE01-4954-856E-C4B68D8ED250}">
      <dsp:nvSpPr>
        <dsp:cNvPr id="0" name=""/>
        <dsp:cNvSpPr/>
      </dsp:nvSpPr>
      <dsp:spPr>
        <a:xfrm>
          <a:off x="86695" y="382387"/>
          <a:ext cx="176602" cy="17660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D9E48-4CCD-4E9D-B57B-9E68CC68A7A5}">
      <dsp:nvSpPr>
        <dsp:cNvPr id="0" name=""/>
        <dsp:cNvSpPr/>
      </dsp:nvSpPr>
      <dsp:spPr>
        <a:xfrm>
          <a:off x="335544" y="631714"/>
          <a:ext cx="8062138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500" b="1" i="0" kern="1200" dirty="0" err="1"/>
            <a:t>MudBlazor</a:t>
          </a:r>
          <a:r>
            <a:rPr lang="de-AT" sz="1500" b="1" i="0" kern="1200" dirty="0"/>
            <a:t> - A Gateway Drug </a:t>
          </a:r>
          <a:r>
            <a:rPr lang="de-AT" sz="1500" b="1" i="0" kern="1200" dirty="0" err="1"/>
            <a:t>for</a:t>
          </a:r>
          <a:r>
            <a:rPr lang="de-AT" sz="1500" b="1" i="0" kern="1200" dirty="0"/>
            <a:t> Desktop </a:t>
          </a:r>
          <a:r>
            <a:rPr lang="de-AT" sz="1500" b="1" i="0" kern="1200" dirty="0" err="1"/>
            <a:t>Dev</a:t>
          </a:r>
          <a:r>
            <a:rPr lang="de-AT" sz="1500" b="1" i="0" kern="1200" dirty="0"/>
            <a:t> </a:t>
          </a:r>
          <a:r>
            <a:rPr lang="de-AT" sz="1500" b="1" i="0" kern="1200" dirty="0" err="1"/>
            <a:t>towards</a:t>
          </a:r>
          <a:r>
            <a:rPr lang="de-AT" sz="1500" b="1" i="0" kern="1200" dirty="0"/>
            <a:t> Web </a:t>
          </a:r>
          <a:r>
            <a:rPr lang="de-AT" sz="1500" b="1" i="0" kern="1200" dirty="0" err="1"/>
            <a:t>Dev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500" b="1" i="0" kern="1200"/>
            <a:t>by </a:t>
          </a:r>
          <a:r>
            <a:rPr lang="de-AT" sz="1500" b="1" i="0" kern="1200" dirty="0"/>
            <a:t>Meinrad Recheis</a:t>
          </a:r>
          <a:endParaRPr lang="en-US" sz="1500" kern="1200" dirty="0"/>
        </a:p>
      </dsp:txBody>
      <dsp:txXfrm>
        <a:off x="335544" y="631714"/>
        <a:ext cx="8062138" cy="916604"/>
      </dsp:txXfrm>
    </dsp:sp>
    <dsp:sp modelId="{19EF7BAB-A99F-4AE1-B84F-AF422D426EB5}">
      <dsp:nvSpPr>
        <dsp:cNvPr id="0" name=""/>
        <dsp:cNvSpPr/>
      </dsp:nvSpPr>
      <dsp:spPr>
        <a:xfrm>
          <a:off x="335544" y="309663"/>
          <a:ext cx="8062138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January 11</a:t>
          </a:r>
          <a:r>
            <a:rPr lang="en-US" sz="2000" kern="1200" baseline="30000" dirty="0"/>
            <a:t>th</a:t>
          </a:r>
          <a:r>
            <a:rPr lang="en-US" sz="2000" kern="1200" dirty="0"/>
            <a:t> 2022</a:t>
          </a:r>
        </a:p>
      </dsp:txBody>
      <dsp:txXfrm>
        <a:off x="335544" y="309663"/>
        <a:ext cx="8062138" cy="322050"/>
      </dsp:txXfrm>
    </dsp:sp>
    <dsp:sp modelId="{8BA0D95A-65CF-4D33-8061-E5219409E60B}">
      <dsp:nvSpPr>
        <dsp:cNvPr id="0" name=""/>
        <dsp:cNvSpPr/>
      </dsp:nvSpPr>
      <dsp:spPr>
        <a:xfrm>
          <a:off x="174996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8BF84-14D8-4E06-B5F9-DC6CCA484DA6}">
      <dsp:nvSpPr>
        <dsp:cNvPr id="0" name=""/>
        <dsp:cNvSpPr/>
      </dsp:nvSpPr>
      <dsp:spPr>
        <a:xfrm>
          <a:off x="146575" y="1519334"/>
          <a:ext cx="57797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24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12/07/2021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7-12-2021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December </a:t>
            </a:r>
            <a:r>
              <a:rPr lang="en-AT" dirty="0"/>
              <a:t>202</a:t>
            </a:r>
            <a:r>
              <a:rPr lang="en-US" dirty="0"/>
              <a:t>1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8" name="Picture 7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5AA3188D-796E-474A-9934-389E96FA04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26DA-DE59-4AF6-B685-62B465E2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Plans for the Future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44D8-8688-474B-8A70-1ABAE72E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to have in-person events starting March/April 2022</a:t>
            </a:r>
          </a:p>
          <a:p>
            <a:r>
              <a:rPr lang="en-US" dirty="0"/>
              <a:t>It will be a hybrid event</a:t>
            </a:r>
          </a:p>
          <a:p>
            <a:pPr lvl="1"/>
            <a:r>
              <a:rPr lang="en-US" dirty="0"/>
              <a:t>On location</a:t>
            </a:r>
          </a:p>
          <a:p>
            <a:pPr lvl="1"/>
            <a:r>
              <a:rPr lang="en-US" dirty="0"/>
              <a:t>Per Stream</a:t>
            </a:r>
          </a:p>
          <a:p>
            <a:r>
              <a:rPr lang="en-US" dirty="0"/>
              <a:t>2G + valid PCR Test needed to enter Location</a:t>
            </a:r>
          </a:p>
          <a:p>
            <a:pPr lvl="1"/>
            <a:r>
              <a:rPr lang="en-US" dirty="0"/>
              <a:t>Info about Vaccination: https://www.oesterreich-impft.at/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4245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0533D4-0989-4917-9198-55B5D635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86409"/>
            <a:ext cx="10018713" cy="1090445"/>
          </a:xfrm>
        </p:spPr>
        <p:txBody>
          <a:bodyPr>
            <a:normAutofit/>
          </a:bodyPr>
          <a:lstStyle/>
          <a:p>
            <a:r>
              <a:rPr lang="de-AT"/>
              <a:t>In</a:t>
            </a:r>
            <a:r>
              <a:rPr lang="en-AT"/>
              <a:t>t</a:t>
            </a:r>
            <a:r>
              <a:rPr lang="de-AT"/>
              <a:t>e</a:t>
            </a:r>
            <a:r>
              <a:rPr lang="en-AT"/>
              <a:t>r</a:t>
            </a:r>
            <a:r>
              <a:rPr lang="de-AT"/>
              <a:t>e</a:t>
            </a:r>
            <a:r>
              <a:rPr lang="en-AT" err="1"/>
              <a:t>st</a:t>
            </a:r>
            <a:r>
              <a:rPr lang="de-AT"/>
              <a:t>i</a:t>
            </a:r>
            <a:r>
              <a:rPr lang="en-AT"/>
              <a:t>n</a:t>
            </a:r>
            <a:r>
              <a:rPr lang="de-AT"/>
              <a:t>g</a:t>
            </a:r>
            <a:r>
              <a:rPr lang="en-AT"/>
              <a:t> 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e</a:t>
            </a:r>
            <a:r>
              <a:rPr lang="en-AT"/>
              <a:t>n</a:t>
            </a:r>
            <a:r>
              <a:rPr lang="de-AT"/>
              <a:t>t</a:t>
            </a:r>
            <a:r>
              <a:rPr lang="en-AT"/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25A7C-AB59-454A-B250-F65B7CA9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9821"/>
            <a:ext cx="10018713" cy="4046482"/>
          </a:xfrm>
        </p:spPr>
        <p:txBody>
          <a:bodyPr>
            <a:normAutofit/>
          </a:bodyPr>
          <a:lstStyle/>
          <a:p>
            <a:endParaRPr lang="de-AT" u="sng" dirty="0"/>
          </a:p>
        </p:txBody>
      </p:sp>
    </p:spTree>
    <p:extLst>
      <p:ext uri="{BB962C8B-B14F-4D97-AF65-F5344CB8AC3E}">
        <p14:creationId xmlns:p14="http://schemas.microsoft.com/office/powerpoint/2010/main" val="3611784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942202" cy="471033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  <a:t>Build Connected Things with Meadow and C# </a:t>
            </a: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en-US" sz="4400" dirty="0">
                <a:solidFill>
                  <a:srgbClr val="212121"/>
                </a:solidFill>
                <a:latin typeface="Graphik Meetup"/>
              </a:rPr>
              <a:t>by Jorge Ramirez</a:t>
            </a: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Jorge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19" name="Picture 18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0858C95F-7F2C-44DF-8671-2437DAEDF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7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885026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We want to hear your 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https://go.dotnetdevs.at/feedback-202112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667472-8DBC-4F42-9B5F-8ECF8BA3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26513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C97EC4-0EEE-4413-97E2-326D28241C3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Widescreen</PresentationFormat>
  <Paragraphs>70</Paragraphs>
  <Slides>25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December 2021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Our Plans for the Future</vt:lpstr>
      <vt:lpstr>Interesting Events</vt:lpstr>
      <vt:lpstr>Build Connected Things with Meadow and C#   by Jorge Ramirez </vt:lpstr>
      <vt:lpstr>Thank you Jorge!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2021-12-07T18:02:17Z</dcterms:modified>
</cp:coreProperties>
</file>