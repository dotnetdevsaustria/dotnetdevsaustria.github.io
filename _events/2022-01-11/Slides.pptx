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2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1" r:id="rId16"/>
    <p:sldId id="2076136922" r:id="rId17"/>
    <p:sldId id="2076136300" r:id="rId18"/>
    <p:sldId id="319" r:id="rId19"/>
    <p:sldId id="2076136918" r:id="rId20"/>
    <p:sldId id="338" r:id="rId21"/>
    <p:sldId id="336" r:id="rId22"/>
    <p:sldId id="2076136917" r:id="rId23"/>
    <p:sldId id="340" r:id="rId24"/>
    <p:sldId id="341" r:id="rId25"/>
    <p:sldId id="342" r:id="rId26"/>
    <p:sldId id="334" r:id="rId27"/>
    <p:sldId id="344" r:id="rId28"/>
    <p:sldId id="345" r:id="rId29"/>
    <p:sldId id="346" r:id="rId30"/>
    <p:sldId id="32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B07C46-052E-41E2-BB71-393B9724F241}" v="53" dt="2022-01-11T16:51:17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DC3C13-5097-4B8E-A6BB-98C299B735C3}">
      <dgm:prSet/>
      <dgm:spPr/>
      <dgm:t>
        <a:bodyPr/>
        <a:lstStyle/>
        <a:p>
          <a:pPr>
            <a:defRPr b="1"/>
          </a:pPr>
          <a:r>
            <a:rPr lang="en-US" dirty="0"/>
            <a:t>February 2022</a:t>
          </a:r>
        </a:p>
      </dgm:t>
    </dgm:pt>
    <dgm:pt modelId="{00994928-B59D-4E72-934B-7743A6BEA135}" type="parTrans" cxnId="{76E94638-B8FB-46E8-9FE3-57B3801BD2F5}">
      <dgm:prSet/>
      <dgm:spPr/>
      <dgm:t>
        <a:bodyPr/>
        <a:lstStyle/>
        <a:p>
          <a:endParaRPr lang="de-AT"/>
        </a:p>
      </dgm:t>
    </dgm:pt>
    <dgm:pt modelId="{016ABA36-1DE7-4A80-80AA-FB9618046873}" type="sibTrans" cxnId="{76E94638-B8FB-46E8-9FE3-57B3801BD2F5}">
      <dgm:prSet/>
      <dgm:spPr/>
      <dgm:t>
        <a:bodyPr/>
        <a:lstStyle/>
        <a:p>
          <a:endParaRPr lang="de-AT"/>
        </a:p>
      </dgm:t>
    </dgm:pt>
    <dgm:pt modelId="{999C2311-2435-42DC-9F08-917C1468123E}">
      <dgm:prSet/>
      <dgm:spPr/>
      <dgm:t>
        <a:bodyPr/>
        <a:lstStyle/>
        <a:p>
          <a:r>
            <a:rPr lang="de-AT" b="1" i="0" dirty="0"/>
            <a:t>TBD</a:t>
          </a:r>
          <a:endParaRPr lang="en-US" dirty="0"/>
        </a:p>
      </dgm:t>
    </dgm:pt>
    <dgm:pt modelId="{2D460489-6CEF-47BB-9C9C-8F2A8C339BA5}" type="parTrans" cxnId="{25E74B91-3802-443E-9557-6F5304A78FCE}">
      <dgm:prSet/>
      <dgm:spPr/>
      <dgm:t>
        <a:bodyPr/>
        <a:lstStyle/>
        <a:p>
          <a:endParaRPr lang="de-AT"/>
        </a:p>
      </dgm:t>
    </dgm:pt>
    <dgm:pt modelId="{39ACAA50-CB42-4A73-BD59-338D7B274C72}" type="sibTrans" cxnId="{25E74B91-3802-443E-9557-6F5304A78FCE}">
      <dgm:prSet/>
      <dgm:spPr/>
      <dgm:t>
        <a:bodyPr/>
        <a:lstStyle/>
        <a:p>
          <a:endParaRPr lang="de-AT"/>
        </a:p>
      </dgm:t>
    </dgm:pt>
    <dgm:pt modelId="{7684E10F-97A6-4C59-BE13-A4A764829851}">
      <dgm:prSet/>
      <dgm:spPr/>
      <dgm:t>
        <a:bodyPr/>
        <a:lstStyle/>
        <a:p>
          <a:pPr>
            <a:defRPr b="1"/>
          </a:pPr>
          <a:r>
            <a:rPr lang="en-US" dirty="0"/>
            <a:t>March 2022</a:t>
          </a:r>
        </a:p>
      </dgm:t>
    </dgm:pt>
    <dgm:pt modelId="{544B8DE1-D84B-4231-806C-99B67EFA6672}" type="parTrans" cxnId="{FC4895EA-9D85-403A-ADDF-C890743BE697}">
      <dgm:prSet/>
      <dgm:spPr/>
    </dgm:pt>
    <dgm:pt modelId="{4CB11F4C-338A-4F1A-AC30-64D4723045D9}" type="sibTrans" cxnId="{FC4895EA-9D85-403A-ADDF-C890743BE697}">
      <dgm:prSet/>
      <dgm:spPr/>
    </dgm:pt>
    <dgm:pt modelId="{9E79CD84-26C6-44FC-9D16-BDF2EA25AD16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2BABC2E1-D5CC-4ED5-8289-577B29F9D737}" type="parTrans" cxnId="{17CF3ECF-6EE1-434F-B4B2-B5F91A9E143C}">
      <dgm:prSet/>
      <dgm:spPr/>
    </dgm:pt>
    <dgm:pt modelId="{0B0B47A2-C4C2-4430-89AA-3D25BFE15EFF}" type="sibTrans" cxnId="{17CF3ECF-6EE1-434F-B4B2-B5F91A9E143C}">
      <dgm:prSet/>
      <dgm:spPr/>
    </dgm:pt>
    <dgm:pt modelId="{87ACB049-279B-4505-A8FC-A961D2F29AB9}">
      <dgm:prSet/>
      <dgm:spPr/>
      <dgm:t>
        <a:bodyPr/>
        <a:lstStyle/>
        <a:p>
          <a:pPr>
            <a:defRPr b="1"/>
          </a:pPr>
          <a:r>
            <a:rPr lang="en-US" dirty="0"/>
            <a:t>April 2022</a:t>
          </a:r>
        </a:p>
      </dgm:t>
    </dgm:pt>
    <dgm:pt modelId="{7A204AD0-F843-4C04-93D2-C9D64BF915D0}" type="parTrans" cxnId="{2B974B23-6A54-40EA-B897-14044A75B4F2}">
      <dgm:prSet/>
      <dgm:spPr/>
    </dgm:pt>
    <dgm:pt modelId="{D2550799-482C-4C6F-9286-9EDABF924804}" type="sibTrans" cxnId="{2B974B23-6A54-40EA-B897-14044A75B4F2}">
      <dgm:prSet/>
      <dgm:spPr/>
    </dgm:pt>
    <dgm:pt modelId="{CF5D33BB-B6DE-41C4-B9DC-2C81CFD6AA83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D8E03050-6BE9-428D-AD27-FAB072BA69AB}" type="parTrans" cxnId="{E7D27D17-DDA0-4BE4-BC32-703CC7A4BEBA}">
      <dgm:prSet/>
      <dgm:spPr/>
    </dgm:pt>
    <dgm:pt modelId="{F66E5385-C1F1-4BCA-B283-BB0930DD0444}" type="sibTrans" cxnId="{E7D27D17-DDA0-4BE4-BC32-703CC7A4BEBA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32A9D2AF-FDD6-456A-830A-D33ED4CBD254}" type="pres">
      <dgm:prSet presAssocID="{ECDC3C13-5097-4B8E-A6BB-98C299B735C3}" presName="composite" presStyleCnt="0"/>
      <dgm:spPr/>
    </dgm:pt>
    <dgm:pt modelId="{5C70C0CB-84BB-462F-80C8-754958103CEB}" type="pres">
      <dgm:prSet presAssocID="{ECDC3C13-5097-4B8E-A6BB-98C299B735C3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E9452EF1-72EA-4600-A39B-F1F3344654FD}" type="pres">
      <dgm:prSet presAssocID="{ECDC3C13-5097-4B8E-A6BB-98C299B735C3}" presName="DropPinPlaceHolder" presStyleCnt="0"/>
      <dgm:spPr/>
    </dgm:pt>
    <dgm:pt modelId="{22F384D5-4CE9-42BD-B8D9-78D14BC51823}" type="pres">
      <dgm:prSet presAssocID="{ECDC3C13-5097-4B8E-A6BB-98C299B735C3}" presName="DropPin" presStyleLbl="alignNode1" presStyleIdx="0" presStyleCnt="3"/>
      <dgm:spPr/>
    </dgm:pt>
    <dgm:pt modelId="{A079D473-CA4B-4CDC-A7A6-824AABD086A0}" type="pres">
      <dgm:prSet presAssocID="{ECDC3C13-5097-4B8E-A6BB-98C299B735C3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C6F4238D-0E27-45B1-9511-D0274BCE4565}" type="pres">
      <dgm:prSet presAssocID="{ECDC3C13-5097-4B8E-A6BB-98C299B735C3}" presName="L2TextContainer" presStyleLbl="revTx" presStyleIdx="0" presStyleCnt="6">
        <dgm:presLayoutVars>
          <dgm:bulletEnabled val="1"/>
        </dgm:presLayoutVars>
      </dgm:prSet>
      <dgm:spPr/>
    </dgm:pt>
    <dgm:pt modelId="{E5D33D0A-749B-4DD0-8994-01ED184BA2DF}" type="pres">
      <dgm:prSet presAssocID="{ECDC3C13-5097-4B8E-A6BB-98C299B735C3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47593A84-3764-4B93-82BE-8636084CBDD6}" type="pres">
      <dgm:prSet presAssocID="{ECDC3C13-5097-4B8E-A6BB-98C299B735C3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C942A168-DC77-4F7D-8091-6B007101D912}" type="pres">
      <dgm:prSet presAssocID="{ECDC3C13-5097-4B8E-A6BB-98C299B735C3}" presName="EmptyPlaceHolder" presStyleCnt="0"/>
      <dgm:spPr/>
    </dgm:pt>
    <dgm:pt modelId="{44B22107-3F66-476B-B34D-F7EE04B214AC}" type="pres">
      <dgm:prSet presAssocID="{016ABA36-1DE7-4A80-80AA-FB9618046873}" presName="spaceBetweenRectangles" presStyleCnt="0"/>
      <dgm:spPr/>
    </dgm:pt>
    <dgm:pt modelId="{3C9302A5-F5FC-4BBA-9BF4-A37E27673837}" type="pres">
      <dgm:prSet presAssocID="{7684E10F-97A6-4C59-BE13-A4A764829851}" presName="composite" presStyleCnt="0"/>
      <dgm:spPr/>
    </dgm:pt>
    <dgm:pt modelId="{FA453BE4-C021-44BE-B308-762CB41C7B9D}" type="pres">
      <dgm:prSet presAssocID="{7684E10F-97A6-4C59-BE13-A4A764829851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2A1F914-EC93-400F-90BE-611998C11EC8}" type="pres">
      <dgm:prSet presAssocID="{7684E10F-97A6-4C59-BE13-A4A764829851}" presName="DropPinPlaceHolder" presStyleCnt="0"/>
      <dgm:spPr/>
    </dgm:pt>
    <dgm:pt modelId="{CC9ED3F6-E307-4604-BEFB-3D75BCCFC675}" type="pres">
      <dgm:prSet presAssocID="{7684E10F-97A6-4C59-BE13-A4A764829851}" presName="DropPin" presStyleLbl="alignNode1" presStyleIdx="1" presStyleCnt="3"/>
      <dgm:spPr/>
    </dgm:pt>
    <dgm:pt modelId="{1BCAC661-9E83-4ECE-860C-0F935052707A}" type="pres">
      <dgm:prSet presAssocID="{7684E10F-97A6-4C59-BE13-A4A764829851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9FF17E42-C593-4E28-A60B-2C1E146CF4F3}" type="pres">
      <dgm:prSet presAssocID="{7684E10F-97A6-4C59-BE13-A4A764829851}" presName="L2TextContainer" presStyleLbl="revTx" presStyleIdx="2" presStyleCnt="6">
        <dgm:presLayoutVars>
          <dgm:bulletEnabled val="1"/>
        </dgm:presLayoutVars>
      </dgm:prSet>
      <dgm:spPr/>
    </dgm:pt>
    <dgm:pt modelId="{368F887E-0942-4721-BDD7-518A65978504}" type="pres">
      <dgm:prSet presAssocID="{7684E10F-97A6-4C59-BE13-A4A764829851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E7821B3E-6DF5-479B-8308-E929BFEDDA8A}" type="pres">
      <dgm:prSet presAssocID="{7684E10F-97A6-4C59-BE13-A4A764829851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D071AB7D-D3F6-4DBC-B4D5-9A1A8C7EFF60}" type="pres">
      <dgm:prSet presAssocID="{7684E10F-97A6-4C59-BE13-A4A764829851}" presName="EmptyPlaceHolder" presStyleCnt="0"/>
      <dgm:spPr/>
    </dgm:pt>
    <dgm:pt modelId="{A1959C91-9D7A-473A-8F62-5DDE456CB934}" type="pres">
      <dgm:prSet presAssocID="{4CB11F4C-338A-4F1A-AC30-64D4723045D9}" presName="spaceBetweenRectangles" presStyleCnt="0"/>
      <dgm:spPr/>
    </dgm:pt>
    <dgm:pt modelId="{7A368E2D-8CBA-4D1F-91AB-27FE2EBBF498}" type="pres">
      <dgm:prSet presAssocID="{87ACB049-279B-4505-A8FC-A961D2F29AB9}" presName="composite" presStyleCnt="0"/>
      <dgm:spPr/>
    </dgm:pt>
    <dgm:pt modelId="{910776E4-629E-4271-9EF4-9DFA3D5BBB93}" type="pres">
      <dgm:prSet presAssocID="{87ACB049-279B-4505-A8FC-A961D2F29AB9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354BAFB6-DBFB-477A-B19D-F31B36F1963F}" type="pres">
      <dgm:prSet presAssocID="{87ACB049-279B-4505-A8FC-A961D2F29AB9}" presName="DropPinPlaceHolder" presStyleCnt="0"/>
      <dgm:spPr/>
    </dgm:pt>
    <dgm:pt modelId="{D2323D37-3FC5-4EFB-97DA-40A323D27BD4}" type="pres">
      <dgm:prSet presAssocID="{87ACB049-279B-4505-A8FC-A961D2F29AB9}" presName="DropPin" presStyleLbl="alignNode1" presStyleIdx="2" presStyleCnt="3"/>
      <dgm:spPr/>
    </dgm:pt>
    <dgm:pt modelId="{C73C41F8-49AB-4B87-9A16-BF8DB774C2A2}" type="pres">
      <dgm:prSet presAssocID="{87ACB049-279B-4505-A8FC-A961D2F29AB9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955559C-03CB-4AC4-AA14-58BFAF4472EE}" type="pres">
      <dgm:prSet presAssocID="{87ACB049-279B-4505-A8FC-A961D2F29AB9}" presName="L2TextContainer" presStyleLbl="revTx" presStyleIdx="4" presStyleCnt="6">
        <dgm:presLayoutVars>
          <dgm:bulletEnabled val="1"/>
        </dgm:presLayoutVars>
      </dgm:prSet>
      <dgm:spPr/>
    </dgm:pt>
    <dgm:pt modelId="{4A5EBB44-8CF3-4BD3-9BEE-D890D8E4A66F}" type="pres">
      <dgm:prSet presAssocID="{87ACB049-279B-4505-A8FC-A961D2F29AB9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B83DB125-0056-44BC-AFE8-E9962326D23E}" type="pres">
      <dgm:prSet presAssocID="{87ACB049-279B-4505-A8FC-A961D2F29AB9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6AD16F4C-41E0-41CB-8976-3234E6512141}" type="pres">
      <dgm:prSet presAssocID="{87ACB049-279B-4505-A8FC-A961D2F29AB9}" presName="EmptyPlaceHolder" presStyleCnt="0"/>
      <dgm:spPr/>
    </dgm:pt>
  </dgm:ptLst>
  <dgm:cxnLst>
    <dgm:cxn modelId="{C6375F0F-88EF-43FC-B5FC-43431D66CEC3}" type="presOf" srcId="{CF5D33BB-B6DE-41C4-B9DC-2C81CFD6AA83}" destId="{3955559C-03CB-4AC4-AA14-58BFAF4472EE}" srcOrd="0" destOrd="0" presId="urn:microsoft.com/office/officeart/2017/3/layout/DropPinTimeline"/>
    <dgm:cxn modelId="{E7D27D17-DDA0-4BE4-BC32-703CC7A4BEBA}" srcId="{87ACB049-279B-4505-A8FC-A961D2F29AB9}" destId="{CF5D33BB-B6DE-41C4-B9DC-2C81CFD6AA83}" srcOrd="0" destOrd="0" parTransId="{D8E03050-6BE9-428D-AD27-FAB072BA69AB}" sibTransId="{F66E5385-C1F1-4BCA-B283-BB0930DD0444}"/>
    <dgm:cxn modelId="{2B974B23-6A54-40EA-B897-14044A75B4F2}" srcId="{6E93DE44-4E4A-4C9A-95E4-2181834F7975}" destId="{87ACB049-279B-4505-A8FC-A961D2F29AB9}" srcOrd="2" destOrd="0" parTransId="{7A204AD0-F843-4C04-93D2-C9D64BF915D0}" sibTransId="{D2550799-482C-4C6F-9286-9EDABF924804}"/>
    <dgm:cxn modelId="{76E94638-B8FB-46E8-9FE3-57B3801BD2F5}" srcId="{6E93DE44-4E4A-4C9A-95E4-2181834F7975}" destId="{ECDC3C13-5097-4B8E-A6BB-98C299B735C3}" srcOrd="0" destOrd="0" parTransId="{00994928-B59D-4E72-934B-7743A6BEA135}" sibTransId="{016ABA36-1DE7-4A80-80AA-FB9618046873}"/>
    <dgm:cxn modelId="{F0315262-DE7F-4642-8C38-50C0D989FA0C}" type="presOf" srcId="{9E79CD84-26C6-44FC-9D16-BDF2EA25AD16}" destId="{9FF17E42-C593-4E28-A60B-2C1E146CF4F3}" srcOrd="0" destOrd="0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25E74B91-3802-443E-9557-6F5304A78FCE}" srcId="{ECDC3C13-5097-4B8E-A6BB-98C299B735C3}" destId="{999C2311-2435-42DC-9F08-917C1468123E}" srcOrd="0" destOrd="0" parTransId="{2D460489-6CEF-47BB-9C9C-8F2A8C339BA5}" sibTransId="{39ACAA50-CB42-4A73-BD59-338D7B274C72}"/>
    <dgm:cxn modelId="{17CF3ECF-6EE1-434F-B4B2-B5F91A9E143C}" srcId="{7684E10F-97A6-4C59-BE13-A4A764829851}" destId="{9E79CD84-26C6-44FC-9D16-BDF2EA25AD16}" srcOrd="0" destOrd="0" parTransId="{2BABC2E1-D5CC-4ED5-8289-577B29F9D737}" sibTransId="{0B0B47A2-C4C2-4430-89AA-3D25BFE15EFF}"/>
    <dgm:cxn modelId="{37B865D4-5483-487E-8FCB-07FA07617E72}" type="presOf" srcId="{ECDC3C13-5097-4B8E-A6BB-98C299B735C3}" destId="{E5D33D0A-749B-4DD0-8994-01ED184BA2DF}" srcOrd="0" destOrd="0" presId="urn:microsoft.com/office/officeart/2017/3/layout/DropPinTimeline"/>
    <dgm:cxn modelId="{55CE58E1-917C-4683-9395-69E6443EBD9E}" type="presOf" srcId="{87ACB049-279B-4505-A8FC-A961D2F29AB9}" destId="{4A5EBB44-8CF3-4BD3-9BEE-D890D8E4A66F}" srcOrd="0" destOrd="0" presId="urn:microsoft.com/office/officeart/2017/3/layout/DropPinTimeline"/>
    <dgm:cxn modelId="{144A94E2-C2A3-48C2-BEDC-D28011E5953E}" type="presOf" srcId="{999C2311-2435-42DC-9F08-917C1468123E}" destId="{C6F4238D-0E27-45B1-9511-D0274BCE4565}" srcOrd="0" destOrd="0" presId="urn:microsoft.com/office/officeart/2017/3/layout/DropPinTimeline"/>
    <dgm:cxn modelId="{FC4895EA-9D85-403A-ADDF-C890743BE697}" srcId="{6E93DE44-4E4A-4C9A-95E4-2181834F7975}" destId="{7684E10F-97A6-4C59-BE13-A4A764829851}" srcOrd="1" destOrd="0" parTransId="{544B8DE1-D84B-4231-806C-99B67EFA6672}" sibTransId="{4CB11F4C-338A-4F1A-AC30-64D4723045D9}"/>
    <dgm:cxn modelId="{04CB07F6-E828-4808-A71A-212DD2D58E46}" type="presOf" srcId="{7684E10F-97A6-4C59-BE13-A4A764829851}" destId="{368F887E-0942-4721-BDD7-518A65978504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42CC63A2-FEAC-4BCB-92F8-757EBB3FD614}" type="presParOf" srcId="{A76CF17B-42DA-4154-BC58-6F58196E6904}" destId="{32A9D2AF-FDD6-456A-830A-D33ED4CBD254}" srcOrd="0" destOrd="0" presId="urn:microsoft.com/office/officeart/2017/3/layout/DropPinTimeline"/>
    <dgm:cxn modelId="{C06C8C3D-9645-430F-A2A0-5E1A47A48F85}" type="presParOf" srcId="{32A9D2AF-FDD6-456A-830A-D33ED4CBD254}" destId="{5C70C0CB-84BB-462F-80C8-754958103CEB}" srcOrd="0" destOrd="0" presId="urn:microsoft.com/office/officeart/2017/3/layout/DropPinTimeline"/>
    <dgm:cxn modelId="{5C97CCA8-2428-4034-AACE-56AFF9FFF10A}" type="presParOf" srcId="{32A9D2AF-FDD6-456A-830A-D33ED4CBD254}" destId="{E9452EF1-72EA-4600-A39B-F1F3344654FD}" srcOrd="1" destOrd="0" presId="urn:microsoft.com/office/officeart/2017/3/layout/DropPinTimeline"/>
    <dgm:cxn modelId="{BA7BDD85-B4A8-4961-BD85-CA637C7AA5A5}" type="presParOf" srcId="{E9452EF1-72EA-4600-A39B-F1F3344654FD}" destId="{22F384D5-4CE9-42BD-B8D9-78D14BC51823}" srcOrd="0" destOrd="0" presId="urn:microsoft.com/office/officeart/2017/3/layout/DropPinTimeline"/>
    <dgm:cxn modelId="{7EFB03E0-AB6A-40EA-AD93-E13950427E65}" type="presParOf" srcId="{E9452EF1-72EA-4600-A39B-F1F3344654FD}" destId="{A079D473-CA4B-4CDC-A7A6-824AABD086A0}" srcOrd="1" destOrd="0" presId="urn:microsoft.com/office/officeart/2017/3/layout/DropPinTimeline"/>
    <dgm:cxn modelId="{5E3D976E-858C-48BD-AEE2-27FFC8D66404}" type="presParOf" srcId="{32A9D2AF-FDD6-456A-830A-D33ED4CBD254}" destId="{C6F4238D-0E27-45B1-9511-D0274BCE4565}" srcOrd="2" destOrd="0" presId="urn:microsoft.com/office/officeart/2017/3/layout/DropPinTimeline"/>
    <dgm:cxn modelId="{81EB9ABB-3058-4AD2-ABFF-75D19DBFBFA1}" type="presParOf" srcId="{32A9D2AF-FDD6-456A-830A-D33ED4CBD254}" destId="{E5D33D0A-749B-4DD0-8994-01ED184BA2DF}" srcOrd="3" destOrd="0" presId="urn:microsoft.com/office/officeart/2017/3/layout/DropPinTimeline"/>
    <dgm:cxn modelId="{804B42D9-27D1-42FA-B6F8-AB0A9BC9A536}" type="presParOf" srcId="{32A9D2AF-FDD6-456A-830A-D33ED4CBD254}" destId="{47593A84-3764-4B93-82BE-8636084CBDD6}" srcOrd="4" destOrd="0" presId="urn:microsoft.com/office/officeart/2017/3/layout/DropPinTimeline"/>
    <dgm:cxn modelId="{9D391B66-08C7-4CD4-B9F8-41E163E32379}" type="presParOf" srcId="{32A9D2AF-FDD6-456A-830A-D33ED4CBD254}" destId="{C942A168-DC77-4F7D-8091-6B007101D912}" srcOrd="5" destOrd="0" presId="urn:microsoft.com/office/officeart/2017/3/layout/DropPinTimeline"/>
    <dgm:cxn modelId="{B87901E0-87C2-459B-B0B4-0961CC690C53}" type="presParOf" srcId="{A76CF17B-42DA-4154-BC58-6F58196E6904}" destId="{44B22107-3F66-476B-B34D-F7EE04B214AC}" srcOrd="1" destOrd="0" presId="urn:microsoft.com/office/officeart/2017/3/layout/DropPinTimeline"/>
    <dgm:cxn modelId="{8F5D2C70-F392-4311-9625-B10D7C28A591}" type="presParOf" srcId="{A76CF17B-42DA-4154-BC58-6F58196E6904}" destId="{3C9302A5-F5FC-4BBA-9BF4-A37E27673837}" srcOrd="2" destOrd="0" presId="urn:microsoft.com/office/officeart/2017/3/layout/DropPinTimeline"/>
    <dgm:cxn modelId="{7EE514DD-D727-4BD4-9FB2-4EABE7288609}" type="presParOf" srcId="{3C9302A5-F5FC-4BBA-9BF4-A37E27673837}" destId="{FA453BE4-C021-44BE-B308-762CB41C7B9D}" srcOrd="0" destOrd="0" presId="urn:microsoft.com/office/officeart/2017/3/layout/DropPinTimeline"/>
    <dgm:cxn modelId="{17325B48-9F6B-41E8-80F1-921DB4439717}" type="presParOf" srcId="{3C9302A5-F5FC-4BBA-9BF4-A37E27673837}" destId="{B2A1F914-EC93-400F-90BE-611998C11EC8}" srcOrd="1" destOrd="0" presId="urn:microsoft.com/office/officeart/2017/3/layout/DropPinTimeline"/>
    <dgm:cxn modelId="{DCC4482D-493F-4566-AB62-CD7A91466DB0}" type="presParOf" srcId="{B2A1F914-EC93-400F-90BE-611998C11EC8}" destId="{CC9ED3F6-E307-4604-BEFB-3D75BCCFC675}" srcOrd="0" destOrd="0" presId="urn:microsoft.com/office/officeart/2017/3/layout/DropPinTimeline"/>
    <dgm:cxn modelId="{822DA8FB-2955-4151-8655-57B7CA875E66}" type="presParOf" srcId="{B2A1F914-EC93-400F-90BE-611998C11EC8}" destId="{1BCAC661-9E83-4ECE-860C-0F935052707A}" srcOrd="1" destOrd="0" presId="urn:microsoft.com/office/officeart/2017/3/layout/DropPinTimeline"/>
    <dgm:cxn modelId="{5F43DB14-ACFA-4AED-9FB0-190A314A6734}" type="presParOf" srcId="{3C9302A5-F5FC-4BBA-9BF4-A37E27673837}" destId="{9FF17E42-C593-4E28-A60B-2C1E146CF4F3}" srcOrd="2" destOrd="0" presId="urn:microsoft.com/office/officeart/2017/3/layout/DropPinTimeline"/>
    <dgm:cxn modelId="{BFF13331-E710-41E0-8D97-E3EB50A45B94}" type="presParOf" srcId="{3C9302A5-F5FC-4BBA-9BF4-A37E27673837}" destId="{368F887E-0942-4721-BDD7-518A65978504}" srcOrd="3" destOrd="0" presId="urn:microsoft.com/office/officeart/2017/3/layout/DropPinTimeline"/>
    <dgm:cxn modelId="{D3BF6D74-3789-4F2A-8447-9198DE08E9B2}" type="presParOf" srcId="{3C9302A5-F5FC-4BBA-9BF4-A37E27673837}" destId="{E7821B3E-6DF5-479B-8308-E929BFEDDA8A}" srcOrd="4" destOrd="0" presId="urn:microsoft.com/office/officeart/2017/3/layout/DropPinTimeline"/>
    <dgm:cxn modelId="{F9107017-3B19-4126-84CC-4D2733E99FD0}" type="presParOf" srcId="{3C9302A5-F5FC-4BBA-9BF4-A37E27673837}" destId="{D071AB7D-D3F6-4DBC-B4D5-9A1A8C7EFF60}" srcOrd="5" destOrd="0" presId="urn:microsoft.com/office/officeart/2017/3/layout/DropPinTimeline"/>
    <dgm:cxn modelId="{EA7A174B-2FFC-4680-BE81-337F33B4EA75}" type="presParOf" srcId="{A76CF17B-42DA-4154-BC58-6F58196E6904}" destId="{A1959C91-9D7A-473A-8F62-5DDE456CB934}" srcOrd="3" destOrd="0" presId="urn:microsoft.com/office/officeart/2017/3/layout/DropPinTimeline"/>
    <dgm:cxn modelId="{D46EF3E7-B6C6-49D8-AC91-F4F75AABC206}" type="presParOf" srcId="{A76CF17B-42DA-4154-BC58-6F58196E6904}" destId="{7A368E2D-8CBA-4D1F-91AB-27FE2EBBF498}" srcOrd="4" destOrd="0" presId="urn:microsoft.com/office/officeart/2017/3/layout/DropPinTimeline"/>
    <dgm:cxn modelId="{AD82D5D6-0F4F-4193-AB89-2AA99B45AD91}" type="presParOf" srcId="{7A368E2D-8CBA-4D1F-91AB-27FE2EBBF498}" destId="{910776E4-629E-4271-9EF4-9DFA3D5BBB93}" srcOrd="0" destOrd="0" presId="urn:microsoft.com/office/officeart/2017/3/layout/DropPinTimeline"/>
    <dgm:cxn modelId="{AEBEDA2F-2E41-4E2B-B835-1EC0C86B07F2}" type="presParOf" srcId="{7A368E2D-8CBA-4D1F-91AB-27FE2EBBF498}" destId="{354BAFB6-DBFB-477A-B19D-F31B36F1963F}" srcOrd="1" destOrd="0" presId="urn:microsoft.com/office/officeart/2017/3/layout/DropPinTimeline"/>
    <dgm:cxn modelId="{02967FB2-4BEF-453C-9281-23EE7B0C4AB0}" type="presParOf" srcId="{354BAFB6-DBFB-477A-B19D-F31B36F1963F}" destId="{D2323D37-3FC5-4EFB-97DA-40A323D27BD4}" srcOrd="0" destOrd="0" presId="urn:microsoft.com/office/officeart/2017/3/layout/DropPinTimeline"/>
    <dgm:cxn modelId="{9529A244-1474-4327-BA1D-7C35F7E7F62E}" type="presParOf" srcId="{354BAFB6-DBFB-477A-B19D-F31B36F1963F}" destId="{C73C41F8-49AB-4B87-9A16-BF8DB774C2A2}" srcOrd="1" destOrd="0" presId="urn:microsoft.com/office/officeart/2017/3/layout/DropPinTimeline"/>
    <dgm:cxn modelId="{5A5B7FCD-EB20-402E-9D15-4185F5C0D3E1}" type="presParOf" srcId="{7A368E2D-8CBA-4D1F-91AB-27FE2EBBF498}" destId="{3955559C-03CB-4AC4-AA14-58BFAF4472EE}" srcOrd="2" destOrd="0" presId="urn:microsoft.com/office/officeart/2017/3/layout/DropPinTimeline"/>
    <dgm:cxn modelId="{5AB57415-1913-43BC-AB1E-80E24C2A5202}" type="presParOf" srcId="{7A368E2D-8CBA-4D1F-91AB-27FE2EBBF498}" destId="{4A5EBB44-8CF3-4BD3-9BEE-D890D8E4A66F}" srcOrd="3" destOrd="0" presId="urn:microsoft.com/office/officeart/2017/3/layout/DropPinTimeline"/>
    <dgm:cxn modelId="{A8362901-4B53-452A-9150-6B3CE0900D30}" type="presParOf" srcId="{7A368E2D-8CBA-4D1F-91AB-27FE2EBBF498}" destId="{B83DB125-0056-44BC-AFE8-E9962326D23E}" srcOrd="4" destOrd="0" presId="urn:microsoft.com/office/officeart/2017/3/layout/DropPinTimeline"/>
    <dgm:cxn modelId="{25643684-1F81-4CEC-B937-D0BAE0B45FE3}" type="presParOf" srcId="{7A368E2D-8CBA-4D1F-91AB-27FE2EBBF498}" destId="{6AD16F4C-41E0-41CB-8976-3234E651214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384D5-4CE9-42BD-B8D9-78D14BC51823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9D473-CA4B-4CDC-A7A6-824AABD086A0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4238D-0E27-45B1-9511-D0274BCE4565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500" b="1" i="0" kern="1200" dirty="0"/>
            <a:t>TBD</a:t>
          </a:r>
          <a:endParaRPr lang="en-US" sz="1500" kern="1200" dirty="0"/>
        </a:p>
      </dsp:txBody>
      <dsp:txXfrm>
        <a:off x="324780" y="631714"/>
        <a:ext cx="4046815" cy="916604"/>
      </dsp:txXfrm>
    </dsp:sp>
    <dsp:sp modelId="{E5D33D0A-749B-4DD0-8994-01ED184BA2DF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February 2022</a:t>
          </a:r>
        </a:p>
      </dsp:txBody>
      <dsp:txXfrm>
        <a:off x="324780" y="309663"/>
        <a:ext cx="4046815" cy="322050"/>
      </dsp:txXfrm>
    </dsp:sp>
    <dsp:sp modelId="{47593A84-3764-4B93-82BE-8636084CBDD6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0C0CB-84BB-462F-80C8-754958103CEB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ED3F6-E307-4604-BEFB-3D75BCCFC675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AC661-9E83-4ECE-860C-0F935052707A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F17E42-C593-4E28-A60B-2C1E146CF4F3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368F887E-0942-4721-BDD7-518A65978504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March 2022</a:t>
          </a:r>
        </a:p>
      </dsp:txBody>
      <dsp:txXfrm>
        <a:off x="2755368" y="2464923"/>
        <a:ext cx="4046815" cy="322050"/>
      </dsp:txXfrm>
    </dsp:sp>
    <dsp:sp modelId="{E7821B3E-6DF5-479B-8308-E929BFEDDA8A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453BE4-C021-44BE-B308-762CB41C7B9D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23D37-3FC5-4EFB-97DA-40A323D27BD4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C41F8-49AB-4B87-9A16-BF8DB774C2A2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5559C-03CB-4AC4-AA14-58BFAF4472EE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4A5EBB44-8CF3-4BD3-9BEE-D890D8E4A66F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April 2022</a:t>
          </a:r>
        </a:p>
      </dsp:txBody>
      <dsp:txXfrm>
        <a:off x="5185956" y="309663"/>
        <a:ext cx="4046815" cy="322050"/>
      </dsp:txXfrm>
    </dsp:sp>
    <dsp:sp modelId="{B83DB125-0056-44BC-AFE8-E9962326D23E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776E4-629E-4271-9EF4-9DFA3D5BBB93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25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01/11/2022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11-1-2022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January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8" name="Picture 7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5AA3188D-796E-474A-9934-389E96FA0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6DA-DE59-4AF6-B685-62B465E2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Plans for the Future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44D8-8688-474B-8A70-1ABAE72E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to have in-person events starting March/April 2022</a:t>
            </a:r>
          </a:p>
          <a:p>
            <a:r>
              <a:rPr lang="en-US" dirty="0"/>
              <a:t>It will be a hybrid event</a:t>
            </a:r>
          </a:p>
          <a:p>
            <a:pPr lvl="1"/>
            <a:r>
              <a:rPr lang="en-US" dirty="0"/>
              <a:t>On location</a:t>
            </a:r>
          </a:p>
          <a:p>
            <a:pPr lvl="1"/>
            <a:r>
              <a:rPr lang="en-US" dirty="0"/>
              <a:t>Per Stream</a:t>
            </a:r>
          </a:p>
          <a:p>
            <a:r>
              <a:rPr lang="en-US" dirty="0"/>
              <a:t>2G + valid PCR Test needed to enter Location</a:t>
            </a:r>
          </a:p>
          <a:p>
            <a:pPr lvl="1"/>
            <a:r>
              <a:rPr lang="en-US" dirty="0"/>
              <a:t>Info about Vaccination: https://www.oesterreich-impft.at/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245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BFBA-7597-4181-9114-AED01192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News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7274-847B-48A8-AFB8-605A4E2A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dirty="0" err="1"/>
              <a:t>Kollektivvertrag</a:t>
            </a:r>
            <a:r>
              <a:rPr lang="en-US"/>
              <a:t> - https://go.dotnetdevs.at/kv2022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9694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0533D4-0989-4917-9198-55B5D635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6409"/>
            <a:ext cx="10018713" cy="1090445"/>
          </a:xfrm>
        </p:spPr>
        <p:txBody>
          <a:bodyPr>
            <a:normAutofit/>
          </a:bodyPr>
          <a:lstStyle/>
          <a:p>
            <a:r>
              <a:rPr lang="de-AT"/>
              <a:t>In</a:t>
            </a:r>
            <a:r>
              <a:rPr lang="en-AT"/>
              <a:t>t</a:t>
            </a:r>
            <a:r>
              <a:rPr lang="de-AT"/>
              <a:t>e</a:t>
            </a:r>
            <a:r>
              <a:rPr lang="en-AT"/>
              <a:t>r</a:t>
            </a:r>
            <a:r>
              <a:rPr lang="de-AT"/>
              <a:t>e</a:t>
            </a:r>
            <a:r>
              <a:rPr lang="en-AT" err="1"/>
              <a:t>st</a:t>
            </a:r>
            <a:r>
              <a:rPr lang="de-AT"/>
              <a:t>i</a:t>
            </a:r>
            <a:r>
              <a:rPr lang="en-AT"/>
              <a:t>n</a:t>
            </a:r>
            <a:r>
              <a:rPr lang="de-AT"/>
              <a:t>g</a:t>
            </a:r>
            <a:r>
              <a:rPr lang="en-AT"/>
              <a:t> 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e</a:t>
            </a:r>
            <a:r>
              <a:rPr lang="en-AT"/>
              <a:t>n</a:t>
            </a:r>
            <a:r>
              <a:rPr lang="de-AT"/>
              <a:t>t</a:t>
            </a:r>
            <a:r>
              <a:rPr lang="en-AT"/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25A7C-AB59-454A-B250-F65B7CA9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9821"/>
            <a:ext cx="10018713" cy="4046482"/>
          </a:xfrm>
        </p:spPr>
        <p:txBody>
          <a:bodyPr>
            <a:normAutofit/>
          </a:bodyPr>
          <a:lstStyle/>
          <a:p>
            <a:endParaRPr lang="de-AT" u="sng" dirty="0"/>
          </a:p>
        </p:txBody>
      </p:sp>
    </p:spTree>
    <p:extLst>
      <p:ext uri="{BB962C8B-B14F-4D97-AF65-F5344CB8AC3E}">
        <p14:creationId xmlns:p14="http://schemas.microsoft.com/office/powerpoint/2010/main" val="3611784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de-AT" b="1" i="0" dirty="0" err="1">
                <a:solidFill>
                  <a:srgbClr val="212121"/>
                </a:solidFill>
                <a:effectLst/>
                <a:latin typeface="Graphik Meetup"/>
              </a:rPr>
              <a:t>MudBlazor</a:t>
            </a: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 – </a:t>
            </a:r>
            <a:b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A Gateway Drug </a:t>
            </a:r>
            <a:r>
              <a:rPr lang="de-AT" b="1" i="0" dirty="0" err="1">
                <a:solidFill>
                  <a:srgbClr val="212121"/>
                </a:solidFill>
                <a:effectLst/>
                <a:latin typeface="Graphik Meetup"/>
              </a:rPr>
              <a:t>for</a:t>
            </a: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 Desktop </a:t>
            </a:r>
            <a:r>
              <a:rPr lang="de-AT" b="1" i="0" dirty="0" err="1">
                <a:solidFill>
                  <a:srgbClr val="212121"/>
                </a:solidFill>
                <a:effectLst/>
                <a:latin typeface="Graphik Meetup"/>
              </a:rPr>
              <a:t>Dev</a:t>
            </a: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 </a:t>
            </a:r>
            <a:r>
              <a:rPr lang="de-AT" b="1" i="0" dirty="0" err="1">
                <a:solidFill>
                  <a:srgbClr val="212121"/>
                </a:solidFill>
                <a:effectLst/>
                <a:latin typeface="Graphik Meetup"/>
              </a:rPr>
              <a:t>towards</a:t>
            </a: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 Web </a:t>
            </a:r>
            <a:r>
              <a:rPr lang="de-AT" b="1" i="0" dirty="0" err="1">
                <a:solidFill>
                  <a:srgbClr val="212121"/>
                </a:solidFill>
                <a:effectLst/>
                <a:latin typeface="Graphik Meetup"/>
              </a:rPr>
              <a:t>Dev</a:t>
            </a:r>
            <a: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  <a:t> </a:t>
            </a:r>
            <a:b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de-AT" sz="4400" i="0" dirty="0" err="1">
                <a:solidFill>
                  <a:srgbClr val="212121"/>
                </a:solidFill>
                <a:effectLst/>
                <a:latin typeface="Graphik Meetup"/>
              </a:rPr>
              <a:t>by</a:t>
            </a:r>
            <a:r>
              <a:rPr lang="de-AT" sz="4400" i="0" dirty="0">
                <a:solidFill>
                  <a:srgbClr val="212121"/>
                </a:solidFill>
                <a:effectLst/>
                <a:latin typeface="Graphik Meetup"/>
              </a:rPr>
              <a:t> Meinrad Recheis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Meinrad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19" name="Picture 18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858C95F-7F2C-44DF-8671-2437DAEDF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79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049493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We want to hear your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https://go.dotnetdevs.at/feedback-202201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E26AED-EFC4-4B1D-AA5D-0C33669D4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C8878A-9964-46A1-AAA0-CFD4049B271E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75</Paragraphs>
  <Slides>26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January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Our Plans for the Future</vt:lpstr>
      <vt:lpstr>News</vt:lpstr>
      <vt:lpstr>Interesting Events</vt:lpstr>
      <vt:lpstr>MudBlazor –  A Gateway Drug for Desktop Dev towards Web Dev   by Meinrad Recheis </vt:lpstr>
      <vt:lpstr>Thank you Meinrad!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2022-01-11T17:09:45Z</dcterms:modified>
</cp:coreProperties>
</file>