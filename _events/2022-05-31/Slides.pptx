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30"/>
  </p:notesMasterIdLst>
  <p:sldIdLst>
    <p:sldId id="314" r:id="rId6"/>
    <p:sldId id="298" r:id="rId7"/>
    <p:sldId id="2076136296" r:id="rId8"/>
    <p:sldId id="299" r:id="rId9"/>
    <p:sldId id="356" r:id="rId10"/>
    <p:sldId id="2076136919" r:id="rId11"/>
    <p:sldId id="2076136920" r:id="rId12"/>
    <p:sldId id="2076136298" r:id="rId13"/>
    <p:sldId id="308" r:id="rId14"/>
    <p:sldId id="2076136916" r:id="rId15"/>
    <p:sldId id="2076136921" r:id="rId16"/>
    <p:sldId id="319" r:id="rId17"/>
    <p:sldId id="2076136918" r:id="rId18"/>
    <p:sldId id="338" r:id="rId19"/>
    <p:sldId id="336" r:id="rId20"/>
    <p:sldId id="2076136923" r:id="rId21"/>
    <p:sldId id="340" r:id="rId22"/>
    <p:sldId id="341" r:id="rId23"/>
    <p:sldId id="342" r:id="rId24"/>
    <p:sldId id="334" r:id="rId25"/>
    <p:sldId id="344" r:id="rId26"/>
    <p:sldId id="345" r:id="rId27"/>
    <p:sldId id="346" r:id="rId28"/>
    <p:sldId id="32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7CA73D-1EDF-4A57-8CA4-1E02A18D1467}" v="91" dt="2022-05-31T11:15:59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2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81B07C46-052E-41E2-BB71-393B9724F241}"/>
    <pc:docChg chg="custSel addSld modSld">
      <pc:chgData name="Andreas Willich" userId="f1a27a91-fb80-49c6-a061-1959e15afc91" providerId="ADAL" clId="{81B07C46-052E-41E2-BB71-393B9724F241}" dt="2022-01-11T17:09:35.147" v="119" actId="20577"/>
      <pc:docMkLst>
        <pc:docMk/>
      </pc:docMkLst>
      <pc:sldChg chg="modSp mod">
        <pc:chgData name="Andreas Willich" userId="f1a27a91-fb80-49c6-a061-1959e15afc91" providerId="ADAL" clId="{81B07C46-052E-41E2-BB71-393B9724F241}" dt="2022-01-11T16:45:56.336" v="12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1B07C46-052E-41E2-BB71-393B9724F241}" dt="2022-01-11T16:45:56.336" v="12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1B07C46-052E-41E2-BB71-393B9724F241}" dt="2022-01-11T16:46:55.981" v="28" actId="113"/>
        <pc:sldMkLst>
          <pc:docMk/>
          <pc:sldMk cId="1406265366" sldId="319"/>
        </pc:sldMkLst>
        <pc:spChg chg="mod">
          <ac:chgData name="Andreas Willich" userId="f1a27a91-fb80-49c6-a061-1959e15afc91" providerId="ADAL" clId="{81B07C46-052E-41E2-BB71-393B9724F241}" dt="2022-01-11T16:46:55.981" v="28" actId="1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1B07C46-052E-41E2-BB71-393B9724F241}" dt="2022-01-11T16:51:17.076" v="87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1B07C46-052E-41E2-BB71-393B9724F241}" dt="2022-01-11T16:47:48.903" v="84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1B07C46-052E-41E2-BB71-393B9724F241}" dt="2022-01-11T16:51:17.076" v="87" actId="1076"/>
          <ac:picMkLst>
            <pc:docMk/>
            <pc:sldMk cId="820736664" sldId="321"/>
            <ac:picMk id="4" creationId="{0DE26AED-EFC4-4B1D-AA5D-0C33669D49E6}"/>
          </ac:picMkLst>
        </pc:picChg>
        <pc:picChg chg="del">
          <ac:chgData name="Andreas Willich" userId="f1a27a91-fb80-49c6-a061-1959e15afc91" providerId="ADAL" clId="{81B07C46-052E-41E2-BB71-393B9724F241}" dt="2022-01-11T16:51:13.286" v="85" actId="478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81B07C46-052E-41E2-BB71-393B9724F241}" dt="2022-01-11T16:47:42.910" v="7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1B07C46-052E-41E2-BB71-393B9724F241}" dt="2022-01-11T16:47:42.910" v="7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1B07C46-052E-41E2-BB71-393B9724F241}" dt="2022-01-11T16:46:52.399" v="27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81B07C46-052E-41E2-BB71-393B9724F241}" dt="2022-01-11T16:46:52.399" v="27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new mod">
        <pc:chgData name="Andreas Willich" userId="f1a27a91-fb80-49c6-a061-1959e15afc91" providerId="ADAL" clId="{81B07C46-052E-41E2-BB71-393B9724F241}" dt="2022-01-11T17:09:35.147" v="119" actId="20577"/>
        <pc:sldMkLst>
          <pc:docMk/>
          <pc:sldMk cId="796943666" sldId="2076136922"/>
        </pc:sldMkLst>
        <pc:spChg chg="mod">
          <ac:chgData name="Andreas Willich" userId="f1a27a91-fb80-49c6-a061-1959e15afc91" providerId="ADAL" clId="{81B07C46-052E-41E2-BB71-393B9724F241}" dt="2022-01-11T17:08:31.763" v="92" actId="20577"/>
          <ac:spMkLst>
            <pc:docMk/>
            <pc:sldMk cId="796943666" sldId="2076136922"/>
            <ac:spMk id="2" creationId="{BE79BFBA-7597-4181-9114-AED01192BBC4}"/>
          </ac:spMkLst>
        </pc:spChg>
        <pc:spChg chg="mod">
          <ac:chgData name="Andreas Willich" userId="f1a27a91-fb80-49c6-a061-1959e15afc91" providerId="ADAL" clId="{81B07C46-052E-41E2-BB71-393B9724F241}" dt="2022-01-11T17:09:35.147" v="119" actId="20577"/>
          <ac:spMkLst>
            <pc:docMk/>
            <pc:sldMk cId="796943666" sldId="2076136922"/>
            <ac:spMk id="3" creationId="{A7B27274-847B-48A8-AFB8-605A4E2ADED3}"/>
          </ac:spMkLst>
        </pc:sp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 Willich" userId="f1a27a91-fb80-49c6-a061-1959e15afc91" providerId="ADAL" clId="{F67CA73D-1EDF-4A57-8CA4-1E02A18D1467}"/>
    <pc:docChg chg="undo custSel addSld delSld modSld">
      <pc:chgData name="Andreas Willich" userId="f1a27a91-fb80-49c6-a061-1959e15afc91" providerId="ADAL" clId="{F67CA73D-1EDF-4A57-8CA4-1E02A18D1467}" dt="2022-05-31T16:11:13.656" v="135" actId="6549"/>
      <pc:docMkLst>
        <pc:docMk/>
      </pc:docMkLst>
      <pc:sldChg chg="modSp mod">
        <pc:chgData name="Andreas Willich" userId="f1a27a91-fb80-49c6-a061-1959e15afc91" providerId="ADAL" clId="{F67CA73D-1EDF-4A57-8CA4-1E02A18D1467}" dt="2022-05-31T10:53:39.319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7CA73D-1EDF-4A57-8CA4-1E02A18D1467}" dt="2022-05-31T10:53:39.319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67CA73D-1EDF-4A57-8CA4-1E02A18D1467}" dt="2022-05-31T11:11:08.092" v="11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F67CA73D-1EDF-4A57-8CA4-1E02A18D1467}" dt="2022-05-31T11:11:08.092" v="11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67CA73D-1EDF-4A57-8CA4-1E02A18D1467}" dt="2022-05-31T11:16:04.465" v="125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F67CA73D-1EDF-4A57-8CA4-1E02A18D1467}" dt="2022-05-31T11:16:04.465" v="12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F67CA73D-1EDF-4A57-8CA4-1E02A18D1467}" dt="2022-05-31T11:15:54.882" v="121" actId="478"/>
          <ac:picMkLst>
            <pc:docMk/>
            <pc:sldMk cId="820736664" sldId="321"/>
            <ac:picMk id="4" creationId="{DA2FF9F8-B279-4886-A47D-D42030E8C2AB}"/>
          </ac:picMkLst>
        </pc:picChg>
        <pc:picChg chg="add mod">
          <ac:chgData name="Andreas Willich" userId="f1a27a91-fb80-49c6-a061-1959e15afc91" providerId="ADAL" clId="{F67CA73D-1EDF-4A57-8CA4-1E02A18D1467}" dt="2022-05-31T11:15:59.258" v="123" actId="1076"/>
          <ac:picMkLst>
            <pc:docMk/>
            <pc:sldMk cId="820736664" sldId="321"/>
            <ac:picMk id="1026" creationId="{4CF6590A-B54F-5686-C7A3-555A01D13393}"/>
          </ac:picMkLst>
        </pc:picChg>
      </pc:sldChg>
      <pc:sldChg chg="modSp">
        <pc:chgData name="Andreas Willich" userId="f1a27a91-fb80-49c6-a061-1959e15afc91" providerId="ADAL" clId="{F67CA73D-1EDF-4A57-8CA4-1E02A18D1467}" dt="2022-05-31T10:57:15.182" v="106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67CA73D-1EDF-4A57-8CA4-1E02A18D1467}" dt="2022-05-31T10:57:15.182" v="106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67CA73D-1EDF-4A57-8CA4-1E02A18D1467}" dt="2022-05-31T10:54:54.927" v="15" actId="1076"/>
        <pc:sldMkLst>
          <pc:docMk/>
          <pc:sldMk cId="3757817415" sldId="356"/>
        </pc:sldMkLst>
        <pc:picChg chg="del">
          <ac:chgData name="Andreas Willich" userId="f1a27a91-fb80-49c6-a061-1959e15afc91" providerId="ADAL" clId="{F67CA73D-1EDF-4A57-8CA4-1E02A18D1467}" dt="2022-05-31T10:54:36.749" v="9" actId="478"/>
          <ac:picMkLst>
            <pc:docMk/>
            <pc:sldMk cId="3757817415" sldId="356"/>
            <ac:picMk id="6" creationId="{BDAB3D8A-A002-46A9-B003-B2FD48C9C92F}"/>
          </ac:picMkLst>
        </pc:picChg>
        <pc:picChg chg="add del mod">
          <ac:chgData name="Andreas Willich" userId="f1a27a91-fb80-49c6-a061-1959e15afc91" providerId="ADAL" clId="{F67CA73D-1EDF-4A57-8CA4-1E02A18D1467}" dt="2022-05-31T10:54:32.447" v="8" actId="478"/>
          <ac:picMkLst>
            <pc:docMk/>
            <pc:sldMk cId="3757817415" sldId="356"/>
            <ac:picMk id="7" creationId="{A45EAFE3-C564-CA0B-9C9C-EB103325D22A}"/>
          </ac:picMkLst>
        </pc:picChg>
        <pc:picChg chg="add mod">
          <ac:chgData name="Andreas Willich" userId="f1a27a91-fb80-49c6-a061-1959e15afc91" providerId="ADAL" clId="{F67CA73D-1EDF-4A57-8CA4-1E02A18D1467}" dt="2022-05-31T10:54:54.927" v="15" actId="1076"/>
          <ac:picMkLst>
            <pc:docMk/>
            <pc:sldMk cId="3757817415" sldId="356"/>
            <ac:picMk id="9" creationId="{67C5EEC4-3479-DD81-B2F8-222D6BC5A703}"/>
          </ac:picMkLst>
        </pc:picChg>
      </pc:sldChg>
      <pc:sldChg chg="modSp mod">
        <pc:chgData name="Andreas Willich" userId="f1a27a91-fb80-49c6-a061-1959e15afc91" providerId="ADAL" clId="{F67CA73D-1EDF-4A57-8CA4-1E02A18D1467}" dt="2022-05-31T11:11:18.675" v="120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F67CA73D-1EDF-4A57-8CA4-1E02A18D1467}" dt="2022-05-31T11:11:18.675" v="120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F67CA73D-1EDF-4A57-8CA4-1E02A18D1467}" dt="2022-05-31T16:11:13.656" v="135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F67CA73D-1EDF-4A57-8CA4-1E02A18D1467}" dt="2022-05-31T16:11:13.656" v="135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addSp delSp add del setBg delDesignElem">
        <pc:chgData name="Andreas Willich" userId="f1a27a91-fb80-49c6-a061-1959e15afc91" providerId="ADAL" clId="{F67CA73D-1EDF-4A57-8CA4-1E02A18D1467}" dt="2022-05-31T10:55:06.148" v="19"/>
        <pc:sldMkLst>
          <pc:docMk/>
          <pc:sldMk cId="1176782564" sldId="2076136922"/>
        </pc:sldMkLst>
        <pc:spChg chg="add del">
          <ac:chgData name="Andreas Willich" userId="f1a27a91-fb80-49c6-a061-1959e15afc91" providerId="ADAL" clId="{F67CA73D-1EDF-4A57-8CA4-1E02A18D1467}" dt="2022-05-31T10:55:06.148" v="19"/>
          <ac:spMkLst>
            <pc:docMk/>
            <pc:sldMk cId="1176782564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06.148" v="19"/>
          <ac:grpSpMkLst>
            <pc:docMk/>
            <pc:sldMk cId="1176782564" sldId="2076136922"/>
            <ac:grpSpMk id="12" creationId="{DE831112-FBC4-43D2-9D35-A250B9B5DFE6}"/>
          </ac:grpSpMkLst>
        </pc:grpChg>
      </pc:sldChg>
      <pc:sldChg chg="addSp delSp add del setBg delDesignElem">
        <pc:chgData name="Andreas Willich" userId="f1a27a91-fb80-49c6-a061-1959e15afc91" providerId="ADAL" clId="{F67CA73D-1EDF-4A57-8CA4-1E02A18D1467}" dt="2022-05-31T10:55:19.266" v="22"/>
        <pc:sldMkLst>
          <pc:docMk/>
          <pc:sldMk cId="1752426567" sldId="2076136922"/>
        </pc:sldMkLst>
        <pc:spChg chg="add del">
          <ac:chgData name="Andreas Willich" userId="f1a27a91-fb80-49c6-a061-1959e15afc91" providerId="ADAL" clId="{F67CA73D-1EDF-4A57-8CA4-1E02A18D1467}" dt="2022-05-31T10:55:19.266" v="22"/>
          <ac:spMkLst>
            <pc:docMk/>
            <pc:sldMk cId="1752426567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19.266" v="22"/>
          <ac:grpSpMkLst>
            <pc:docMk/>
            <pc:sldMk cId="1752426567" sldId="2076136922"/>
            <ac:grpSpMk id="12" creationId="{DE831112-FBC4-43D2-9D35-A250B9B5DFE6}"/>
          </ac:grpSpMkLst>
        </pc:grpChg>
      </pc:sldChg>
      <pc:sldChg chg="addSp delSp modSp add del mod">
        <pc:chgData name="Andreas Willich" userId="f1a27a91-fb80-49c6-a061-1959e15afc91" providerId="ADAL" clId="{F67CA73D-1EDF-4A57-8CA4-1E02A18D1467}" dt="2022-05-31T10:55:29.520" v="25"/>
        <pc:sldMkLst>
          <pc:docMk/>
          <pc:sldMk cId="2708570241" sldId="2076136923"/>
        </pc:sldMkLst>
        <pc:picChg chg="del">
          <ac:chgData name="Andreas Willich" userId="f1a27a91-fb80-49c6-a061-1959e15afc91" providerId="ADAL" clId="{F67CA73D-1EDF-4A57-8CA4-1E02A18D1467}" dt="2022-05-31T10:55:29.214" v="24" actId="478"/>
          <ac:picMkLst>
            <pc:docMk/>
            <pc:sldMk cId="2708570241" sldId="2076136923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F67CA73D-1EDF-4A57-8CA4-1E02A18D1467}" dt="2022-05-31T10:55:29.520" v="25"/>
          <ac:picMkLst>
            <pc:docMk/>
            <pc:sldMk cId="2708570241" sldId="2076136923"/>
            <ac:picMk id="19" creationId="{AF42E471-B04E-1AFB-61E4-1825F98FB79D}"/>
          </ac:picMkLst>
        </pc:picChg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 Willich" userId="f1a27a91-fb80-49c6-a061-1959e15afc91" providerId="ADAL" clId="{249F2E04-30CD-45BB-89F6-D1C995F55497}"/>
    <pc:docChg chg="undo custSel addSld modSld">
      <pc:chgData name="Andreas Willich" userId="f1a27a91-fb80-49c6-a061-1959e15afc91" providerId="ADAL" clId="{249F2E04-30CD-45BB-89F6-D1C995F55497}" dt="2021-12-07T18:01:47.062" v="308" actId="729"/>
      <pc:docMkLst>
        <pc:docMk/>
      </pc:docMkLst>
      <pc:sldChg chg="mod modShow">
        <pc:chgData name="Andreas Willich" userId="f1a27a91-fb80-49c6-a061-1959e15afc91" providerId="ADAL" clId="{249F2E04-30CD-45BB-89F6-D1C995F55497}" dt="2021-12-06T13:14:20.816" v="31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9F2E04-30CD-45BB-89F6-D1C995F55497}" dt="2021-12-06T13:08:13.146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9F2E04-30CD-45BB-89F6-D1C995F55497}" dt="2021-12-06T13:08:13.146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9F2E04-30CD-45BB-89F6-D1C995F55497}" dt="2021-12-06T13:08:36.982" v="17" actId="27636"/>
        <pc:sldMkLst>
          <pc:docMk/>
          <pc:sldMk cId="1406265366" sldId="319"/>
        </pc:sldMkLst>
        <pc:spChg chg="mod">
          <ac:chgData name="Andreas Willich" userId="f1a27a91-fb80-49c6-a061-1959e15afc91" providerId="ADAL" clId="{249F2E04-30CD-45BB-89F6-D1C995F55497}" dt="2021-12-06T13:08:36.982" v="17" actId="2763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9F2E04-30CD-45BB-89F6-D1C995F55497}" dt="2021-12-06T13:12:05.537" v="30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9F2E04-30CD-45BB-89F6-D1C995F55497}" dt="2021-12-06T13:11:52.241" v="2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249F2E04-30CD-45BB-89F6-D1C995F55497}" dt="2021-12-06T13:12:01.185" v="28" actId="478"/>
          <ac:picMkLst>
            <pc:docMk/>
            <pc:sldMk cId="820736664" sldId="321"/>
            <ac:picMk id="4" creationId="{F452DA56-C49D-4913-8CF1-FA9E79A5104E}"/>
          </ac:picMkLst>
        </pc:picChg>
        <pc:picChg chg="add mod">
          <ac:chgData name="Andreas Willich" userId="f1a27a91-fb80-49c6-a061-1959e15afc91" providerId="ADAL" clId="{249F2E04-30CD-45BB-89F6-D1C995F55497}" dt="2021-12-06T13:12:05.537" v="30" actId="1076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249F2E04-30CD-45BB-89F6-D1C995F55497}" dt="2021-12-06T13:09:26.982" v="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9F2E04-30CD-45BB-89F6-D1C995F55497}" dt="2021-12-06T13:09:26.982" v="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9F2E04-30CD-45BB-89F6-D1C995F55497}" dt="2021-12-07T18:01:43.924" v="307" actId="729"/>
        <pc:sldMkLst>
          <pc:docMk/>
          <pc:sldMk cId="60102468" sldId="340"/>
        </pc:sldMkLst>
      </pc:sldChg>
      <pc:sldChg chg="mod modShow">
        <pc:chgData name="Andreas Willich" userId="f1a27a91-fb80-49c6-a061-1959e15afc91" providerId="ADAL" clId="{249F2E04-30CD-45BB-89F6-D1C995F55497}" dt="2021-12-07T18:01:47.062" v="308" actId="729"/>
        <pc:sldMkLst>
          <pc:docMk/>
          <pc:sldMk cId="3163372477" sldId="342"/>
        </pc:sldMkLst>
      </pc:sldChg>
      <pc:sldChg chg="mod modShow">
        <pc:chgData name="Andreas Willich" userId="f1a27a91-fb80-49c6-a061-1959e15afc91" providerId="ADAL" clId="{249F2E04-30CD-45BB-89F6-D1C995F55497}" dt="2021-12-06T13:14:23.502" v="32" actId="729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9F2E04-30CD-45BB-89F6-D1C995F55497}" dt="2021-12-06T13:09:17.771" v="22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9F2E04-30CD-45BB-89F6-D1C995F55497}" dt="2021-12-06T13:09:17.771" v="2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modSp new mod modClrScheme chgLayout">
        <pc:chgData name="Andreas Willich" userId="f1a27a91-fb80-49c6-a061-1959e15afc91" providerId="ADAL" clId="{249F2E04-30CD-45BB-89F6-D1C995F55497}" dt="2021-12-06T13:24:24.572" v="306" actId="313"/>
        <pc:sldMkLst>
          <pc:docMk/>
          <pc:sldMk cId="1342454545" sldId="2076136921"/>
        </pc:sldMkLst>
        <pc:spChg chg="mod ord">
          <ac:chgData name="Andreas Willich" userId="f1a27a91-fb80-49c6-a061-1959e15afc91" providerId="ADAL" clId="{249F2E04-30CD-45BB-89F6-D1C995F55497}" dt="2021-12-06T13:16:35.353" v="58" actId="700"/>
          <ac:spMkLst>
            <pc:docMk/>
            <pc:sldMk cId="1342454545" sldId="2076136921"/>
            <ac:spMk id="2" creationId="{D24026DA-DE59-4AF6-B685-62B465E2A171}"/>
          </ac:spMkLst>
        </pc:spChg>
        <pc:spChg chg="add mod ord">
          <ac:chgData name="Andreas Willich" userId="f1a27a91-fb80-49c6-a061-1959e15afc91" providerId="ADAL" clId="{249F2E04-30CD-45BB-89F6-D1C995F55497}" dt="2021-12-06T13:24:24.572" v="306" actId="313"/>
          <ac:spMkLst>
            <pc:docMk/>
            <pc:sldMk cId="1342454545" sldId="2076136921"/>
            <ac:spMk id="3" creationId="{E53344D8-8688-474B-8A70-1ABAE72E4E7B}"/>
          </ac:spMkLst>
        </pc:spChg>
      </pc:sld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240867DE-76D4-4BC6-87CA-182DAFFE0F5F}"/>
    <pc:docChg chg="undo redo custSel addSld delSld modSld sldOrd">
      <pc:chgData name="Andreas Willich" userId="f1a27a91-fb80-49c6-a061-1959e15afc91" providerId="ADAL" clId="{240867DE-76D4-4BC6-87CA-182DAFFE0F5F}" dt="2022-03-01T17:09:17.783" v="123"/>
      <pc:docMkLst>
        <pc:docMk/>
      </pc:docMkLst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0867DE-76D4-4BC6-87CA-182DAFFE0F5F}" dt="2022-03-01T16:40:41.87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0867DE-76D4-4BC6-87CA-182DAFFE0F5F}" dt="2022-03-01T16:40:41.87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0867DE-76D4-4BC6-87CA-182DAFFE0F5F}" dt="2022-03-01T16:44:48.366" v="22" actId="404"/>
        <pc:sldMkLst>
          <pc:docMk/>
          <pc:sldMk cId="1406265366" sldId="319"/>
        </pc:sldMkLst>
        <pc:spChg chg="mod">
          <ac:chgData name="Andreas Willich" userId="f1a27a91-fb80-49c6-a061-1959e15afc91" providerId="ADAL" clId="{240867DE-76D4-4BC6-87CA-182DAFFE0F5F}" dt="2022-03-01T16:44:48.366" v="22" actId="404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0867DE-76D4-4BC6-87CA-182DAFFE0F5F}" dt="2022-03-01T16:57:26.924" v="114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 Willich" userId="f1a27a91-fb80-49c6-a061-1959e15afc91" providerId="ADAL" clId="{240867DE-76D4-4BC6-87CA-182DAFFE0F5F}" dt="2022-03-01T16:57:00.389" v="113" actId="20577"/>
          <ac:spMkLst>
            <pc:docMk/>
            <pc:sldMk cId="820736664" sldId="321"/>
            <ac:spMk id="3" creationId="{F6AD33C1-B332-454C-806B-0AAA693B62C2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43" creationId="{6C686317-9C96-4A02-88CE-7319FF590580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53" creationId="{EB9A9756-A5DB-460E-A867-A2AE77834D3A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99" creationId="{260615AE-7DBC-4FF7-9107-9FE957695B02}"/>
          </ac:spMkLst>
        </pc:s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45" creationId="{E0E25B5C-98A3-47D8-A4D7-10C2E1758981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92" creationId="{C616B3DC-C165-433D-9187-62DCC0E317D3}"/>
          </ac:grpSpMkLst>
        </pc:grpChg>
        <pc:picChg chg="del">
          <ac:chgData name="Andreas Willich" userId="f1a27a91-fb80-49c6-a061-1959e15afc91" providerId="ADAL" clId="{240867DE-76D4-4BC6-87CA-182DAFFE0F5F}" dt="2022-03-01T16:56:51.974" v="107" actId="478"/>
          <ac:picMkLst>
            <pc:docMk/>
            <pc:sldMk cId="820736664" sldId="321"/>
            <ac:picMk id="4" creationId="{0DE26AED-EFC4-4B1D-AA5D-0C33669D49E6}"/>
          </ac:picMkLst>
        </pc:picChg>
        <pc:picChg chg="add mod">
          <ac:chgData name="Andreas Willich" userId="f1a27a91-fb80-49c6-a061-1959e15afc91" providerId="ADAL" clId="{240867DE-76D4-4BC6-87CA-182DAFFE0F5F}" dt="2022-03-01T16:57:26.924" v="114" actId="1076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240867DE-76D4-4BC6-87CA-182DAFFE0F5F}" dt="2022-03-01T16:45:10.713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0867DE-76D4-4BC6-87CA-182DAFFE0F5F}" dt="2022-03-01T16:45:10.713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0867DE-76D4-4BC6-87CA-182DAFFE0F5F}" dt="2022-03-01T16:51:03.536" v="61" actId="729"/>
        <pc:sldMkLst>
          <pc:docMk/>
          <pc:sldMk cId="4285057711" sldId="2076136298"/>
        </pc:sldMkLst>
      </pc:sldChg>
      <pc:sldChg chg="del">
        <pc:chgData name="Andreas Willich" userId="f1a27a91-fb80-49c6-a061-1959e15afc91" providerId="ADAL" clId="{240867DE-76D4-4BC6-87CA-182DAFFE0F5F}" dt="2022-03-01T16:59:24.516" v="119" actId="47"/>
        <pc:sldMkLst>
          <pc:docMk/>
          <pc:sldMk cId="3611784228" sldId="2076136300"/>
        </pc:sldMkLst>
      </pc:sldChg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0867DE-76D4-4BC6-87CA-182DAFFE0F5F}" dt="2022-03-01T16:44:52.303" v="26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0867DE-76D4-4BC6-87CA-182DAFFE0F5F}" dt="2022-03-01T16:44:52.303" v="26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240867DE-76D4-4BC6-87CA-182DAFFE0F5F}" dt="2022-03-01T16:40:57.805" v="13" actId="20577"/>
        <pc:sldMkLst>
          <pc:docMk/>
          <pc:sldMk cId="1342454545" sldId="2076136921"/>
        </pc:sldMkLst>
        <pc:spChg chg="mod">
          <ac:chgData name="Andreas Willich" userId="f1a27a91-fb80-49c6-a061-1959e15afc91" providerId="ADAL" clId="{240867DE-76D4-4BC6-87CA-182DAFFE0F5F}" dt="2022-03-01T16:40:57.805" v="13" actId="20577"/>
          <ac:spMkLst>
            <pc:docMk/>
            <pc:sldMk cId="1342454545" sldId="2076136921"/>
            <ac:spMk id="3" creationId="{E53344D8-8688-474B-8A70-1ABAE72E4E7B}"/>
          </ac:spMkLst>
        </pc:spChg>
      </pc:sldChg>
      <pc:sldChg chg="ord">
        <pc:chgData name="Andreas Willich" userId="f1a27a91-fb80-49c6-a061-1959e15afc91" providerId="ADAL" clId="{240867DE-76D4-4BC6-87CA-182DAFFE0F5F}" dt="2022-03-01T16:59:18.225" v="118"/>
        <pc:sldMkLst>
          <pc:docMk/>
          <pc:sldMk cId="796943666" sldId="2076136922"/>
        </pc:sldMkLst>
      </pc:sldChg>
      <pc:sldChg chg="addSp delSp modSp new del mod modClrScheme chgLayout">
        <pc:chgData name="Andreas Willich" userId="f1a27a91-fb80-49c6-a061-1959e15afc91" providerId="ADAL" clId="{240867DE-76D4-4BC6-87CA-182DAFFE0F5F}" dt="2022-03-01T16:58:27.325" v="116" actId="47"/>
        <pc:sldMkLst>
          <pc:docMk/>
          <pc:sldMk cId="30436398" sldId="2076136923"/>
        </pc:sldMkLst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2" creationId="{8E1793AD-05BA-467B-89A4-F96B81B91E41}"/>
          </ac:spMkLst>
        </pc:spChg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3" creationId="{67CC0612-8363-486F-82DA-DAE2180FF79E}"/>
          </ac:spMkLst>
        </pc:spChg>
        <pc:spChg chg="add mod ord">
          <ac:chgData name="Andreas Willich" userId="f1a27a91-fb80-49c6-a061-1959e15afc91" providerId="ADAL" clId="{240867DE-76D4-4BC6-87CA-182DAFFE0F5F}" dt="2022-03-01T16:51:43.895" v="69" actId="20577"/>
          <ac:spMkLst>
            <pc:docMk/>
            <pc:sldMk cId="30436398" sldId="2076136923"/>
            <ac:spMk id="4" creationId="{689BB606-E22D-4ED6-AED5-EC7B5583F47C}"/>
          </ac:spMkLst>
        </pc:spChg>
        <pc:spChg chg="add mod ord">
          <ac:chgData name="Andreas Willich" userId="f1a27a91-fb80-49c6-a061-1959e15afc91" providerId="ADAL" clId="{240867DE-76D4-4BC6-87CA-182DAFFE0F5F}" dt="2022-03-01T16:53:52.028" v="106"/>
          <ac:spMkLst>
            <pc:docMk/>
            <pc:sldMk cId="30436398" sldId="2076136923"/>
            <ac:spMk id="5" creationId="{9143DBA2-AC2A-45E2-85EF-67AABBF926E4}"/>
          </ac:spMkLst>
        </pc:spChg>
      </pc:sldChg>
      <pc:sldChg chg="add setBg">
        <pc:chgData name="Andreas Willich" userId="f1a27a91-fb80-49c6-a061-1959e15afc91" providerId="ADAL" clId="{240867DE-76D4-4BC6-87CA-182DAFFE0F5F}" dt="2022-03-01T17:05:49.867" v="121"/>
        <pc:sldMkLst>
          <pc:docMk/>
          <pc:sldMk cId="3606453312" sldId="2076138300"/>
        </pc:sldMkLst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 Willich" userId="f1a27a91-fb80-49c6-a061-1959e15afc91" providerId="ADAL" clId="{1BAE8A93-1C8E-40CF-9B26-351D7612AD2B}"/>
    <pc:docChg chg="custSel addSld delSld modSld sldOrd">
      <pc:chgData name="Andreas Willich" userId="f1a27a91-fb80-49c6-a061-1959e15afc91" providerId="ADAL" clId="{1BAE8A93-1C8E-40CF-9B26-351D7612AD2B}" dt="2022-04-02T12:19:10.543" v="110" actId="47"/>
      <pc:docMkLst>
        <pc:docMk/>
      </pc:docMkLst>
      <pc:sldChg chg="modSp mod">
        <pc:chgData name="Andreas Willich" userId="f1a27a91-fb80-49c6-a061-1959e15afc91" providerId="ADAL" clId="{1BAE8A93-1C8E-40CF-9B26-351D7612AD2B}" dt="2022-04-02T12:04:57.385" v="10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BAE8A93-1C8E-40CF-9B26-351D7612AD2B}" dt="2022-04-02T12:04:57.385" v="10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1BAE8A93-1C8E-40CF-9B26-351D7612AD2B}" dt="2022-04-02T12:06:04.656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BAE8A93-1C8E-40CF-9B26-351D7612AD2B}" dt="2022-04-02T12:06:04.656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1BAE8A93-1C8E-40CF-9B26-351D7612AD2B}" dt="2022-04-02T12:18:48.037" v="109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1BAE8A93-1C8E-40CF-9B26-351D7612AD2B}" dt="2022-04-02T12:18:48.037" v="109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1BAE8A93-1C8E-40CF-9B26-351D7612AD2B}" dt="2022-04-02T12:18:44.132" v="107" actId="1076"/>
          <ac:picMkLst>
            <pc:docMk/>
            <pc:sldMk cId="820736664" sldId="321"/>
            <ac:picMk id="4" creationId="{DA2FF9F8-B279-4886-A47D-D42030E8C2AB}"/>
          </ac:picMkLst>
        </pc:picChg>
        <pc:picChg chg="del">
          <ac:chgData name="Andreas Willich" userId="f1a27a91-fb80-49c6-a061-1959e15afc91" providerId="ADAL" clId="{1BAE8A93-1C8E-40CF-9B26-351D7612AD2B}" dt="2022-04-02T12:18:39.245" v="104" actId="478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1BAE8A93-1C8E-40CF-9B26-351D7612AD2B}" dt="2022-04-02T12:09:04.811" v="10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1BAE8A93-1C8E-40CF-9B26-351D7612AD2B}" dt="2022-04-02T12:09:04.811" v="10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1BAE8A93-1C8E-40CF-9B26-351D7612AD2B}" dt="2022-04-02T12:08:14.231" v="56" actId="729"/>
        <pc:sldMkLst>
          <pc:docMk/>
          <pc:sldMk cId="395760585" sldId="341"/>
        </pc:sldMkLst>
      </pc:sldChg>
      <pc:sldChg chg="addSp delSp modSp mod">
        <pc:chgData name="Andreas Willich" userId="f1a27a91-fb80-49c6-a061-1959e15afc91" providerId="ADAL" clId="{1BAE8A93-1C8E-40CF-9B26-351D7612AD2B}" dt="2022-04-02T12:07:22.660" v="4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1BAE8A93-1C8E-40CF-9B26-351D7612AD2B}" dt="2022-04-02T12:07:12.527" v="42" actId="1076"/>
          <ac:picMkLst>
            <pc:docMk/>
            <pc:sldMk cId="3757817415" sldId="356"/>
            <ac:picMk id="5" creationId="{EBBD2B53-84E3-41CE-855E-DF6F78B90829}"/>
          </ac:picMkLst>
        </pc:picChg>
        <pc:picChg chg="mod">
          <ac:chgData name="Andreas Willich" userId="f1a27a91-fb80-49c6-a061-1959e15afc91" providerId="ADAL" clId="{1BAE8A93-1C8E-40CF-9B26-351D7612AD2B}" dt="2022-04-02T12:07:22.660" v="45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1BAE8A93-1C8E-40CF-9B26-351D7612AD2B}" dt="2022-04-02T12:06:59.104" v="35" actId="478"/>
          <ac:picMkLst>
            <pc:docMk/>
            <pc:sldMk cId="3757817415" sldId="356"/>
            <ac:picMk id="7" creationId="{537F4741-5D55-4510-8571-8123A30691EE}"/>
          </ac:picMkLst>
        </pc:picChg>
        <pc:picChg chg="del">
          <ac:chgData name="Andreas Willich" userId="f1a27a91-fb80-49c6-a061-1959e15afc91" providerId="ADAL" clId="{1BAE8A93-1C8E-40CF-9B26-351D7612AD2B}" dt="2022-04-02T12:06:20.320" v="34" actId="478"/>
          <ac:picMkLst>
            <pc:docMk/>
            <pc:sldMk cId="3757817415" sldId="356"/>
            <ac:picMk id="8" creationId="{5AA3188D-796E-474A-9934-389E96FA04EB}"/>
          </ac:picMkLst>
        </pc:picChg>
      </pc:sldChg>
      <pc:sldChg chg="del">
        <pc:chgData name="Andreas Willich" userId="f1a27a91-fb80-49c6-a061-1959e15afc91" providerId="ADAL" clId="{1BAE8A93-1C8E-40CF-9B26-351D7612AD2B}" dt="2022-04-02T12:07:33.119" v="46" actId="47"/>
        <pc:sldMkLst>
          <pc:docMk/>
          <pc:sldMk cId="2587979808" sldId="2076136917"/>
        </pc:sldMkLst>
      </pc:sldChg>
      <pc:sldChg chg="modSp mod">
        <pc:chgData name="Andreas Willich" userId="f1a27a91-fb80-49c6-a061-1959e15afc91" providerId="ADAL" clId="{1BAE8A93-1C8E-40CF-9B26-351D7612AD2B}" dt="2022-04-02T12:06:10.040" v="33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1BAE8A93-1C8E-40CF-9B26-351D7612AD2B}" dt="2022-04-02T12:06:10.040" v="33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1BAE8A93-1C8E-40CF-9B26-351D7612AD2B}" dt="2022-04-02T12:05:15.929" v="13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1BAE8A93-1C8E-40CF-9B26-351D7612AD2B}" dt="2022-04-02T12:05:15.929" v="13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del">
        <pc:chgData name="Andreas Willich" userId="f1a27a91-fb80-49c6-a061-1959e15afc91" providerId="ADAL" clId="{1BAE8A93-1C8E-40CF-9B26-351D7612AD2B}" dt="2022-04-02T12:19:10.543" v="110" actId="47"/>
        <pc:sldMkLst>
          <pc:docMk/>
          <pc:sldMk cId="796943666" sldId="2076136922"/>
        </pc:sldMkLst>
      </pc:sldChg>
      <pc:sldChg chg="delSp add del setBg delDesignElem">
        <pc:chgData name="Andreas Willich" userId="f1a27a91-fb80-49c6-a061-1959e15afc91" providerId="ADAL" clId="{1BAE8A93-1C8E-40CF-9B26-351D7612AD2B}" dt="2022-04-02T12:07:48.490" v="51" actId="47"/>
        <pc:sldMkLst>
          <pc:docMk/>
          <pc:sldMk cId="853281940" sldId="2076136923"/>
        </pc:sldMkLst>
        <pc:spChg chg="del">
          <ac:chgData name="Andreas Willich" userId="f1a27a91-fb80-49c6-a061-1959e15afc91" providerId="ADAL" clId="{1BAE8A93-1C8E-40CF-9B26-351D7612AD2B}" dt="2022-04-02T12:07:35.896" v="48"/>
          <ac:spMkLst>
            <pc:docMk/>
            <pc:sldMk cId="853281940" sldId="2076136923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35.896" v="48"/>
          <ac:grpSpMkLst>
            <pc:docMk/>
            <pc:sldMk cId="853281940" sldId="2076136923"/>
            <ac:grpSpMk id="12" creationId="{DE831112-FBC4-43D2-9D35-A250B9B5DFE6}"/>
          </ac:grpSpMkLst>
        </pc:grpChg>
      </pc:sldChg>
      <pc:sldChg chg="add ord">
        <pc:chgData name="Andreas Willich" userId="f1a27a91-fb80-49c6-a061-1959e15afc91" providerId="ADAL" clId="{1BAE8A93-1C8E-40CF-9B26-351D7612AD2B}" dt="2022-04-02T12:08:03.175" v="55"/>
        <pc:sldMkLst>
          <pc:docMk/>
          <pc:sldMk cId="2708570241" sldId="2076136923"/>
        </pc:sldMkLst>
      </pc:sldChg>
      <pc:sldChg chg="delSp add del setBg delDesignElem">
        <pc:chgData name="Andreas Willich" userId="f1a27a91-fb80-49c6-a061-1959e15afc91" providerId="ADAL" clId="{1BAE8A93-1C8E-40CF-9B26-351D7612AD2B}" dt="2022-04-02T12:07:51.568" v="52" actId="47"/>
        <pc:sldMkLst>
          <pc:docMk/>
          <pc:sldMk cId="506272310" sldId="2076136924"/>
        </pc:sldMkLst>
        <pc:spChg chg="del">
          <ac:chgData name="Andreas Willich" userId="f1a27a91-fb80-49c6-a061-1959e15afc91" providerId="ADAL" clId="{1BAE8A93-1C8E-40CF-9B26-351D7612AD2B}" dt="2022-04-02T12:07:45.662" v="50"/>
          <ac:spMkLst>
            <pc:docMk/>
            <pc:sldMk cId="506272310" sldId="2076136924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45.662" v="50"/>
          <ac:grpSpMkLst>
            <pc:docMk/>
            <pc:sldMk cId="506272310" sldId="2076136924"/>
            <ac:grpSpMk id="12" creationId="{DE831112-FBC4-43D2-9D35-A250B9B5DFE6}"/>
          </ac:grpSpMkLst>
        </pc:grpChg>
      </pc:sldChg>
      <pc:sldChg chg="del">
        <pc:chgData name="Andreas Willich" userId="f1a27a91-fb80-49c6-a061-1959e15afc91" providerId="ADAL" clId="{1BAE8A93-1C8E-40CF-9B26-351D7612AD2B}" dt="2022-04-02T12:05:10.475" v="11" actId="47"/>
        <pc:sldMkLst>
          <pc:docMk/>
          <pc:sldMk cId="3606453312" sldId="2076138300"/>
        </pc:sldMkLst>
      </pc:sldChg>
      <pc:sldMasterChg chg="delSldLayout">
        <pc:chgData name="Andreas Willich" userId="f1a27a91-fb80-49c6-a061-1959e15afc91" providerId="ADAL" clId="{1BAE8A93-1C8E-40CF-9B26-351D7612AD2B}" dt="2022-04-02T12:05:10.475" v="11" actId="47"/>
        <pc:sldMasterMkLst>
          <pc:docMk/>
          <pc:sldMasterMk cId="1290038045" sldId="2147483660"/>
        </pc:sldMasterMkLst>
        <pc:sldLayoutChg chg="del">
          <pc:chgData name="Andreas Willich" userId="f1a27a91-fb80-49c6-a061-1959e15afc91" providerId="ADAL" clId="{1BAE8A93-1C8E-40CF-9B26-351D7612AD2B}" dt="2022-04-02T12:05:10.475" v="11" actId="47"/>
          <pc:sldLayoutMkLst>
            <pc:docMk/>
            <pc:sldMasterMk cId="1290038045" sldId="2147483660"/>
            <pc:sldLayoutMk cId="2894869654" sldId="2147483693"/>
          </pc:sldLayoutMkLst>
        </pc:sldLayoutChg>
      </pc:sldMaster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43CE3B7-6A60-46B3-9A00-D5CAF9C50FFF}">
      <dgm:prSet/>
      <dgm:spPr/>
      <dgm:t>
        <a:bodyPr/>
        <a:lstStyle/>
        <a:p>
          <a:pPr>
            <a:defRPr b="1"/>
          </a:pPr>
          <a:r>
            <a:rPr lang="en-US" dirty="0"/>
            <a:t>June 14th 2022</a:t>
          </a:r>
        </a:p>
      </dgm:t>
    </dgm:pt>
    <dgm:pt modelId="{50CC0C40-2124-4C36-BEF9-606EE0F6BA3B}" type="parTrans" cxnId="{8D776288-986A-4663-8FA9-5089D63927EA}">
      <dgm:prSet/>
      <dgm:spPr/>
      <dgm:t>
        <a:bodyPr/>
        <a:lstStyle/>
        <a:p>
          <a:endParaRPr lang="de-AT"/>
        </a:p>
      </dgm:t>
    </dgm:pt>
    <dgm:pt modelId="{22904D22-B9AA-42A9-91F2-014B9D388DCB}" type="sibTrans" cxnId="{8D776288-986A-4663-8FA9-5089D63927EA}">
      <dgm:prSet/>
      <dgm:spPr/>
      <dgm:t>
        <a:bodyPr/>
        <a:lstStyle/>
        <a:p>
          <a:endParaRPr lang="de-AT"/>
        </a:p>
      </dgm:t>
    </dgm:pt>
    <dgm:pt modelId="{8764BF69-8FAE-4E9F-9C2E-419E5E750722}">
      <dgm:prSet/>
      <dgm:spPr/>
      <dgm:t>
        <a:bodyPr/>
        <a:lstStyle/>
        <a:p>
          <a:r>
            <a:rPr lang="de-AT" b="0" i="0" dirty="0" err="1"/>
            <a:t>MSBuild</a:t>
          </a:r>
          <a:r>
            <a:rPr lang="de-AT" b="0" i="0" dirty="0"/>
            <a:t> 2022 After Party @ </a:t>
          </a:r>
          <a:r>
            <a:rPr lang="de-AT" b="0" i="0" dirty="0" err="1"/>
            <a:t>Tietoevry</a:t>
          </a:r>
          <a:r>
            <a:rPr lang="de-AT" b="0" i="0" dirty="0"/>
            <a:t> &amp; Stream</a:t>
          </a:r>
          <a:endParaRPr lang="en-US" b="0" dirty="0"/>
        </a:p>
      </dgm:t>
    </dgm:pt>
    <dgm:pt modelId="{4C666E9E-5FB1-4E08-B548-6FDEEA26D148}" type="parTrans" cxnId="{8D0ADD18-CED2-4357-AE16-E6A2FF586736}">
      <dgm:prSet/>
      <dgm:spPr/>
      <dgm:t>
        <a:bodyPr/>
        <a:lstStyle/>
        <a:p>
          <a:endParaRPr lang="de-AT"/>
        </a:p>
      </dgm:t>
    </dgm:pt>
    <dgm:pt modelId="{944B67EE-540A-4C51-8880-2F8CDEE486A7}" type="sibTrans" cxnId="{8D0ADD18-CED2-4357-AE16-E6A2FF586736}">
      <dgm:prSet/>
      <dgm:spPr/>
      <dgm:t>
        <a:bodyPr/>
        <a:lstStyle/>
        <a:p>
          <a:endParaRPr lang="de-AT"/>
        </a:p>
      </dgm:t>
    </dgm:pt>
    <dgm:pt modelId="{529C7CB0-D9C3-45A8-A3EB-DEA15E1AA97E}">
      <dgm:prSet/>
      <dgm:spPr/>
      <dgm:t>
        <a:bodyPr/>
        <a:lstStyle/>
        <a:p>
          <a:pPr>
            <a:defRPr b="1"/>
          </a:pPr>
          <a:r>
            <a:rPr lang="en-US" dirty="0"/>
            <a:t>July 2022</a:t>
          </a:r>
        </a:p>
      </dgm:t>
    </dgm:pt>
    <dgm:pt modelId="{E48A850B-BC48-4696-BEA7-BBAB6394FC56}" type="parTrans" cxnId="{1367926C-E573-40BA-869A-EC1AC14F76D5}">
      <dgm:prSet/>
      <dgm:spPr/>
      <dgm:t>
        <a:bodyPr/>
        <a:lstStyle/>
        <a:p>
          <a:endParaRPr lang="de-AT"/>
        </a:p>
      </dgm:t>
    </dgm:pt>
    <dgm:pt modelId="{2DA97CE7-6B02-4B67-A1C1-FD75E87C672C}" type="sibTrans" cxnId="{1367926C-E573-40BA-869A-EC1AC14F76D5}">
      <dgm:prSet/>
      <dgm:spPr/>
      <dgm:t>
        <a:bodyPr/>
        <a:lstStyle/>
        <a:p>
          <a:endParaRPr lang="de-AT"/>
        </a:p>
      </dgm:t>
    </dgm:pt>
    <dgm:pt modelId="{B0D25601-5477-46E1-9E62-62082051C780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1CE36720-35AB-4F22-88DC-9F71B1522C83}" type="parTrans" cxnId="{538C3BA1-8F52-4D0A-860C-A9AC4C6B6F0A}">
      <dgm:prSet/>
      <dgm:spPr/>
      <dgm:t>
        <a:bodyPr/>
        <a:lstStyle/>
        <a:p>
          <a:endParaRPr lang="de-AT"/>
        </a:p>
      </dgm:t>
    </dgm:pt>
    <dgm:pt modelId="{A49BACFE-5FAD-4CFF-A2A0-AC5C9D3C247B}" type="sibTrans" cxnId="{538C3BA1-8F52-4D0A-860C-A9AC4C6B6F0A}">
      <dgm:prSet/>
      <dgm:spPr/>
      <dgm:t>
        <a:bodyPr/>
        <a:lstStyle/>
        <a:p>
          <a:endParaRPr lang="de-AT"/>
        </a:p>
      </dgm:t>
    </dgm:pt>
    <dgm:pt modelId="{94DCEBA8-66B0-4863-BA1C-D5BA7253C2ED}">
      <dgm:prSet/>
      <dgm:spPr/>
      <dgm:t>
        <a:bodyPr/>
        <a:lstStyle/>
        <a:p>
          <a:pPr>
            <a:defRPr b="1"/>
          </a:pPr>
          <a:r>
            <a:rPr lang="en-US" dirty="0"/>
            <a:t>August 2022</a:t>
          </a:r>
        </a:p>
      </dgm:t>
    </dgm:pt>
    <dgm:pt modelId="{DE407D70-1CE0-4F01-903C-37C752A1798D}" type="parTrans" cxnId="{AA67D21F-C6E4-4777-952B-58D3011E2042}">
      <dgm:prSet/>
      <dgm:spPr/>
      <dgm:t>
        <a:bodyPr/>
        <a:lstStyle/>
        <a:p>
          <a:endParaRPr lang="de-AT"/>
        </a:p>
      </dgm:t>
    </dgm:pt>
    <dgm:pt modelId="{D9B72494-9E04-40DD-B44A-A276E91FF9AD}" type="sibTrans" cxnId="{AA67D21F-C6E4-4777-952B-58D3011E2042}">
      <dgm:prSet/>
      <dgm:spPr/>
      <dgm:t>
        <a:bodyPr/>
        <a:lstStyle/>
        <a:p>
          <a:endParaRPr lang="de-AT"/>
        </a:p>
      </dgm:t>
    </dgm:pt>
    <dgm:pt modelId="{AD89307C-ADC2-4848-A8EF-04C0DC6A9383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DDA2F466-F57B-4BAB-B700-06E13725E87A}" type="parTrans" cxnId="{A0E63B55-4FE7-4CA7-9931-2AEC33C6436B}">
      <dgm:prSet/>
      <dgm:spPr/>
      <dgm:t>
        <a:bodyPr/>
        <a:lstStyle/>
        <a:p>
          <a:endParaRPr lang="de-AT"/>
        </a:p>
      </dgm:t>
    </dgm:pt>
    <dgm:pt modelId="{9C66E62D-DA53-4F4B-B834-4C9209FB44DC}" type="sibTrans" cxnId="{A0E63B55-4FE7-4CA7-9931-2AEC33C6436B}">
      <dgm:prSet/>
      <dgm:spPr/>
      <dgm:t>
        <a:bodyPr/>
        <a:lstStyle/>
        <a:p>
          <a:endParaRPr lang="de-AT"/>
        </a:p>
      </dgm:t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FCA0F3EE-426B-4C2B-A973-EA1F3DC77296}" type="pres">
      <dgm:prSet presAssocID="{E43CE3B7-6A60-46B3-9A00-D5CAF9C50FFF}" presName="composite" presStyleCnt="0"/>
      <dgm:spPr/>
    </dgm:pt>
    <dgm:pt modelId="{885BA4A0-0C3E-4450-AEBD-DA3CC7F509A3}" type="pres">
      <dgm:prSet presAssocID="{E43CE3B7-6A60-46B3-9A00-D5CAF9C50FFF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6C2934A8-A116-4EA5-9C46-26958780F06F}" type="pres">
      <dgm:prSet presAssocID="{E43CE3B7-6A60-46B3-9A00-D5CAF9C50FFF}" presName="DropPinPlaceHolder" presStyleCnt="0"/>
      <dgm:spPr/>
    </dgm:pt>
    <dgm:pt modelId="{05234C01-AE9E-48B7-97B9-C07942521618}" type="pres">
      <dgm:prSet presAssocID="{E43CE3B7-6A60-46B3-9A00-D5CAF9C50FFF}" presName="DropPin" presStyleLbl="alignNode1" presStyleIdx="0" presStyleCnt="3"/>
      <dgm:spPr/>
    </dgm:pt>
    <dgm:pt modelId="{CC643CF2-C2CD-4813-B5BD-5ED821C257CA}" type="pres">
      <dgm:prSet presAssocID="{E43CE3B7-6A60-46B3-9A00-D5CAF9C50FFF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06D2EC2C-58C6-47F5-9FEA-8D995F145F62}" type="pres">
      <dgm:prSet presAssocID="{E43CE3B7-6A60-46B3-9A00-D5CAF9C50FFF}" presName="L2TextContainer" presStyleLbl="revTx" presStyleIdx="0" presStyleCnt="6">
        <dgm:presLayoutVars>
          <dgm:bulletEnabled val="1"/>
        </dgm:presLayoutVars>
      </dgm:prSet>
      <dgm:spPr/>
    </dgm:pt>
    <dgm:pt modelId="{ADFC3A27-A7A3-4F05-B17E-15983ED02455}" type="pres">
      <dgm:prSet presAssocID="{E43CE3B7-6A60-46B3-9A00-D5CAF9C50FFF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362F472C-BBDF-403E-B788-5B116B33C602}" type="pres">
      <dgm:prSet presAssocID="{E43CE3B7-6A60-46B3-9A00-D5CAF9C50FFF}" presName="ConnectLine" presStyleLbl="sibTrans1D1" presStyleIdx="0" presStyleCnt="3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416BAF68-EB18-4721-835B-F1C1BC3C4791}" type="pres">
      <dgm:prSet presAssocID="{E43CE3B7-6A60-46B3-9A00-D5CAF9C50FFF}" presName="EmptyPlaceHolder" presStyleCnt="0"/>
      <dgm:spPr/>
    </dgm:pt>
    <dgm:pt modelId="{F32E7BC9-DA26-42E8-8F0A-717001A59FB1}" type="pres">
      <dgm:prSet presAssocID="{22904D22-B9AA-42A9-91F2-014B9D388DCB}" presName="spaceBetweenRectangles" presStyleCnt="0"/>
      <dgm:spPr/>
    </dgm:pt>
    <dgm:pt modelId="{1D6BC5E4-7E24-45DF-9BDD-426083B68693}" type="pres">
      <dgm:prSet presAssocID="{529C7CB0-D9C3-45A8-A3EB-DEA15E1AA97E}" presName="composite" presStyleCnt="0"/>
      <dgm:spPr/>
    </dgm:pt>
    <dgm:pt modelId="{D383909C-1BEA-4B20-948C-5DC1FEA6EE8C}" type="pres">
      <dgm:prSet presAssocID="{529C7CB0-D9C3-45A8-A3EB-DEA15E1AA97E}" presName="ConnectorPoint" presStyleLbl="lnNode1" presStyleIdx="1" presStyleCnt="3"/>
      <dgm:spPr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BA6A8D49-F735-4D6F-92CD-3F68EF759456}" type="pres">
      <dgm:prSet presAssocID="{529C7CB0-D9C3-45A8-A3EB-DEA15E1AA97E}" presName="DropPinPlaceHolder" presStyleCnt="0"/>
      <dgm:spPr/>
    </dgm:pt>
    <dgm:pt modelId="{D5CA5FA0-4214-4294-9AB4-3643DA406D2E}" type="pres">
      <dgm:prSet presAssocID="{529C7CB0-D9C3-45A8-A3EB-DEA15E1AA97E}" presName="DropPin" presStyleLbl="alignNode1" presStyleIdx="1" presStyleCnt="3"/>
      <dgm:spPr/>
    </dgm:pt>
    <dgm:pt modelId="{5DAD6603-4D10-457F-9BE8-936DE0DAB1E7}" type="pres">
      <dgm:prSet presAssocID="{529C7CB0-D9C3-45A8-A3EB-DEA15E1AA97E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DC904B01-D279-4CCB-9348-B5EE7A2AB154}" type="pres">
      <dgm:prSet presAssocID="{529C7CB0-D9C3-45A8-A3EB-DEA15E1AA97E}" presName="L2TextContainer" presStyleLbl="revTx" presStyleIdx="2" presStyleCnt="6">
        <dgm:presLayoutVars>
          <dgm:bulletEnabled val="1"/>
        </dgm:presLayoutVars>
      </dgm:prSet>
      <dgm:spPr/>
    </dgm:pt>
    <dgm:pt modelId="{082FBA52-898C-4F2C-87E7-A54691FC3C59}" type="pres">
      <dgm:prSet presAssocID="{529C7CB0-D9C3-45A8-A3EB-DEA15E1AA97E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13BED41A-C97D-4171-B8D4-76261F0FCEA2}" type="pres">
      <dgm:prSet presAssocID="{529C7CB0-D9C3-45A8-A3EB-DEA15E1AA97E}" presName="ConnectLine" presStyleLbl="sibTrans1D1" presStyleIdx="1" presStyleCnt="3"/>
      <dgm:spPr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gm:spPr>
    </dgm:pt>
    <dgm:pt modelId="{65CCD928-2748-4751-B7E5-23C9A956DF87}" type="pres">
      <dgm:prSet presAssocID="{529C7CB0-D9C3-45A8-A3EB-DEA15E1AA97E}" presName="EmptyPlaceHolder" presStyleCnt="0"/>
      <dgm:spPr/>
    </dgm:pt>
    <dgm:pt modelId="{D0E70777-83CA-4B64-AA36-622B51AB95C9}" type="pres">
      <dgm:prSet presAssocID="{2DA97CE7-6B02-4B67-A1C1-FD75E87C672C}" presName="spaceBetweenRectangles" presStyleCnt="0"/>
      <dgm:spPr/>
    </dgm:pt>
    <dgm:pt modelId="{3D00CFE4-FDE9-4944-A78F-7CCBDD2DADA3}" type="pres">
      <dgm:prSet presAssocID="{94DCEBA8-66B0-4863-BA1C-D5BA7253C2ED}" presName="composite" presStyleCnt="0"/>
      <dgm:spPr/>
    </dgm:pt>
    <dgm:pt modelId="{D2087425-04A9-48FD-8B64-6AFAA1D83997}" type="pres">
      <dgm:prSet presAssocID="{94DCEBA8-66B0-4863-BA1C-D5BA7253C2ED}" presName="ConnectorPoint" presStyleLbl="lnNode1" presStyleIdx="2" presStyleCnt="3"/>
      <dgm:spPr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F038E0D2-1CF0-42DA-87BA-CDD11FDAB57B}" type="pres">
      <dgm:prSet presAssocID="{94DCEBA8-66B0-4863-BA1C-D5BA7253C2ED}" presName="DropPinPlaceHolder" presStyleCnt="0"/>
      <dgm:spPr/>
    </dgm:pt>
    <dgm:pt modelId="{9AB8CBA1-50BC-4C69-B798-BADCEE148E47}" type="pres">
      <dgm:prSet presAssocID="{94DCEBA8-66B0-4863-BA1C-D5BA7253C2ED}" presName="DropPin" presStyleLbl="alignNode1" presStyleIdx="2" presStyleCnt="3"/>
      <dgm:spPr/>
    </dgm:pt>
    <dgm:pt modelId="{926916B9-3DA2-4EC9-BB2E-C491D41A2583}" type="pres">
      <dgm:prSet presAssocID="{94DCEBA8-66B0-4863-BA1C-D5BA7253C2ED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4FCAC155-D397-4186-9EAC-07705D979B3E}" type="pres">
      <dgm:prSet presAssocID="{94DCEBA8-66B0-4863-BA1C-D5BA7253C2ED}" presName="L2TextContainer" presStyleLbl="revTx" presStyleIdx="4" presStyleCnt="6">
        <dgm:presLayoutVars>
          <dgm:bulletEnabled val="1"/>
        </dgm:presLayoutVars>
      </dgm:prSet>
      <dgm:spPr/>
    </dgm:pt>
    <dgm:pt modelId="{ABCF5268-EE42-4C59-970A-548DE473E348}" type="pres">
      <dgm:prSet presAssocID="{94DCEBA8-66B0-4863-BA1C-D5BA7253C2ED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66B07F43-D12A-4C49-BB05-8681AC32EEB3}" type="pres">
      <dgm:prSet presAssocID="{94DCEBA8-66B0-4863-BA1C-D5BA7253C2ED}" presName="ConnectLine" presStyleLbl="sibTrans1D1" presStyleIdx="2" presStyleCnt="3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EA31055D-DEB0-419C-A0F3-36ED9F4747B3}" type="pres">
      <dgm:prSet presAssocID="{94DCEBA8-66B0-4863-BA1C-D5BA7253C2ED}" presName="EmptyPlaceHolder" presStyleCnt="0"/>
      <dgm:spPr/>
    </dgm:pt>
  </dgm:ptLst>
  <dgm:cxnLst>
    <dgm:cxn modelId="{53130413-2F65-4F29-A481-4FF9A3F98378}" type="presOf" srcId="{529C7CB0-D9C3-45A8-A3EB-DEA15E1AA97E}" destId="{082FBA52-898C-4F2C-87E7-A54691FC3C59}" srcOrd="0" destOrd="0" presId="urn:microsoft.com/office/officeart/2017/3/layout/DropPinTimeline"/>
    <dgm:cxn modelId="{8D0ADD18-CED2-4357-AE16-E6A2FF586736}" srcId="{E43CE3B7-6A60-46B3-9A00-D5CAF9C50FFF}" destId="{8764BF69-8FAE-4E9F-9C2E-419E5E750722}" srcOrd="0" destOrd="0" parTransId="{4C666E9E-5FB1-4E08-B548-6FDEEA26D148}" sibTransId="{944B67EE-540A-4C51-8880-2F8CDEE486A7}"/>
    <dgm:cxn modelId="{AA67D21F-C6E4-4777-952B-58D3011E2042}" srcId="{6E93DE44-4E4A-4C9A-95E4-2181834F7975}" destId="{94DCEBA8-66B0-4863-BA1C-D5BA7253C2ED}" srcOrd="2" destOrd="0" parTransId="{DE407D70-1CE0-4F01-903C-37C752A1798D}" sibTransId="{D9B72494-9E04-40DD-B44A-A276E91FF9AD}"/>
    <dgm:cxn modelId="{F4F4593A-D3F8-4912-98AA-27E382B4A89D}" type="presOf" srcId="{AD89307C-ADC2-4848-A8EF-04C0DC6A9383}" destId="{4FCAC155-D397-4186-9EAC-07705D979B3E}" srcOrd="0" destOrd="0" presId="urn:microsoft.com/office/officeart/2017/3/layout/DropPinTimeline"/>
    <dgm:cxn modelId="{9D30804B-44AB-40D9-B09E-2EF54B96D364}" type="presOf" srcId="{94DCEBA8-66B0-4863-BA1C-D5BA7253C2ED}" destId="{ABCF5268-EE42-4C59-970A-548DE473E348}" srcOrd="0" destOrd="0" presId="urn:microsoft.com/office/officeart/2017/3/layout/DropPinTimeline"/>
    <dgm:cxn modelId="{1367926C-E573-40BA-869A-EC1AC14F76D5}" srcId="{6E93DE44-4E4A-4C9A-95E4-2181834F7975}" destId="{529C7CB0-D9C3-45A8-A3EB-DEA15E1AA97E}" srcOrd="1" destOrd="0" parTransId="{E48A850B-BC48-4696-BEA7-BBAB6394FC56}" sibTransId="{2DA97CE7-6B02-4B67-A1C1-FD75E87C672C}"/>
    <dgm:cxn modelId="{A0E63B55-4FE7-4CA7-9931-2AEC33C6436B}" srcId="{94DCEBA8-66B0-4863-BA1C-D5BA7253C2ED}" destId="{AD89307C-ADC2-4848-A8EF-04C0DC6A9383}" srcOrd="0" destOrd="0" parTransId="{DDA2F466-F57B-4BAB-B700-06E13725E87A}" sibTransId="{9C66E62D-DA53-4F4B-B834-4C9209FB44DC}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FB960F85-DDDC-47BB-AC5D-3BB6A8B7B8F5}" type="presOf" srcId="{B0D25601-5477-46E1-9E62-62082051C780}" destId="{DC904B01-D279-4CCB-9348-B5EE7A2AB154}" srcOrd="0" destOrd="0" presId="urn:microsoft.com/office/officeart/2017/3/layout/DropPinTimeline"/>
    <dgm:cxn modelId="{8D776288-986A-4663-8FA9-5089D63927EA}" srcId="{6E93DE44-4E4A-4C9A-95E4-2181834F7975}" destId="{E43CE3B7-6A60-46B3-9A00-D5CAF9C50FFF}" srcOrd="0" destOrd="0" parTransId="{50CC0C40-2124-4C36-BEF9-606EE0F6BA3B}" sibTransId="{22904D22-B9AA-42A9-91F2-014B9D388DCB}"/>
    <dgm:cxn modelId="{69BCB093-A6FA-4285-9647-2A1C666E5AA2}" type="presOf" srcId="{8764BF69-8FAE-4E9F-9C2E-419E5E750722}" destId="{06D2EC2C-58C6-47F5-9FEA-8D995F145F62}" srcOrd="0" destOrd="0" presId="urn:microsoft.com/office/officeart/2017/3/layout/DropPinTimeline"/>
    <dgm:cxn modelId="{538C3BA1-8F52-4D0A-860C-A9AC4C6B6F0A}" srcId="{529C7CB0-D9C3-45A8-A3EB-DEA15E1AA97E}" destId="{B0D25601-5477-46E1-9E62-62082051C780}" srcOrd="0" destOrd="0" parTransId="{1CE36720-35AB-4F22-88DC-9F71B1522C83}" sibTransId="{A49BACFE-5FAD-4CFF-A2A0-AC5C9D3C247B}"/>
    <dgm:cxn modelId="{C4141EC8-6504-4506-8539-271748AA5D5C}" type="presOf" srcId="{E43CE3B7-6A60-46B3-9A00-D5CAF9C50FFF}" destId="{ADFC3A27-A7A3-4F05-B17E-15983ED02455}" srcOrd="0" destOrd="0" presId="urn:microsoft.com/office/officeart/2017/3/layout/DropPinTimeline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DF6589D2-F119-4945-AEBD-5D451FD5105E}" type="presParOf" srcId="{A76CF17B-42DA-4154-BC58-6F58196E6904}" destId="{FCA0F3EE-426B-4C2B-A973-EA1F3DC77296}" srcOrd="0" destOrd="0" presId="urn:microsoft.com/office/officeart/2017/3/layout/DropPinTimeline"/>
    <dgm:cxn modelId="{E794DCCE-6B8B-400E-B089-FA44E8FBBA16}" type="presParOf" srcId="{FCA0F3EE-426B-4C2B-A973-EA1F3DC77296}" destId="{885BA4A0-0C3E-4450-AEBD-DA3CC7F509A3}" srcOrd="0" destOrd="0" presId="urn:microsoft.com/office/officeart/2017/3/layout/DropPinTimeline"/>
    <dgm:cxn modelId="{33AE2A2E-82DF-45C0-8142-5F3218A67855}" type="presParOf" srcId="{FCA0F3EE-426B-4C2B-A973-EA1F3DC77296}" destId="{6C2934A8-A116-4EA5-9C46-26958780F06F}" srcOrd="1" destOrd="0" presId="urn:microsoft.com/office/officeart/2017/3/layout/DropPinTimeline"/>
    <dgm:cxn modelId="{F73881E9-876A-41F2-BAC6-AF0977E5D09A}" type="presParOf" srcId="{6C2934A8-A116-4EA5-9C46-26958780F06F}" destId="{05234C01-AE9E-48B7-97B9-C07942521618}" srcOrd="0" destOrd="0" presId="urn:microsoft.com/office/officeart/2017/3/layout/DropPinTimeline"/>
    <dgm:cxn modelId="{BABCD2D3-0CCD-4444-A419-5A4CA7859851}" type="presParOf" srcId="{6C2934A8-A116-4EA5-9C46-26958780F06F}" destId="{CC643CF2-C2CD-4813-B5BD-5ED821C257CA}" srcOrd="1" destOrd="0" presId="urn:microsoft.com/office/officeart/2017/3/layout/DropPinTimeline"/>
    <dgm:cxn modelId="{98FC4C36-D602-469A-8E22-41D3F8F0061C}" type="presParOf" srcId="{FCA0F3EE-426B-4C2B-A973-EA1F3DC77296}" destId="{06D2EC2C-58C6-47F5-9FEA-8D995F145F62}" srcOrd="2" destOrd="0" presId="urn:microsoft.com/office/officeart/2017/3/layout/DropPinTimeline"/>
    <dgm:cxn modelId="{2D999684-CC71-46DF-BDE5-DE7C294136A9}" type="presParOf" srcId="{FCA0F3EE-426B-4C2B-A973-EA1F3DC77296}" destId="{ADFC3A27-A7A3-4F05-B17E-15983ED02455}" srcOrd="3" destOrd="0" presId="urn:microsoft.com/office/officeart/2017/3/layout/DropPinTimeline"/>
    <dgm:cxn modelId="{242EB5C0-C5EE-46EC-9605-28960A06E2B1}" type="presParOf" srcId="{FCA0F3EE-426B-4C2B-A973-EA1F3DC77296}" destId="{362F472C-BBDF-403E-B788-5B116B33C602}" srcOrd="4" destOrd="0" presId="urn:microsoft.com/office/officeart/2017/3/layout/DropPinTimeline"/>
    <dgm:cxn modelId="{DF4E3A8D-D04F-43FB-B305-4C81FBE7F59B}" type="presParOf" srcId="{FCA0F3EE-426B-4C2B-A973-EA1F3DC77296}" destId="{416BAF68-EB18-4721-835B-F1C1BC3C4791}" srcOrd="5" destOrd="0" presId="urn:microsoft.com/office/officeart/2017/3/layout/DropPinTimeline"/>
    <dgm:cxn modelId="{9102C299-867D-431F-B159-4EA6872555DC}" type="presParOf" srcId="{A76CF17B-42DA-4154-BC58-6F58196E6904}" destId="{F32E7BC9-DA26-42E8-8F0A-717001A59FB1}" srcOrd="1" destOrd="0" presId="urn:microsoft.com/office/officeart/2017/3/layout/DropPinTimeline"/>
    <dgm:cxn modelId="{2DE0A5B1-179A-4556-8BB7-EF0514A8D639}" type="presParOf" srcId="{A76CF17B-42DA-4154-BC58-6F58196E6904}" destId="{1D6BC5E4-7E24-45DF-9BDD-426083B68693}" srcOrd="2" destOrd="0" presId="urn:microsoft.com/office/officeart/2017/3/layout/DropPinTimeline"/>
    <dgm:cxn modelId="{6442289B-1716-4E27-8531-6E09FF818F8F}" type="presParOf" srcId="{1D6BC5E4-7E24-45DF-9BDD-426083B68693}" destId="{D383909C-1BEA-4B20-948C-5DC1FEA6EE8C}" srcOrd="0" destOrd="0" presId="urn:microsoft.com/office/officeart/2017/3/layout/DropPinTimeline"/>
    <dgm:cxn modelId="{56AF5DAD-D94C-4D0D-9D9F-C8A53A0AE0A5}" type="presParOf" srcId="{1D6BC5E4-7E24-45DF-9BDD-426083B68693}" destId="{BA6A8D49-F735-4D6F-92CD-3F68EF759456}" srcOrd="1" destOrd="0" presId="urn:microsoft.com/office/officeart/2017/3/layout/DropPinTimeline"/>
    <dgm:cxn modelId="{5D179449-F9ED-4BFA-B47F-EF1577F31DBD}" type="presParOf" srcId="{BA6A8D49-F735-4D6F-92CD-3F68EF759456}" destId="{D5CA5FA0-4214-4294-9AB4-3643DA406D2E}" srcOrd="0" destOrd="0" presId="urn:microsoft.com/office/officeart/2017/3/layout/DropPinTimeline"/>
    <dgm:cxn modelId="{CA5AF618-287E-4407-BBF5-6DCE46814314}" type="presParOf" srcId="{BA6A8D49-F735-4D6F-92CD-3F68EF759456}" destId="{5DAD6603-4D10-457F-9BE8-936DE0DAB1E7}" srcOrd="1" destOrd="0" presId="urn:microsoft.com/office/officeart/2017/3/layout/DropPinTimeline"/>
    <dgm:cxn modelId="{63C91405-AEC4-497F-BD42-8F84837632EC}" type="presParOf" srcId="{1D6BC5E4-7E24-45DF-9BDD-426083B68693}" destId="{DC904B01-D279-4CCB-9348-B5EE7A2AB154}" srcOrd="2" destOrd="0" presId="urn:microsoft.com/office/officeart/2017/3/layout/DropPinTimeline"/>
    <dgm:cxn modelId="{A0E3811C-30D2-47C5-A026-D21F76CF30A6}" type="presParOf" srcId="{1D6BC5E4-7E24-45DF-9BDD-426083B68693}" destId="{082FBA52-898C-4F2C-87E7-A54691FC3C59}" srcOrd="3" destOrd="0" presId="urn:microsoft.com/office/officeart/2017/3/layout/DropPinTimeline"/>
    <dgm:cxn modelId="{790B9B88-BE4B-428A-8B5D-707623346A7C}" type="presParOf" srcId="{1D6BC5E4-7E24-45DF-9BDD-426083B68693}" destId="{13BED41A-C97D-4171-B8D4-76261F0FCEA2}" srcOrd="4" destOrd="0" presId="urn:microsoft.com/office/officeart/2017/3/layout/DropPinTimeline"/>
    <dgm:cxn modelId="{CECC1565-F957-4E0B-9753-BB20729333AE}" type="presParOf" srcId="{1D6BC5E4-7E24-45DF-9BDD-426083B68693}" destId="{65CCD928-2748-4751-B7E5-23C9A956DF87}" srcOrd="5" destOrd="0" presId="urn:microsoft.com/office/officeart/2017/3/layout/DropPinTimeline"/>
    <dgm:cxn modelId="{D3A206FD-C551-4FFA-AFA9-A9AD1EDE3956}" type="presParOf" srcId="{A76CF17B-42DA-4154-BC58-6F58196E6904}" destId="{D0E70777-83CA-4B64-AA36-622B51AB95C9}" srcOrd="3" destOrd="0" presId="urn:microsoft.com/office/officeart/2017/3/layout/DropPinTimeline"/>
    <dgm:cxn modelId="{3726A17A-1713-459C-B8D8-A3B2BA42C68C}" type="presParOf" srcId="{A76CF17B-42DA-4154-BC58-6F58196E6904}" destId="{3D00CFE4-FDE9-4944-A78F-7CCBDD2DADA3}" srcOrd="4" destOrd="0" presId="urn:microsoft.com/office/officeart/2017/3/layout/DropPinTimeline"/>
    <dgm:cxn modelId="{DF80A040-79A5-406C-8C44-B237DDCD2B29}" type="presParOf" srcId="{3D00CFE4-FDE9-4944-A78F-7CCBDD2DADA3}" destId="{D2087425-04A9-48FD-8B64-6AFAA1D83997}" srcOrd="0" destOrd="0" presId="urn:microsoft.com/office/officeart/2017/3/layout/DropPinTimeline"/>
    <dgm:cxn modelId="{725708A4-7A0B-4F2F-A9B0-3AABF6D65D5E}" type="presParOf" srcId="{3D00CFE4-FDE9-4944-A78F-7CCBDD2DADA3}" destId="{F038E0D2-1CF0-42DA-87BA-CDD11FDAB57B}" srcOrd="1" destOrd="0" presId="urn:microsoft.com/office/officeart/2017/3/layout/DropPinTimeline"/>
    <dgm:cxn modelId="{82951F53-8EAB-419F-B04A-EAF6734CFBAD}" type="presParOf" srcId="{F038E0D2-1CF0-42DA-87BA-CDD11FDAB57B}" destId="{9AB8CBA1-50BC-4C69-B798-BADCEE148E47}" srcOrd="0" destOrd="0" presId="urn:microsoft.com/office/officeart/2017/3/layout/DropPinTimeline"/>
    <dgm:cxn modelId="{5577140F-C8DD-4A2B-99E7-F2907D635C04}" type="presParOf" srcId="{F038E0D2-1CF0-42DA-87BA-CDD11FDAB57B}" destId="{926916B9-3DA2-4EC9-BB2E-C491D41A2583}" srcOrd="1" destOrd="0" presId="urn:microsoft.com/office/officeart/2017/3/layout/DropPinTimeline"/>
    <dgm:cxn modelId="{4AE511A1-87D6-430E-A8E3-DE7D2C17A1A5}" type="presParOf" srcId="{3D00CFE4-FDE9-4944-A78F-7CCBDD2DADA3}" destId="{4FCAC155-D397-4186-9EAC-07705D979B3E}" srcOrd="2" destOrd="0" presId="urn:microsoft.com/office/officeart/2017/3/layout/DropPinTimeline"/>
    <dgm:cxn modelId="{C86CF56D-7406-46BF-A120-F8A11BCFD1E7}" type="presParOf" srcId="{3D00CFE4-FDE9-4944-A78F-7CCBDD2DADA3}" destId="{ABCF5268-EE42-4C59-970A-548DE473E348}" srcOrd="3" destOrd="0" presId="urn:microsoft.com/office/officeart/2017/3/layout/DropPinTimeline"/>
    <dgm:cxn modelId="{A00F345F-C0AF-447D-8F8C-13FE58E56A66}" type="presParOf" srcId="{3D00CFE4-FDE9-4944-A78F-7CCBDD2DADA3}" destId="{66B07F43-D12A-4C49-BB05-8681AC32EEB3}" srcOrd="4" destOrd="0" presId="urn:microsoft.com/office/officeart/2017/3/layout/DropPinTimeline"/>
    <dgm:cxn modelId="{B8A8AA4E-0ABB-467D-8DA1-5C0BAAE04D3C}" type="presParOf" srcId="{3D00CFE4-FDE9-4944-A78F-7CCBDD2DADA3}" destId="{EA31055D-DEB0-419C-A0F3-36ED9F4747B3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234C01-AE9E-48B7-97B9-C07942521618}">
      <dsp:nvSpPr>
        <dsp:cNvPr id="0" name=""/>
        <dsp:cNvSpPr/>
      </dsp:nvSpPr>
      <dsp:spPr>
        <a:xfrm rot="8100000">
          <a:off x="49893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643CF2-C2CD-4813-B5BD-5ED821C257CA}">
      <dsp:nvSpPr>
        <dsp:cNvPr id="0" name=""/>
        <dsp:cNvSpPr/>
      </dsp:nvSpPr>
      <dsp:spPr>
        <a:xfrm>
          <a:off x="75191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2EC2C-58C6-47F5-9FEA-8D995F145F62}">
      <dsp:nvSpPr>
        <dsp:cNvPr id="0" name=""/>
        <dsp:cNvSpPr/>
      </dsp:nvSpPr>
      <dsp:spPr>
        <a:xfrm>
          <a:off x="324780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500" b="0" i="0" kern="1200" dirty="0" err="1"/>
            <a:t>MSBuild</a:t>
          </a:r>
          <a:r>
            <a:rPr lang="de-AT" sz="1500" b="0" i="0" kern="1200" dirty="0"/>
            <a:t> 2022 After Party @ </a:t>
          </a:r>
          <a:r>
            <a:rPr lang="de-AT" sz="1500" b="0" i="0" kern="1200" dirty="0" err="1"/>
            <a:t>Tietoevry</a:t>
          </a:r>
          <a:r>
            <a:rPr lang="de-AT" sz="1500" b="0" i="0" kern="1200" dirty="0"/>
            <a:t> &amp; Stream</a:t>
          </a:r>
          <a:endParaRPr lang="en-US" sz="1500" b="0" kern="1200" dirty="0"/>
        </a:p>
      </dsp:txBody>
      <dsp:txXfrm>
        <a:off x="324780" y="631714"/>
        <a:ext cx="4046815" cy="916604"/>
      </dsp:txXfrm>
    </dsp:sp>
    <dsp:sp modelId="{ADFC3A27-A7A3-4F05-B17E-15983ED02455}">
      <dsp:nvSpPr>
        <dsp:cNvPr id="0" name=""/>
        <dsp:cNvSpPr/>
      </dsp:nvSpPr>
      <dsp:spPr>
        <a:xfrm>
          <a:off x="324780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June 14th 2022</a:t>
          </a:r>
        </a:p>
      </dsp:txBody>
      <dsp:txXfrm>
        <a:off x="324780" y="309663"/>
        <a:ext cx="4046815" cy="322050"/>
      </dsp:txXfrm>
    </dsp:sp>
    <dsp:sp modelId="{362F472C-BBDF-403E-B788-5B116B33C602}">
      <dsp:nvSpPr>
        <dsp:cNvPr id="0" name=""/>
        <dsp:cNvSpPr/>
      </dsp:nvSpPr>
      <dsp:spPr>
        <a:xfrm>
          <a:off x="163755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5BA4A0-0C3E-4450-AEBD-DA3CC7F509A3}">
      <dsp:nvSpPr>
        <dsp:cNvPr id="0" name=""/>
        <dsp:cNvSpPr/>
      </dsp:nvSpPr>
      <dsp:spPr>
        <a:xfrm>
          <a:off x="134293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A5FA0-4214-4294-9AB4-3643DA406D2E}">
      <dsp:nvSpPr>
        <dsp:cNvPr id="0" name=""/>
        <dsp:cNvSpPr/>
      </dsp:nvSpPr>
      <dsp:spPr>
        <a:xfrm rot="18900000">
          <a:off x="2480481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D6603-4D10-457F-9BE8-936DE0DAB1E7}">
      <dsp:nvSpPr>
        <dsp:cNvPr id="0" name=""/>
        <dsp:cNvSpPr/>
      </dsp:nvSpPr>
      <dsp:spPr>
        <a:xfrm>
          <a:off x="2505779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04B01-D279-4CCB-9348-B5EE7A2AB154}">
      <dsp:nvSpPr>
        <dsp:cNvPr id="0" name=""/>
        <dsp:cNvSpPr/>
      </dsp:nvSpPr>
      <dsp:spPr>
        <a:xfrm>
          <a:off x="2755368" y="1548318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2755368" y="1548318"/>
        <a:ext cx="4046815" cy="916604"/>
      </dsp:txXfrm>
    </dsp:sp>
    <dsp:sp modelId="{082FBA52-898C-4F2C-87E7-A54691FC3C59}">
      <dsp:nvSpPr>
        <dsp:cNvPr id="0" name=""/>
        <dsp:cNvSpPr/>
      </dsp:nvSpPr>
      <dsp:spPr>
        <a:xfrm>
          <a:off x="2755368" y="246492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July 2022</a:t>
          </a:r>
        </a:p>
      </dsp:txBody>
      <dsp:txXfrm>
        <a:off x="2755368" y="2464923"/>
        <a:ext cx="4046815" cy="322050"/>
      </dsp:txXfrm>
    </dsp:sp>
    <dsp:sp modelId="{13BED41A-C97D-4171-B8D4-76261F0FCEA2}">
      <dsp:nvSpPr>
        <dsp:cNvPr id="0" name=""/>
        <dsp:cNvSpPr/>
      </dsp:nvSpPr>
      <dsp:spPr>
        <a:xfrm>
          <a:off x="2594343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83909C-1BEA-4B20-948C-5DC1FEA6EE8C}">
      <dsp:nvSpPr>
        <dsp:cNvPr id="0" name=""/>
        <dsp:cNvSpPr/>
      </dsp:nvSpPr>
      <dsp:spPr>
        <a:xfrm>
          <a:off x="2564881" y="1519334"/>
          <a:ext cx="57969" cy="57969"/>
        </a:xfrm>
        <a:prstGeom prst="ellips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8CBA1-50BC-4C69-B798-BADCEE148E47}">
      <dsp:nvSpPr>
        <dsp:cNvPr id="0" name=""/>
        <dsp:cNvSpPr/>
      </dsp:nvSpPr>
      <dsp:spPr>
        <a:xfrm rot="8100000">
          <a:off x="4911069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916B9-3DA2-4EC9-BB2E-C491D41A2583}">
      <dsp:nvSpPr>
        <dsp:cNvPr id="0" name=""/>
        <dsp:cNvSpPr/>
      </dsp:nvSpPr>
      <dsp:spPr>
        <a:xfrm>
          <a:off x="4936367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CAC155-D397-4186-9EAC-07705D979B3E}">
      <dsp:nvSpPr>
        <dsp:cNvPr id="0" name=""/>
        <dsp:cNvSpPr/>
      </dsp:nvSpPr>
      <dsp:spPr>
        <a:xfrm>
          <a:off x="5185956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5185956" y="631714"/>
        <a:ext cx="4046815" cy="916604"/>
      </dsp:txXfrm>
    </dsp:sp>
    <dsp:sp modelId="{ABCF5268-EE42-4C59-970A-548DE473E348}">
      <dsp:nvSpPr>
        <dsp:cNvPr id="0" name=""/>
        <dsp:cNvSpPr/>
      </dsp:nvSpPr>
      <dsp:spPr>
        <a:xfrm>
          <a:off x="5185956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August 2022</a:t>
          </a:r>
        </a:p>
      </dsp:txBody>
      <dsp:txXfrm>
        <a:off x="5185956" y="309663"/>
        <a:ext cx="4046815" cy="322050"/>
      </dsp:txXfrm>
    </dsp:sp>
    <dsp:sp modelId="{66B07F43-D12A-4C49-BB05-8681AC32EEB3}">
      <dsp:nvSpPr>
        <dsp:cNvPr id="0" name=""/>
        <dsp:cNvSpPr/>
      </dsp:nvSpPr>
      <dsp:spPr>
        <a:xfrm>
          <a:off x="5024931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87425-04A9-48FD-8B64-6AFAA1D83997}">
      <dsp:nvSpPr>
        <dsp:cNvPr id="0" name=""/>
        <dsp:cNvSpPr/>
      </dsp:nvSpPr>
      <dsp:spPr>
        <a:xfrm>
          <a:off x="4995469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501">
              <a:defRPr/>
            </a:pPr>
            <a:fld id="{3F63EB8A-53A4-4077-8798-610E05BE84FE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501">
                <a:defRPr/>
              </a:pPr>
              <a:t>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r>
              <a:rPr lang="en-US"/>
              <a:t>https://github.com/dotnet-presentations/home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7784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08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05/31/2022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31-5-2022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meetup.com/dotnet-virtual-user-group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devs.at/sponsoring/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dotnetdevsaustria/topic-request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May </a:t>
            </a:r>
            <a:r>
              <a:rPr lang="en-AT" dirty="0"/>
              <a:t>202</a:t>
            </a:r>
            <a:r>
              <a:rPr lang="en-US" dirty="0"/>
              <a:t>2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7C5EEC4-3479-DD81-B2F8-222D6BC5A7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raffle?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/>
              <a:t>Type #jetbrains in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chat</a:t>
            </a:r>
            <a:endParaRPr lang="de-DE" sz="3600" dirty="0"/>
          </a:p>
          <a:p>
            <a:endParaRPr lang="de-AT" sz="3600" dirty="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A8EC3-01C5-453C-91A6-D01B9E15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A1D7546-68ED-4F66-AA8D-D04BEAD39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CFE8A66-699D-4E05-B8FC-C31AE461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124234B-D5D1-45F9-9B32-264F699BC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7A0B0249-AEB7-44A1-BEC3-A0C07E9E3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51D4BF9-284D-4B99-922C-BAB91FB2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33E9BD1-CC4F-4B4B-A413-92D6B1F0B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EAC6F4-CC14-4018-8EB7-80E98A207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0B54FFC-1F45-4851-B17E-27AA9F2AA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41D2D494-2435-4150-B9D3-974CD924E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919E1BB-9B82-4C97-919D-92ED3FFE6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F8ACC16-1243-4719-B21E-C286C1026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453E1702-AF03-4993-9127-D048E9314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B0A6365B-1292-4142-BA51-04BCB3D4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88DB0-AA52-4C53-BB17-0E605514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85" b="1"/>
          <a:stretch/>
        </p:blipFill>
        <p:spPr>
          <a:xfrm>
            <a:off x="796065" y="10"/>
            <a:ext cx="11395934" cy="6857990"/>
          </a:xfrm>
          <a:custGeom>
            <a:avLst/>
            <a:gdLst/>
            <a:ahLst/>
            <a:cxnLst/>
            <a:rect l="l" t="t" r="r" b="b"/>
            <a:pathLst>
              <a:path w="11395934" h="6858000">
                <a:moveTo>
                  <a:pt x="867942" y="0"/>
                </a:moveTo>
                <a:lnTo>
                  <a:pt x="1786638" y="0"/>
                </a:lnTo>
                <a:lnTo>
                  <a:pt x="11395934" y="0"/>
                </a:lnTo>
                <a:lnTo>
                  <a:pt x="11395934" y="6858000"/>
                </a:lnTo>
                <a:lnTo>
                  <a:pt x="1925619" y="6858000"/>
                </a:lnTo>
                <a:lnTo>
                  <a:pt x="1924311" y="6820097"/>
                </a:lnTo>
                <a:lnTo>
                  <a:pt x="1925076" y="6858000"/>
                </a:lnTo>
                <a:lnTo>
                  <a:pt x="1892647" y="6858000"/>
                </a:lnTo>
                <a:lnTo>
                  <a:pt x="0" y="5314276"/>
                </a:lnTo>
                <a:cubicBezTo>
                  <a:pt x="282142" y="3542851"/>
                  <a:pt x="585800" y="1771425"/>
                  <a:pt x="8679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232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Independent. Innovative. And always open source.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i="1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>
                <a:solidFill>
                  <a:schemeClr val="bg1"/>
                </a:solidFill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E1BE-6F7F-4D04-A5CC-45EB96F80AF7}"/>
              </a:ext>
            </a:extLst>
          </p:cNvPr>
          <p:cNvGrpSpPr/>
          <p:nvPr/>
        </p:nvGrpSpPr>
        <p:grpSpPr>
          <a:xfrm>
            <a:off x="2165722" y="2207172"/>
            <a:ext cx="9464670" cy="4007724"/>
            <a:chOff x="392256" y="1313872"/>
            <a:chExt cx="7890732" cy="33412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1C6565-4685-48C8-9C43-B8A4E6C3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256" y="1313872"/>
              <a:ext cx="7890732" cy="3341255"/>
            </a:xfrm>
            <a:prstGeom prst="rect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0076F-A3C2-49BC-AD15-176C795D910B}"/>
                </a:ext>
              </a:extLst>
            </p:cNvPr>
            <p:cNvSpPr txBox="1"/>
            <p:nvPr/>
          </p:nvSpPr>
          <p:spPr>
            <a:xfrm>
              <a:off x="3432356" y="3837229"/>
              <a:ext cx="4783546" cy="384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>
                  <a:hlinkClick r:id="rId4"/>
                </a:rPr>
                <a:t>meetup.com/dotnet-virtual-user-group</a:t>
              </a:r>
              <a:endParaRPr lang="en-US" sz="24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 virtual user groups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26DA-DE59-4AF6-B685-62B465E2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Plans for the Future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344D8-8688-474B-8A70-1ABAE72E4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have in-person events starting June 2022</a:t>
            </a:r>
          </a:p>
          <a:p>
            <a:r>
              <a:rPr lang="en-US" dirty="0"/>
              <a:t>It will be a hybrid event</a:t>
            </a:r>
          </a:p>
          <a:p>
            <a:pPr lvl="1"/>
            <a:r>
              <a:rPr lang="en-US" dirty="0"/>
              <a:t>On location</a:t>
            </a:r>
          </a:p>
          <a:p>
            <a:pPr lvl="1"/>
            <a:r>
              <a:rPr lang="en-US" dirty="0"/>
              <a:t>Per Stream</a:t>
            </a:r>
          </a:p>
          <a:p>
            <a:r>
              <a:rPr lang="en-US" dirty="0"/>
              <a:t>2G needed to enter Location</a:t>
            </a:r>
          </a:p>
          <a:p>
            <a:pPr lvl="1"/>
            <a:r>
              <a:rPr lang="en-US" dirty="0"/>
              <a:t>Info about Vaccination: https://www.oesterreich-impft.at/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42454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79"/>
            <a:ext cx="6942202" cy="4948253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Graphik Meetup"/>
              </a:rPr>
              <a:t>The Screenplay Pattern: Better Interactions for Better Automation </a:t>
            </a:r>
            <a:br>
              <a:rPr lang="en-US" b="1" i="0" dirty="0">
                <a:solidFill>
                  <a:srgbClr val="000000"/>
                </a:solidFill>
                <a:effectLst/>
                <a:latin typeface="Graphik Meetup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Graphik Meetup"/>
              </a:rPr>
            </a:br>
            <a:r>
              <a:rPr lang="en-US" sz="4400" dirty="0">
                <a:solidFill>
                  <a:srgbClr val="212121"/>
                </a:solidFill>
                <a:latin typeface="Graphik Meetup"/>
              </a:rPr>
              <a:t>by Andy Knight</a:t>
            </a: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GB" sz="7200" dirty="0"/>
              <a:t>Andy</a:t>
            </a:r>
            <a:r>
              <a:rPr lang="en-US" sz="7200" dirty="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F42E471-B04E-1AFB-61E4-1825F98FB7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70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F209-26DF-4FEC-9242-2AEB07C2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your company or you want to sponsor 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BF1E-66FA-44D0-B8D6-6D20760AB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2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677A-6F6D-4AB8-B7CA-90C29CD5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Talk with us</a:t>
            </a:r>
            <a:r>
              <a:rPr lang="en-AT" sz="7200"/>
              <a:t>!</a:t>
            </a:r>
            <a:endParaRPr lang="en-US" sz="7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60A8D-7D39-4747-8373-705E7003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575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/>
              <a:t>General Information: </a:t>
            </a:r>
          </a:p>
          <a:p>
            <a:pPr algn="ctr"/>
            <a:r>
              <a:rPr lang="en-US" sz="2400">
                <a:hlinkClick r:id="rId2"/>
              </a:rPr>
              <a:t>https://dotnetdevs.at/sponsoring/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3372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983701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Requested Topics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u</a:t>
            </a:r>
            <a:r>
              <a:rPr lang="de-AT"/>
              <a:t>t</a:t>
            </a:r>
            <a:r>
              <a:rPr lang="en-AT"/>
              <a:t>u</a:t>
            </a:r>
            <a:r>
              <a:rPr lang="de-AT"/>
              <a:t>r</a:t>
            </a:r>
            <a:r>
              <a:rPr lang="en-AT"/>
              <a:t>e </a:t>
            </a:r>
            <a:r>
              <a:rPr lang="de-AT"/>
              <a:t>M</a:t>
            </a:r>
            <a:r>
              <a:rPr lang="en-AT"/>
              <a:t>e</a:t>
            </a:r>
            <a:r>
              <a:rPr lang="de-AT"/>
              <a:t>e</a:t>
            </a:r>
            <a:r>
              <a:rPr lang="en-AT"/>
              <a:t>t</a:t>
            </a:r>
            <a:r>
              <a:rPr lang="de-AT"/>
              <a:t>u</a:t>
            </a:r>
            <a:r>
              <a:rPr lang="en-AT"/>
              <a:t>p</a:t>
            </a:r>
            <a:r>
              <a:rPr lang="de-AT"/>
              <a:t>s</a:t>
            </a:r>
            <a:r>
              <a:rPr lang="en-US"/>
              <a:t>: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AT" dirty="0"/>
              <a:t>B</a:t>
            </a:r>
            <a:r>
              <a:rPr lang="en-AT" dirty="0"/>
              <a:t>l</a:t>
            </a:r>
            <a:r>
              <a:rPr lang="de-AT" dirty="0"/>
              <a:t>a</a:t>
            </a:r>
            <a:r>
              <a:rPr lang="en-AT" dirty="0"/>
              <a:t>z</a:t>
            </a:r>
            <a:r>
              <a:rPr lang="de-AT" dirty="0"/>
              <a:t>o</a:t>
            </a:r>
            <a:r>
              <a:rPr lang="en-AT" dirty="0"/>
              <a:t>r</a:t>
            </a:r>
          </a:p>
          <a:p>
            <a:r>
              <a:rPr lang="en-AT" dirty="0"/>
              <a:t>Paket</a:t>
            </a:r>
          </a:p>
          <a:p>
            <a:r>
              <a:rPr lang="de-AT" dirty="0"/>
              <a:t>N</a:t>
            </a:r>
            <a:r>
              <a:rPr lang="en-AT" dirty="0"/>
              <a:t>odaTime</a:t>
            </a:r>
          </a:p>
          <a:p>
            <a:r>
              <a:rPr lang="en-AT" dirty="0"/>
              <a:t>...</a:t>
            </a:r>
          </a:p>
          <a:p>
            <a:pPr marL="0" indent="0">
              <a:buNone/>
            </a:pPr>
            <a:endParaRPr lang="en-AT" dirty="0"/>
          </a:p>
          <a:p>
            <a:pPr marL="0" indent="0">
              <a:buNone/>
            </a:pPr>
            <a:r>
              <a:rPr lang="de-AT" dirty="0"/>
              <a:t>A</a:t>
            </a:r>
            <a:r>
              <a:rPr lang="en-AT" dirty="0"/>
              <a:t>l</a:t>
            </a:r>
            <a:r>
              <a:rPr lang="de-AT" dirty="0"/>
              <a:t>l</a:t>
            </a:r>
            <a:r>
              <a:rPr lang="en-AT" dirty="0"/>
              <a:t> </a:t>
            </a:r>
            <a:r>
              <a:rPr lang="de-AT" dirty="0"/>
              <a:t>u</a:t>
            </a:r>
            <a:r>
              <a:rPr lang="en-AT" dirty="0"/>
              <a:t>n</a:t>
            </a:r>
            <a:r>
              <a:rPr lang="de-AT" dirty="0"/>
              <a:t>d</a:t>
            </a:r>
            <a:r>
              <a:rPr lang="en-AT" dirty="0"/>
              <a:t>e</a:t>
            </a:r>
            <a:r>
              <a:rPr lang="de-AT" dirty="0"/>
              <a:t>r</a:t>
            </a:r>
            <a:r>
              <a:rPr lang="en-AT" dirty="0"/>
              <a:t> </a:t>
            </a:r>
            <a:r>
              <a:rPr lang="de-AT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https://github.com/dotnetdevsaustria/topic-requests</a:t>
            </a:r>
            <a:endParaRPr lang="en-AT" dirty="0"/>
          </a:p>
          <a:p>
            <a:pPr marL="0" indent="0">
              <a:buNone/>
            </a:pPr>
            <a:endParaRPr lang="en-AT" dirty="0"/>
          </a:p>
          <a:p>
            <a:pPr marL="0" indent="0" algn="ctr">
              <a:buNone/>
            </a:pPr>
            <a:r>
              <a:rPr lang="en-AT" sz="4000" b="1" dirty="0"/>
              <a:t>Please enter your requests!</a:t>
            </a:r>
            <a:endParaRPr lang="en-US" sz="40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03BA0E-53C3-4989-AB5A-03BD78FC0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144" y="1877410"/>
            <a:ext cx="2988879" cy="298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87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7042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We want to hear your feedback</a:t>
            </a: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</a:t>
            </a:r>
            <a:r>
              <a:rPr lang="en-US" sz="2100"/>
              <a:t>/feedback-202205</a:t>
            </a:r>
            <a:endParaRPr lang="en-US" sz="2100" dirty="0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F6590A-B54F-5686-C7A3-555A01D13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61" y="826513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88E25DA-C37E-4F94-A40C-5DD6323460F5}"/>
</file>

<file path=customXml/itemProps2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Widescreen</PresentationFormat>
  <Paragraphs>72</Paragraphs>
  <Slides>24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Corbel</vt:lpstr>
      <vt:lpstr>Graphik Meetup</vt:lpstr>
      <vt:lpstr>Parallax</vt:lpstr>
      <vt:lpstr>Office Theme</vt:lpstr>
      <vt:lpstr>May 2022 Meetup</vt:lpstr>
      <vt:lpstr>Thank you for joining!</vt:lpstr>
      <vt:lpstr>DotNetDevs.at</vt:lpstr>
      <vt:lpstr>Thanks to our sponsors!</vt:lpstr>
      <vt:lpstr>PowerPoint Presentation</vt:lpstr>
      <vt:lpstr>How to take part in the raffle?</vt:lpstr>
      <vt:lpstr>PowerPoint Presentation</vt:lpstr>
      <vt:lpstr>News from the Community</vt:lpstr>
      <vt:lpstr>PowerPoint Presentation</vt:lpstr>
      <vt:lpstr>.NET Foundation Virtual User Group</vt:lpstr>
      <vt:lpstr>Our Plans for the Future</vt:lpstr>
      <vt:lpstr>The Screenplay Pattern: Better Interactions for Better Automation   by Andy Knight</vt:lpstr>
      <vt:lpstr>Thank you Andy!</vt:lpstr>
      <vt:lpstr>Thank you for joining!</vt:lpstr>
      <vt:lpstr>Thanks to our sponsors!</vt:lpstr>
      <vt:lpstr>PowerPoint Presentation</vt:lpstr>
      <vt:lpstr>Do your company or you want to sponsor us?</vt:lpstr>
      <vt:lpstr>Do you want to host a Meetup?</vt:lpstr>
      <vt:lpstr>Talk with us!</vt:lpstr>
      <vt:lpstr>Next meetups</vt:lpstr>
      <vt:lpstr>Requested Topics for future Meetups: 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1</cp:revision>
  <dcterms:created xsi:type="dcterms:W3CDTF">2020-12-15T06:52:19Z</dcterms:created>
  <dcterms:modified xsi:type="dcterms:W3CDTF">2022-05-31T16:11:20Z</dcterms:modified>
</cp:coreProperties>
</file>