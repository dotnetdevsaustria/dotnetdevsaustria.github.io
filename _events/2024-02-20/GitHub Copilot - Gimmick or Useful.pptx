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webextensions/webextension1.xml" ContentType="application/vnd.ms-office.webextension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5"/>
    <p:sldMasterId id="2147483694" r:id="rId6"/>
    <p:sldMasterId id="2147483675" r:id="rId7"/>
    <p:sldMasterId id="2147483730" r:id="rId8"/>
    <p:sldMasterId id="2147483740" r:id="rId9"/>
  </p:sldMasterIdLst>
  <p:notesMasterIdLst>
    <p:notesMasterId r:id="rId44"/>
  </p:notesMasterIdLst>
  <p:handoutMasterIdLst>
    <p:handoutMasterId r:id="rId45"/>
  </p:handoutMasterIdLst>
  <p:sldIdLst>
    <p:sldId id="2076136934" r:id="rId10"/>
    <p:sldId id="298" r:id="rId11"/>
    <p:sldId id="2076136943" r:id="rId12"/>
    <p:sldId id="2076136937" r:id="rId13"/>
    <p:sldId id="2076136919" r:id="rId14"/>
    <p:sldId id="2076136938" r:id="rId15"/>
    <p:sldId id="2076136929" r:id="rId16"/>
    <p:sldId id="334" r:id="rId17"/>
    <p:sldId id="2076136941" r:id="rId18"/>
    <p:sldId id="256" r:id="rId19"/>
    <p:sldId id="266" r:id="rId20"/>
    <p:sldId id="258" r:id="rId21"/>
    <p:sldId id="259" r:id="rId22"/>
    <p:sldId id="260" r:id="rId23"/>
    <p:sldId id="267" r:id="rId24"/>
    <p:sldId id="261" r:id="rId25"/>
    <p:sldId id="265" r:id="rId26"/>
    <p:sldId id="257" r:id="rId27"/>
    <p:sldId id="262" r:id="rId28"/>
    <p:sldId id="277" r:id="rId29"/>
    <p:sldId id="264" r:id="rId30"/>
    <p:sldId id="263" r:id="rId31"/>
    <p:sldId id="275" r:id="rId32"/>
    <p:sldId id="276" r:id="rId33"/>
    <p:sldId id="269" r:id="rId34"/>
    <p:sldId id="270" r:id="rId35"/>
    <p:sldId id="271" r:id="rId36"/>
    <p:sldId id="272" r:id="rId37"/>
    <p:sldId id="273" r:id="rId38"/>
    <p:sldId id="274" r:id="rId39"/>
    <p:sldId id="2076136939" r:id="rId40"/>
    <p:sldId id="2076136932" r:id="rId41"/>
    <p:sldId id="2076136940" r:id="rId42"/>
    <p:sldId id="2076136942" r:id="rId43"/>
  </p:sldIdLst>
  <p:sldSz cx="9144000" cy="5143500" type="screen16x9"/>
  <p:notesSz cx="9926638" cy="6797675"/>
  <p:defaultTextStyle>
    <a:defPPr>
      <a:defRPr lang="de-DE"/>
    </a:defPPr>
    <a:lvl1pPr marL="0" algn="l" defTabSz="828446" rtl="0" eaLnBrk="1" latinLnBrk="0" hangingPunct="1">
      <a:defRPr sz="1631" kern="1200">
        <a:solidFill>
          <a:schemeClr val="tx1"/>
        </a:solidFill>
        <a:latin typeface="+mn-lt"/>
        <a:ea typeface="+mn-ea"/>
        <a:cs typeface="+mn-cs"/>
      </a:defRPr>
    </a:lvl1pPr>
    <a:lvl2pPr marL="414223" algn="l" defTabSz="828446" rtl="0" eaLnBrk="1" latinLnBrk="0" hangingPunct="1">
      <a:defRPr sz="1631" kern="1200">
        <a:solidFill>
          <a:schemeClr val="tx1"/>
        </a:solidFill>
        <a:latin typeface="+mn-lt"/>
        <a:ea typeface="+mn-ea"/>
        <a:cs typeface="+mn-cs"/>
      </a:defRPr>
    </a:lvl2pPr>
    <a:lvl3pPr marL="828446" algn="l" defTabSz="828446" rtl="0" eaLnBrk="1" latinLnBrk="0" hangingPunct="1">
      <a:defRPr sz="1631" kern="1200">
        <a:solidFill>
          <a:schemeClr val="tx1"/>
        </a:solidFill>
        <a:latin typeface="+mn-lt"/>
        <a:ea typeface="+mn-ea"/>
        <a:cs typeface="+mn-cs"/>
      </a:defRPr>
    </a:lvl3pPr>
    <a:lvl4pPr marL="1242670" algn="l" defTabSz="828446" rtl="0" eaLnBrk="1" latinLnBrk="0" hangingPunct="1">
      <a:defRPr sz="1631" kern="1200">
        <a:solidFill>
          <a:schemeClr val="tx1"/>
        </a:solidFill>
        <a:latin typeface="+mn-lt"/>
        <a:ea typeface="+mn-ea"/>
        <a:cs typeface="+mn-cs"/>
      </a:defRPr>
    </a:lvl4pPr>
    <a:lvl5pPr marL="1656893" algn="l" defTabSz="828446" rtl="0" eaLnBrk="1" latinLnBrk="0" hangingPunct="1">
      <a:defRPr sz="1631" kern="1200">
        <a:solidFill>
          <a:schemeClr val="tx1"/>
        </a:solidFill>
        <a:latin typeface="+mn-lt"/>
        <a:ea typeface="+mn-ea"/>
        <a:cs typeface="+mn-cs"/>
      </a:defRPr>
    </a:lvl5pPr>
    <a:lvl6pPr marL="2071116" algn="l" defTabSz="828446" rtl="0" eaLnBrk="1" latinLnBrk="0" hangingPunct="1">
      <a:defRPr sz="1631" kern="1200">
        <a:solidFill>
          <a:schemeClr val="tx1"/>
        </a:solidFill>
        <a:latin typeface="+mn-lt"/>
        <a:ea typeface="+mn-ea"/>
        <a:cs typeface="+mn-cs"/>
      </a:defRPr>
    </a:lvl6pPr>
    <a:lvl7pPr marL="2485339" algn="l" defTabSz="828446" rtl="0" eaLnBrk="1" latinLnBrk="0" hangingPunct="1">
      <a:defRPr sz="1631" kern="1200">
        <a:solidFill>
          <a:schemeClr val="tx1"/>
        </a:solidFill>
        <a:latin typeface="+mn-lt"/>
        <a:ea typeface="+mn-ea"/>
        <a:cs typeface="+mn-cs"/>
      </a:defRPr>
    </a:lvl7pPr>
    <a:lvl8pPr marL="2899562" algn="l" defTabSz="828446" rtl="0" eaLnBrk="1" latinLnBrk="0" hangingPunct="1">
      <a:defRPr sz="1631" kern="1200">
        <a:solidFill>
          <a:schemeClr val="tx1"/>
        </a:solidFill>
        <a:latin typeface="+mn-lt"/>
        <a:ea typeface="+mn-ea"/>
        <a:cs typeface="+mn-cs"/>
      </a:defRPr>
    </a:lvl8pPr>
    <a:lvl9pPr marL="3313786" algn="l" defTabSz="828446" rtl="0" eaLnBrk="1" latinLnBrk="0" hangingPunct="1">
      <a:defRPr sz="163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09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C9C"/>
    <a:srgbClr val="162E40"/>
    <a:srgbClr val="0067AC"/>
    <a:srgbClr val="5D7388"/>
    <a:srgbClr val="627282"/>
    <a:srgbClr val="3E9AFD"/>
    <a:srgbClr val="BFD9EA"/>
    <a:srgbClr val="4A7090"/>
    <a:srgbClr val="F8F8F5"/>
    <a:srgbClr val="2D7D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44" autoAdjust="0"/>
    <p:restoredTop sz="89123" autoAdjust="0"/>
  </p:normalViewPr>
  <p:slideViewPr>
    <p:cSldViewPr>
      <p:cViewPr varScale="1">
        <p:scale>
          <a:sx n="105" d="100"/>
          <a:sy n="105" d="100"/>
        </p:scale>
        <p:origin x="1374" y="510"/>
      </p:cViewPr>
      <p:guideLst>
        <p:guide orient="horz" pos="2609"/>
        <p:guide pos="261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37" d="100"/>
          <a:sy n="137" d="100"/>
        </p:scale>
        <p:origin x="14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slide" Target="slides/slide30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slide" Target="slides/slide33.xml"/><Relationship Id="rId47" Type="http://schemas.openxmlformats.org/officeDocument/2006/relationships/viewProps" Target="viewProps.xml"/><Relationship Id="rId7" Type="http://schemas.openxmlformats.org/officeDocument/2006/relationships/slideMaster" Target="slideMasters/slideMaster3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slide" Target="slides/slide31.xml"/><Relationship Id="rId45" Type="http://schemas.openxmlformats.org/officeDocument/2006/relationships/handoutMaster" Target="handoutMasters/handoutMaster1.xml"/><Relationship Id="rId6" Type="http://schemas.openxmlformats.org/officeDocument/2006/relationships/slideMaster" Target="slideMasters/slideMaster2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tableStyles" Target="tableStyles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4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slide" Target="slides/slide34.xml"/><Relationship Id="rId48" Type="http://schemas.openxmlformats.org/officeDocument/2006/relationships/theme" Target="theme/theme1.xml"/><Relationship Id="rId8" Type="http://schemas.openxmlformats.org/officeDocument/2006/relationships/slideMaster" Target="slideMasters/slideMaster4.xml"/><Relationship Id="rId3" Type="http://schemas.openxmlformats.org/officeDocument/2006/relationships/customXml" Target="../customXml/item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slide" Target="slides/slide29.xml"/><Relationship Id="rId46" Type="http://schemas.openxmlformats.org/officeDocument/2006/relationships/presProps" Target="presProps.xml"/><Relationship Id="rId20" Type="http://schemas.openxmlformats.org/officeDocument/2006/relationships/slide" Target="slides/slide11.xml"/><Relationship Id="rId41" Type="http://schemas.openxmlformats.org/officeDocument/2006/relationships/slide" Target="slides/slide3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93DE44-4E4A-4C9A-95E4-2181834F7975}" type="doc">
      <dgm:prSet loTypeId="urn:microsoft.com/office/officeart/2017/3/layout/DropPinTimeline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150B494-C22F-4CFE-851D-E06C4C13CDC7}">
      <dgm:prSet/>
      <dgm:spPr/>
      <dgm:t>
        <a:bodyPr/>
        <a:lstStyle/>
        <a:p>
          <a:pPr>
            <a:defRPr b="1"/>
          </a:pPr>
          <a:r>
            <a:rPr lang="en-US" dirty="0"/>
            <a:t>26</a:t>
          </a:r>
          <a:r>
            <a:rPr lang="en-US" baseline="30000" dirty="0"/>
            <a:t>th</a:t>
          </a:r>
          <a:r>
            <a:rPr lang="en-US" dirty="0"/>
            <a:t> March 2024</a:t>
          </a:r>
          <a:endParaRPr lang="en-AT" dirty="0"/>
        </a:p>
      </dgm:t>
    </dgm:pt>
    <dgm:pt modelId="{529682F2-60DA-4E7F-87DE-E04A9DA8279F}" type="parTrans" cxnId="{09DFFD05-5B97-49D5-A8ED-32A0B4F1A875}">
      <dgm:prSet/>
      <dgm:spPr/>
      <dgm:t>
        <a:bodyPr/>
        <a:lstStyle/>
        <a:p>
          <a:endParaRPr lang="en-AT"/>
        </a:p>
      </dgm:t>
    </dgm:pt>
    <dgm:pt modelId="{BE558FA2-323C-438C-9BA3-7DC18B4765AB}" type="sibTrans" cxnId="{09DFFD05-5B97-49D5-A8ED-32A0B4F1A875}">
      <dgm:prSet/>
      <dgm:spPr/>
      <dgm:t>
        <a:bodyPr/>
        <a:lstStyle/>
        <a:p>
          <a:endParaRPr lang="en-AT"/>
        </a:p>
      </dgm:t>
    </dgm:pt>
    <dgm:pt modelId="{040DEEC9-00E0-4611-98A3-F812167933FC}">
      <dgm:prSet/>
      <dgm:spPr/>
      <dgm:t>
        <a:bodyPr/>
        <a:lstStyle/>
        <a:p>
          <a:r>
            <a:rPr lang="en-US" dirty="0"/>
            <a:t>Peter </a:t>
          </a:r>
          <a:r>
            <a:rPr lang="en-US" dirty="0" err="1"/>
            <a:t>Melchart</a:t>
          </a:r>
          <a:r>
            <a:rPr lang="en-US" dirty="0"/>
            <a:t> &amp; Alex </a:t>
          </a:r>
          <a:r>
            <a:rPr lang="en-US" dirty="0" err="1"/>
            <a:t>Gavrilescu</a:t>
          </a:r>
          <a:r>
            <a:rPr lang="en-US" dirty="0"/>
            <a:t> </a:t>
          </a:r>
        </a:p>
        <a:p>
          <a:r>
            <a:rPr lang="en-US" b="0" i="0" dirty="0"/>
            <a:t>Real time 1v1 multiplayer game using </a:t>
          </a:r>
          <a:r>
            <a:rPr lang="en-US" b="0" i="0" dirty="0" err="1"/>
            <a:t>.Net</a:t>
          </a:r>
          <a:r>
            <a:rPr lang="en-US" b="0" i="0" dirty="0"/>
            <a:t> and Unity3D</a:t>
          </a:r>
          <a:endParaRPr lang="en-AT" dirty="0"/>
        </a:p>
      </dgm:t>
    </dgm:pt>
    <dgm:pt modelId="{A82AF1B1-E03F-423E-8FEC-333FB54B0001}" type="parTrans" cxnId="{5DB5BECB-BF1C-4B39-B70A-E7059103578B}">
      <dgm:prSet/>
      <dgm:spPr/>
      <dgm:t>
        <a:bodyPr/>
        <a:lstStyle/>
        <a:p>
          <a:endParaRPr lang="en-AT"/>
        </a:p>
      </dgm:t>
    </dgm:pt>
    <dgm:pt modelId="{EDBBCB7D-2828-465D-BD4F-565F342A231C}" type="sibTrans" cxnId="{5DB5BECB-BF1C-4B39-B70A-E7059103578B}">
      <dgm:prSet/>
      <dgm:spPr/>
      <dgm:t>
        <a:bodyPr/>
        <a:lstStyle/>
        <a:p>
          <a:endParaRPr lang="en-AT"/>
        </a:p>
      </dgm:t>
    </dgm:pt>
    <dgm:pt modelId="{C21645B8-8BC4-478B-AF89-D614F5162901}">
      <dgm:prSet/>
      <dgm:spPr/>
      <dgm:t>
        <a:bodyPr/>
        <a:lstStyle/>
        <a:p>
          <a:r>
            <a:rPr lang="en-US" dirty="0" err="1"/>
            <a:t>Funstage</a:t>
          </a:r>
          <a:endParaRPr lang="en-AT" dirty="0"/>
        </a:p>
      </dgm:t>
    </dgm:pt>
    <dgm:pt modelId="{6218A703-E9B1-4C54-BB39-B517F4FBBC06}" type="parTrans" cxnId="{3E155A13-4D5D-406B-8866-8A1B21203057}">
      <dgm:prSet/>
      <dgm:spPr/>
      <dgm:t>
        <a:bodyPr/>
        <a:lstStyle/>
        <a:p>
          <a:endParaRPr lang="en-AT"/>
        </a:p>
      </dgm:t>
    </dgm:pt>
    <dgm:pt modelId="{8FEF6719-CFB3-400B-A689-95D5F8866D47}" type="sibTrans" cxnId="{3E155A13-4D5D-406B-8866-8A1B21203057}">
      <dgm:prSet/>
      <dgm:spPr/>
      <dgm:t>
        <a:bodyPr/>
        <a:lstStyle/>
        <a:p>
          <a:endParaRPr lang="en-AT"/>
        </a:p>
      </dgm:t>
    </dgm:pt>
    <dgm:pt modelId="{9D91424A-FBD5-4047-9F3F-B957F230795A}">
      <dgm:prSet/>
      <dgm:spPr/>
      <dgm:t>
        <a:bodyPr/>
        <a:lstStyle/>
        <a:p>
          <a:pPr>
            <a:defRPr b="1"/>
          </a:pPr>
          <a:r>
            <a:rPr lang="en-US" dirty="0"/>
            <a:t>16</a:t>
          </a:r>
          <a:r>
            <a:rPr lang="en-US" baseline="30000" dirty="0"/>
            <a:t>th</a:t>
          </a:r>
          <a:r>
            <a:rPr lang="en-US" dirty="0"/>
            <a:t> April 2024</a:t>
          </a:r>
          <a:endParaRPr lang="en-AT" dirty="0"/>
        </a:p>
      </dgm:t>
    </dgm:pt>
    <dgm:pt modelId="{5965A34D-A8A2-40C4-9200-79AF06525696}" type="parTrans" cxnId="{B89E1F10-25F6-496B-8FAD-C212FEF64BD4}">
      <dgm:prSet/>
      <dgm:spPr/>
      <dgm:t>
        <a:bodyPr/>
        <a:lstStyle/>
        <a:p>
          <a:endParaRPr lang="en-AT"/>
        </a:p>
      </dgm:t>
    </dgm:pt>
    <dgm:pt modelId="{7B50E9DA-F279-4CA7-8D6D-0B7F14F28105}" type="sibTrans" cxnId="{B89E1F10-25F6-496B-8FAD-C212FEF64BD4}">
      <dgm:prSet/>
      <dgm:spPr/>
      <dgm:t>
        <a:bodyPr/>
        <a:lstStyle/>
        <a:p>
          <a:endParaRPr lang="en-AT"/>
        </a:p>
      </dgm:t>
    </dgm:pt>
    <dgm:pt modelId="{F0EEC78D-03AA-4ACE-A062-80132815399E}">
      <dgm:prSet/>
      <dgm:spPr/>
      <dgm:t>
        <a:bodyPr/>
        <a:lstStyle/>
        <a:p>
          <a:r>
            <a:rPr lang="de-AT" b="0" i="0" dirty="0"/>
            <a:t>Bas Dijkstra - </a:t>
          </a:r>
          <a:r>
            <a:rPr lang="en-AT" dirty="0"/>
            <a:t>Solving the integration testing puzzle with contract-based testing</a:t>
          </a:r>
        </a:p>
      </dgm:t>
    </dgm:pt>
    <dgm:pt modelId="{16F7DF75-D521-4663-8486-049E8CD706AD}" type="parTrans" cxnId="{698DF8EA-8206-4AD5-BB17-D05653EA9557}">
      <dgm:prSet/>
      <dgm:spPr/>
      <dgm:t>
        <a:bodyPr/>
        <a:lstStyle/>
        <a:p>
          <a:endParaRPr lang="en-AT"/>
        </a:p>
      </dgm:t>
    </dgm:pt>
    <dgm:pt modelId="{74712B24-DF4C-45CB-9372-6AECB030154F}" type="sibTrans" cxnId="{698DF8EA-8206-4AD5-BB17-D05653EA9557}">
      <dgm:prSet/>
      <dgm:spPr/>
      <dgm:t>
        <a:bodyPr/>
        <a:lstStyle/>
        <a:p>
          <a:endParaRPr lang="en-AT"/>
        </a:p>
      </dgm:t>
    </dgm:pt>
    <dgm:pt modelId="{A28D7B16-EB01-426E-B068-4204B13A527C}">
      <dgm:prSet/>
      <dgm:spPr/>
      <dgm:t>
        <a:bodyPr/>
        <a:lstStyle/>
        <a:p>
          <a:r>
            <a:rPr lang="en-US" dirty="0"/>
            <a:t>Rubicon</a:t>
          </a:r>
          <a:endParaRPr lang="en-AT" dirty="0"/>
        </a:p>
      </dgm:t>
    </dgm:pt>
    <dgm:pt modelId="{8F884C05-080C-4063-8723-E9E79EC0B02D}" type="parTrans" cxnId="{B81AA551-1C07-4778-96FB-E0EEF42BBB82}">
      <dgm:prSet/>
      <dgm:spPr/>
      <dgm:t>
        <a:bodyPr/>
        <a:lstStyle/>
        <a:p>
          <a:endParaRPr lang="en-AT"/>
        </a:p>
      </dgm:t>
    </dgm:pt>
    <dgm:pt modelId="{ADF0923D-1E02-4781-BBEE-2A88E6F155F9}" type="sibTrans" cxnId="{B81AA551-1C07-4778-96FB-E0EEF42BBB82}">
      <dgm:prSet/>
      <dgm:spPr/>
      <dgm:t>
        <a:bodyPr/>
        <a:lstStyle/>
        <a:p>
          <a:endParaRPr lang="en-AT"/>
        </a:p>
      </dgm:t>
    </dgm:pt>
    <dgm:pt modelId="{3DA630F9-2B07-4D76-AB3F-EB26E00F6B3F}" type="pres">
      <dgm:prSet presAssocID="{6E93DE44-4E4A-4C9A-95E4-2181834F7975}" presName="root" presStyleCnt="0">
        <dgm:presLayoutVars>
          <dgm:chMax/>
          <dgm:chPref/>
          <dgm:animLvl val="lvl"/>
        </dgm:presLayoutVars>
      </dgm:prSet>
      <dgm:spPr/>
    </dgm:pt>
    <dgm:pt modelId="{28FC3E88-7C32-415F-9750-3D26A34F0107}" type="pres">
      <dgm:prSet presAssocID="{6E93DE44-4E4A-4C9A-95E4-2181834F7975}" presName="divider" presStyleLbl="fgAcc1" presStyleIdx="0" presStyleCnt="3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A76CF17B-42DA-4154-BC58-6F58196E6904}" type="pres">
      <dgm:prSet presAssocID="{6E93DE44-4E4A-4C9A-95E4-2181834F7975}" presName="nodes" presStyleCnt="0">
        <dgm:presLayoutVars>
          <dgm:chMax/>
          <dgm:chPref/>
          <dgm:animLvl val="lvl"/>
        </dgm:presLayoutVars>
      </dgm:prSet>
      <dgm:spPr/>
    </dgm:pt>
    <dgm:pt modelId="{BE9FA36C-7680-4ED8-80A0-3C1191961458}" type="pres">
      <dgm:prSet presAssocID="{6150B494-C22F-4CFE-851D-E06C4C13CDC7}" presName="composite1" presStyleCnt="0"/>
      <dgm:spPr/>
    </dgm:pt>
    <dgm:pt modelId="{6586A8A7-657E-4DC5-B92F-80C650BF570A}" type="pres">
      <dgm:prSet presAssocID="{6150B494-C22F-4CFE-851D-E06C4C13CDC7}" presName="ConnectorPoint1" presStyleLbl="lnNode1" presStyleIdx="0" presStyleCnt="2"/>
      <dgm:spPr/>
    </dgm:pt>
    <dgm:pt modelId="{7BA71649-19BB-4BF3-A14D-EC976F3ADC1F}" type="pres">
      <dgm:prSet presAssocID="{6150B494-C22F-4CFE-851D-E06C4C13CDC7}" presName="DropPinPlaceHolder1" presStyleCnt="0"/>
      <dgm:spPr/>
    </dgm:pt>
    <dgm:pt modelId="{A36668DD-5654-400D-B4FB-9EDAB6DBC444}" type="pres">
      <dgm:prSet presAssocID="{6150B494-C22F-4CFE-851D-E06C4C13CDC7}" presName="DropPin1" presStyleLbl="alignNode1" presStyleIdx="0" presStyleCnt="2"/>
      <dgm:spPr/>
    </dgm:pt>
    <dgm:pt modelId="{15C76775-46EC-442D-982A-09FC40097F20}" type="pres">
      <dgm:prSet presAssocID="{6150B494-C22F-4CFE-851D-E06C4C13CDC7}" presName="Ellipse1" presStyleLbl="fgAcc1" presStyleIdx="1" presStyleCnt="3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0A820D7C-0189-4B3F-A400-D980300B788F}" type="pres">
      <dgm:prSet presAssocID="{6150B494-C22F-4CFE-851D-E06C4C13CDC7}" presName="L2TextContainer1" presStyleLbl="revTx" presStyleIdx="0" presStyleCnt="4">
        <dgm:presLayoutVars>
          <dgm:bulletEnabled val="1"/>
        </dgm:presLayoutVars>
      </dgm:prSet>
      <dgm:spPr/>
    </dgm:pt>
    <dgm:pt modelId="{3C7CD8B7-2C4E-40F8-BB32-4B9206A6F4C4}" type="pres">
      <dgm:prSet presAssocID="{6150B494-C22F-4CFE-851D-E06C4C13CDC7}" presName="L1TextContainer1" presStyleLbl="revTx" presStyleIdx="1" presStyleCnt="4">
        <dgm:presLayoutVars>
          <dgm:chMax val="1"/>
          <dgm:chPref val="1"/>
          <dgm:bulletEnabled val="1"/>
        </dgm:presLayoutVars>
      </dgm:prSet>
      <dgm:spPr/>
    </dgm:pt>
    <dgm:pt modelId="{CA8B99D7-86F1-4E71-8844-936F4D56E54E}" type="pres">
      <dgm:prSet presAssocID="{6150B494-C22F-4CFE-851D-E06C4C13CDC7}" presName="ConnectLine1" presStyleLbl="sibTrans1D1" presStyleIdx="0" presStyleCnt="2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850075E3-3A30-4087-83A4-6C66864B3CC8}" type="pres">
      <dgm:prSet presAssocID="{6150B494-C22F-4CFE-851D-E06C4C13CDC7}" presName="EmptyPlaceHolder1" presStyleCnt="0"/>
      <dgm:spPr/>
    </dgm:pt>
    <dgm:pt modelId="{6BB806E8-B0F9-4C6E-896E-F260680B8AAC}" type="pres">
      <dgm:prSet presAssocID="{BE558FA2-323C-438C-9BA3-7DC18B4765AB}" presName="spaceBetweenRectangles1" presStyleCnt="0"/>
      <dgm:spPr/>
    </dgm:pt>
    <dgm:pt modelId="{1A6AE453-974C-478F-B3E2-78BDC7C6C7F8}" type="pres">
      <dgm:prSet presAssocID="{9D91424A-FBD5-4047-9F3F-B957F230795A}" presName="composite1" presStyleCnt="0"/>
      <dgm:spPr/>
    </dgm:pt>
    <dgm:pt modelId="{83D1EF2C-48C2-4E54-98F5-6819CA076A3E}" type="pres">
      <dgm:prSet presAssocID="{9D91424A-FBD5-4047-9F3F-B957F230795A}" presName="ConnectorPoint1" presStyleLbl="lnNode1" presStyleIdx="1" presStyleCnt="2"/>
      <dgm:spPr/>
    </dgm:pt>
    <dgm:pt modelId="{50180D0B-1BF4-4A7C-BA13-E99278E80D6B}" type="pres">
      <dgm:prSet presAssocID="{9D91424A-FBD5-4047-9F3F-B957F230795A}" presName="DropPinPlaceHolder1" presStyleCnt="0"/>
      <dgm:spPr/>
    </dgm:pt>
    <dgm:pt modelId="{2ADAB56E-A1E6-4BF0-93B8-F3412E889E8C}" type="pres">
      <dgm:prSet presAssocID="{9D91424A-FBD5-4047-9F3F-B957F230795A}" presName="DropPin1" presStyleLbl="alignNode1" presStyleIdx="1" presStyleCnt="2"/>
      <dgm:spPr/>
    </dgm:pt>
    <dgm:pt modelId="{CC36EE00-624A-4806-985D-59F8F4DFAF99}" type="pres">
      <dgm:prSet presAssocID="{9D91424A-FBD5-4047-9F3F-B957F230795A}" presName="Ellipse1" presStyleLbl="fgAcc1" presStyleIdx="2" presStyleCnt="3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4E95F07C-9A9E-44CA-8C82-A136F69BBEEF}" type="pres">
      <dgm:prSet presAssocID="{9D91424A-FBD5-4047-9F3F-B957F230795A}" presName="L2TextContainer1" presStyleLbl="revTx" presStyleIdx="2" presStyleCnt="4">
        <dgm:presLayoutVars>
          <dgm:bulletEnabled val="1"/>
        </dgm:presLayoutVars>
      </dgm:prSet>
      <dgm:spPr/>
    </dgm:pt>
    <dgm:pt modelId="{C182C103-B31C-4A31-8F6E-11C008F086D5}" type="pres">
      <dgm:prSet presAssocID="{9D91424A-FBD5-4047-9F3F-B957F230795A}" presName="L1TextContainer1" presStyleLbl="revTx" presStyleIdx="3" presStyleCnt="4">
        <dgm:presLayoutVars>
          <dgm:chMax val="1"/>
          <dgm:chPref val="1"/>
          <dgm:bulletEnabled val="1"/>
        </dgm:presLayoutVars>
      </dgm:prSet>
      <dgm:spPr/>
    </dgm:pt>
    <dgm:pt modelId="{867334CD-7014-4571-A195-4D1A733B4411}" type="pres">
      <dgm:prSet presAssocID="{9D91424A-FBD5-4047-9F3F-B957F230795A}" presName="ConnectLine1" presStyleLbl="sibTrans1D1" presStyleIdx="1" presStyleCnt="2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80624221-7248-435F-9BDA-17A41B72BCCF}" type="pres">
      <dgm:prSet presAssocID="{9D91424A-FBD5-4047-9F3F-B957F230795A}" presName="EmptyPlaceHolder1" presStyleCnt="0"/>
      <dgm:spPr/>
    </dgm:pt>
  </dgm:ptLst>
  <dgm:cxnLst>
    <dgm:cxn modelId="{09DFFD05-5B97-49D5-A8ED-32A0B4F1A875}" srcId="{6E93DE44-4E4A-4C9A-95E4-2181834F7975}" destId="{6150B494-C22F-4CFE-851D-E06C4C13CDC7}" srcOrd="0" destOrd="0" parTransId="{529682F2-60DA-4E7F-87DE-E04A9DA8279F}" sibTransId="{BE558FA2-323C-438C-9BA3-7DC18B4765AB}"/>
    <dgm:cxn modelId="{B89E1F10-25F6-496B-8FAD-C212FEF64BD4}" srcId="{6E93DE44-4E4A-4C9A-95E4-2181834F7975}" destId="{9D91424A-FBD5-4047-9F3F-B957F230795A}" srcOrd="1" destOrd="0" parTransId="{5965A34D-A8A2-40C4-9200-79AF06525696}" sibTransId="{7B50E9DA-F279-4CA7-8D6D-0B7F14F28105}"/>
    <dgm:cxn modelId="{3E155A13-4D5D-406B-8866-8A1B21203057}" srcId="{6150B494-C22F-4CFE-851D-E06C4C13CDC7}" destId="{C21645B8-8BC4-478B-AF89-D614F5162901}" srcOrd="1" destOrd="0" parTransId="{6218A703-E9B1-4C54-BB39-B517F4FBBC06}" sibTransId="{8FEF6719-CFB3-400B-A689-95D5F8866D47}"/>
    <dgm:cxn modelId="{075C091B-0A3C-4094-9D6B-839A7EC01BB2}" type="presOf" srcId="{9D91424A-FBD5-4047-9F3F-B957F230795A}" destId="{C182C103-B31C-4A31-8F6E-11C008F086D5}" srcOrd="0" destOrd="0" presId="urn:microsoft.com/office/officeart/2017/3/layout/DropPinTimeline"/>
    <dgm:cxn modelId="{6AD6A21F-B95A-4804-AF83-9D055CF9F31C}" type="presOf" srcId="{C21645B8-8BC4-478B-AF89-D614F5162901}" destId="{0A820D7C-0189-4B3F-A400-D980300B788F}" srcOrd="0" destOrd="1" presId="urn:microsoft.com/office/officeart/2017/3/layout/DropPinTimeline"/>
    <dgm:cxn modelId="{8D1BD833-4146-4DAB-AC86-B6B66EFAFD83}" type="presOf" srcId="{F0EEC78D-03AA-4ACE-A062-80132815399E}" destId="{4E95F07C-9A9E-44CA-8C82-A136F69BBEEF}" srcOrd="0" destOrd="0" presId="urn:microsoft.com/office/officeart/2017/3/layout/DropPinTimeline"/>
    <dgm:cxn modelId="{40FFD65D-07FF-409D-ACF4-B753B1CA87D6}" type="presOf" srcId="{6150B494-C22F-4CFE-851D-E06C4C13CDC7}" destId="{3C7CD8B7-2C4E-40F8-BB32-4B9206A6F4C4}" srcOrd="0" destOrd="0" presId="urn:microsoft.com/office/officeart/2017/3/layout/DropPinTimeline"/>
    <dgm:cxn modelId="{B81AA551-1C07-4778-96FB-E0EEF42BBB82}" srcId="{9D91424A-FBD5-4047-9F3F-B957F230795A}" destId="{A28D7B16-EB01-426E-B068-4204B13A527C}" srcOrd="1" destOrd="0" parTransId="{8F884C05-080C-4063-8723-E9E79EC0B02D}" sibTransId="{ADF0923D-1E02-4781-BBEE-2A88E6F155F9}"/>
    <dgm:cxn modelId="{64E7657C-12C4-47CB-B567-1896D012782D}" type="presOf" srcId="{6E93DE44-4E4A-4C9A-95E4-2181834F7975}" destId="{3DA630F9-2B07-4D76-AB3F-EB26E00F6B3F}" srcOrd="0" destOrd="0" presId="urn:microsoft.com/office/officeart/2017/3/layout/DropPinTimeline"/>
    <dgm:cxn modelId="{1B77B180-BE81-457A-8DC1-F39D378A061F}" type="presOf" srcId="{040DEEC9-00E0-4611-98A3-F812167933FC}" destId="{0A820D7C-0189-4B3F-A400-D980300B788F}" srcOrd="0" destOrd="0" presId="urn:microsoft.com/office/officeart/2017/3/layout/DropPinTimeline"/>
    <dgm:cxn modelId="{805EE3A4-5889-4E27-898C-AC793EEDA0BB}" type="presOf" srcId="{A28D7B16-EB01-426E-B068-4204B13A527C}" destId="{4E95F07C-9A9E-44CA-8C82-A136F69BBEEF}" srcOrd="0" destOrd="1" presId="urn:microsoft.com/office/officeart/2017/3/layout/DropPinTimeline"/>
    <dgm:cxn modelId="{5DB5BECB-BF1C-4B39-B70A-E7059103578B}" srcId="{6150B494-C22F-4CFE-851D-E06C4C13CDC7}" destId="{040DEEC9-00E0-4611-98A3-F812167933FC}" srcOrd="0" destOrd="0" parTransId="{A82AF1B1-E03F-423E-8FEC-333FB54B0001}" sibTransId="{EDBBCB7D-2828-465D-BD4F-565F342A231C}"/>
    <dgm:cxn modelId="{698DF8EA-8206-4AD5-BB17-D05653EA9557}" srcId="{9D91424A-FBD5-4047-9F3F-B957F230795A}" destId="{F0EEC78D-03AA-4ACE-A062-80132815399E}" srcOrd="0" destOrd="0" parTransId="{16F7DF75-D521-4663-8486-049E8CD706AD}" sibTransId="{74712B24-DF4C-45CB-9372-6AECB030154F}"/>
    <dgm:cxn modelId="{7A8D26EA-253B-4E4C-8E27-3904AAD8A9B8}" type="presParOf" srcId="{3DA630F9-2B07-4D76-AB3F-EB26E00F6B3F}" destId="{28FC3E88-7C32-415F-9750-3D26A34F0107}" srcOrd="0" destOrd="0" presId="urn:microsoft.com/office/officeart/2017/3/layout/DropPinTimeline"/>
    <dgm:cxn modelId="{74AD02AD-6199-4939-A7A8-898D1E0173CC}" type="presParOf" srcId="{3DA630F9-2B07-4D76-AB3F-EB26E00F6B3F}" destId="{A76CF17B-42DA-4154-BC58-6F58196E6904}" srcOrd="1" destOrd="0" presId="urn:microsoft.com/office/officeart/2017/3/layout/DropPinTimeline"/>
    <dgm:cxn modelId="{DC34D675-666C-4968-84D5-1CC2CD60D418}" type="presParOf" srcId="{A76CF17B-42DA-4154-BC58-6F58196E6904}" destId="{BE9FA36C-7680-4ED8-80A0-3C1191961458}" srcOrd="0" destOrd="0" presId="urn:microsoft.com/office/officeart/2017/3/layout/DropPinTimeline"/>
    <dgm:cxn modelId="{3244540B-9DAD-4AD9-AC37-3EC5E1323A97}" type="presParOf" srcId="{BE9FA36C-7680-4ED8-80A0-3C1191961458}" destId="{6586A8A7-657E-4DC5-B92F-80C650BF570A}" srcOrd="0" destOrd="0" presId="urn:microsoft.com/office/officeart/2017/3/layout/DropPinTimeline"/>
    <dgm:cxn modelId="{83BE0C17-6F9B-4FFD-B2AD-F861D54088F7}" type="presParOf" srcId="{BE9FA36C-7680-4ED8-80A0-3C1191961458}" destId="{7BA71649-19BB-4BF3-A14D-EC976F3ADC1F}" srcOrd="1" destOrd="0" presId="urn:microsoft.com/office/officeart/2017/3/layout/DropPinTimeline"/>
    <dgm:cxn modelId="{3E8F98B9-788D-484B-8213-9F1D9310DC3F}" type="presParOf" srcId="{7BA71649-19BB-4BF3-A14D-EC976F3ADC1F}" destId="{A36668DD-5654-400D-B4FB-9EDAB6DBC444}" srcOrd="0" destOrd="0" presId="urn:microsoft.com/office/officeart/2017/3/layout/DropPinTimeline"/>
    <dgm:cxn modelId="{ACE50280-14B8-4D16-81C7-73B35DC1F585}" type="presParOf" srcId="{7BA71649-19BB-4BF3-A14D-EC976F3ADC1F}" destId="{15C76775-46EC-442D-982A-09FC40097F20}" srcOrd="1" destOrd="0" presId="urn:microsoft.com/office/officeart/2017/3/layout/DropPinTimeline"/>
    <dgm:cxn modelId="{6971A83B-7581-44C9-934E-F7F90C3B25D9}" type="presParOf" srcId="{BE9FA36C-7680-4ED8-80A0-3C1191961458}" destId="{0A820D7C-0189-4B3F-A400-D980300B788F}" srcOrd="2" destOrd="0" presId="urn:microsoft.com/office/officeart/2017/3/layout/DropPinTimeline"/>
    <dgm:cxn modelId="{B84FFF51-7E8C-4700-97D6-127019E60F52}" type="presParOf" srcId="{BE9FA36C-7680-4ED8-80A0-3C1191961458}" destId="{3C7CD8B7-2C4E-40F8-BB32-4B9206A6F4C4}" srcOrd="3" destOrd="0" presId="urn:microsoft.com/office/officeart/2017/3/layout/DropPinTimeline"/>
    <dgm:cxn modelId="{58F11D67-EA64-40D1-8206-0F812CBA70C7}" type="presParOf" srcId="{BE9FA36C-7680-4ED8-80A0-3C1191961458}" destId="{CA8B99D7-86F1-4E71-8844-936F4D56E54E}" srcOrd="4" destOrd="0" presId="urn:microsoft.com/office/officeart/2017/3/layout/DropPinTimeline"/>
    <dgm:cxn modelId="{8CA7F0F6-3399-4B1A-B4DE-83264D5FFCDE}" type="presParOf" srcId="{BE9FA36C-7680-4ED8-80A0-3C1191961458}" destId="{850075E3-3A30-4087-83A4-6C66864B3CC8}" srcOrd="5" destOrd="0" presId="urn:microsoft.com/office/officeart/2017/3/layout/DropPinTimeline"/>
    <dgm:cxn modelId="{8919E90A-5679-4562-852B-55BE3083EDD0}" type="presParOf" srcId="{A76CF17B-42DA-4154-BC58-6F58196E6904}" destId="{6BB806E8-B0F9-4C6E-896E-F260680B8AAC}" srcOrd="1" destOrd="0" presId="urn:microsoft.com/office/officeart/2017/3/layout/DropPinTimeline"/>
    <dgm:cxn modelId="{62E360CA-1077-4D29-A702-D1FFB96C3CA2}" type="presParOf" srcId="{A76CF17B-42DA-4154-BC58-6F58196E6904}" destId="{1A6AE453-974C-478F-B3E2-78BDC7C6C7F8}" srcOrd="2" destOrd="0" presId="urn:microsoft.com/office/officeart/2017/3/layout/DropPinTimeline"/>
    <dgm:cxn modelId="{72C893B6-BBAB-452F-8494-8C8F73E6CDC1}" type="presParOf" srcId="{1A6AE453-974C-478F-B3E2-78BDC7C6C7F8}" destId="{83D1EF2C-48C2-4E54-98F5-6819CA076A3E}" srcOrd="0" destOrd="0" presId="urn:microsoft.com/office/officeart/2017/3/layout/DropPinTimeline"/>
    <dgm:cxn modelId="{FAB641C9-933B-4C1A-9D16-3A46DFAF9E7F}" type="presParOf" srcId="{1A6AE453-974C-478F-B3E2-78BDC7C6C7F8}" destId="{50180D0B-1BF4-4A7C-BA13-E99278E80D6B}" srcOrd="1" destOrd="0" presId="urn:microsoft.com/office/officeart/2017/3/layout/DropPinTimeline"/>
    <dgm:cxn modelId="{5D1946C5-369C-4597-B25A-A273A0D422C5}" type="presParOf" srcId="{50180D0B-1BF4-4A7C-BA13-E99278E80D6B}" destId="{2ADAB56E-A1E6-4BF0-93B8-F3412E889E8C}" srcOrd="0" destOrd="0" presId="urn:microsoft.com/office/officeart/2017/3/layout/DropPinTimeline"/>
    <dgm:cxn modelId="{BCC27AD3-16EE-47BD-ACEB-0EEF89DDEEE5}" type="presParOf" srcId="{50180D0B-1BF4-4A7C-BA13-E99278E80D6B}" destId="{CC36EE00-624A-4806-985D-59F8F4DFAF99}" srcOrd="1" destOrd="0" presId="urn:microsoft.com/office/officeart/2017/3/layout/DropPinTimeline"/>
    <dgm:cxn modelId="{C67E4A96-E4FA-44D0-B246-1D706B2F6C49}" type="presParOf" srcId="{1A6AE453-974C-478F-B3E2-78BDC7C6C7F8}" destId="{4E95F07C-9A9E-44CA-8C82-A136F69BBEEF}" srcOrd="2" destOrd="0" presId="urn:microsoft.com/office/officeart/2017/3/layout/DropPinTimeline"/>
    <dgm:cxn modelId="{BE38436F-7BFA-4EFC-BDAB-F52AE64AE9A7}" type="presParOf" srcId="{1A6AE453-974C-478F-B3E2-78BDC7C6C7F8}" destId="{C182C103-B31C-4A31-8F6E-11C008F086D5}" srcOrd="3" destOrd="0" presId="urn:microsoft.com/office/officeart/2017/3/layout/DropPinTimeline"/>
    <dgm:cxn modelId="{D21B5CD5-4B3D-4332-9B18-E83AE629D75A}" type="presParOf" srcId="{1A6AE453-974C-478F-B3E2-78BDC7C6C7F8}" destId="{867334CD-7014-4571-A195-4D1A733B4411}" srcOrd="4" destOrd="0" presId="urn:microsoft.com/office/officeart/2017/3/layout/DropPinTimeline"/>
    <dgm:cxn modelId="{548524EE-3CED-4032-A665-6BBA768B67AB}" type="presParOf" srcId="{1A6AE453-974C-478F-B3E2-78BDC7C6C7F8}" destId="{80624221-7248-435F-9BDA-17A41B72BCCF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FC3E88-7C32-415F-9750-3D26A34F0107}">
      <dsp:nvSpPr>
        <dsp:cNvPr id="0" name=""/>
        <dsp:cNvSpPr/>
      </dsp:nvSpPr>
      <dsp:spPr>
        <a:xfrm>
          <a:off x="0" y="1631752"/>
          <a:ext cx="7886700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6668DD-5654-400D-B4FB-9EDAB6DBC444}">
      <dsp:nvSpPr>
        <dsp:cNvPr id="0" name=""/>
        <dsp:cNvSpPr/>
      </dsp:nvSpPr>
      <dsp:spPr>
        <a:xfrm rot="8100000">
          <a:off x="50999" y="376055"/>
          <a:ext cx="239995" cy="239995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C76775-46EC-442D-982A-09FC40097F20}">
      <dsp:nvSpPr>
        <dsp:cNvPr id="0" name=""/>
        <dsp:cNvSpPr/>
      </dsp:nvSpPr>
      <dsp:spPr>
        <a:xfrm>
          <a:off x="77660" y="402716"/>
          <a:ext cx="186672" cy="18667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820D7C-0189-4B3F-A400-D980300B788F}">
      <dsp:nvSpPr>
        <dsp:cNvPr id="0" name=""/>
        <dsp:cNvSpPr/>
      </dsp:nvSpPr>
      <dsp:spPr>
        <a:xfrm>
          <a:off x="340699" y="665754"/>
          <a:ext cx="2868728" cy="965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69850" rIns="0" bIns="104775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Peter </a:t>
          </a:r>
          <a:r>
            <a:rPr lang="en-US" sz="1100" kern="1200" dirty="0" err="1"/>
            <a:t>Melchart</a:t>
          </a:r>
          <a:r>
            <a:rPr lang="en-US" sz="1100" kern="1200" dirty="0"/>
            <a:t> &amp; Alex </a:t>
          </a:r>
          <a:r>
            <a:rPr lang="en-US" sz="1100" kern="1200" dirty="0" err="1"/>
            <a:t>Gavrilescu</a:t>
          </a:r>
          <a:r>
            <a:rPr lang="en-US" sz="1100" kern="1200" dirty="0"/>
            <a:t> 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Real time 1v1 multiplayer game using </a:t>
          </a:r>
          <a:r>
            <a:rPr lang="en-US" sz="1100" b="0" i="0" kern="1200" dirty="0" err="1"/>
            <a:t>.Net</a:t>
          </a:r>
          <a:r>
            <a:rPr lang="en-US" sz="1100" b="0" i="0" kern="1200" dirty="0"/>
            <a:t> and Unity3D</a:t>
          </a:r>
          <a:endParaRPr lang="en-AT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Funstage</a:t>
          </a:r>
          <a:endParaRPr lang="en-AT" sz="1100" kern="1200" dirty="0"/>
        </a:p>
      </dsp:txBody>
      <dsp:txXfrm>
        <a:off x="340699" y="665754"/>
        <a:ext cx="2868728" cy="965997"/>
      </dsp:txXfrm>
    </dsp:sp>
    <dsp:sp modelId="{3C7CD8B7-2C4E-40F8-BB32-4B9206A6F4C4}">
      <dsp:nvSpPr>
        <dsp:cNvPr id="0" name=""/>
        <dsp:cNvSpPr/>
      </dsp:nvSpPr>
      <dsp:spPr>
        <a:xfrm>
          <a:off x="340699" y="326350"/>
          <a:ext cx="2868728" cy="339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9525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 dirty="0"/>
            <a:t>26</a:t>
          </a:r>
          <a:r>
            <a:rPr lang="en-US" sz="1500" kern="1200" baseline="30000" dirty="0"/>
            <a:t>th</a:t>
          </a:r>
          <a:r>
            <a:rPr lang="en-US" sz="1500" kern="1200" dirty="0"/>
            <a:t> March 2024</a:t>
          </a:r>
          <a:endParaRPr lang="en-AT" sz="1500" kern="1200" dirty="0"/>
        </a:p>
      </dsp:txBody>
      <dsp:txXfrm>
        <a:off x="340699" y="326350"/>
        <a:ext cx="2868728" cy="339404"/>
      </dsp:txXfrm>
    </dsp:sp>
    <dsp:sp modelId="{CA8B99D7-86F1-4E71-8844-936F4D56E54E}">
      <dsp:nvSpPr>
        <dsp:cNvPr id="0" name=""/>
        <dsp:cNvSpPr/>
      </dsp:nvSpPr>
      <dsp:spPr>
        <a:xfrm>
          <a:off x="170997" y="665754"/>
          <a:ext cx="0" cy="965997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86A8A7-657E-4DC5-B92F-80C650BF570A}">
      <dsp:nvSpPr>
        <dsp:cNvPr id="0" name=""/>
        <dsp:cNvSpPr/>
      </dsp:nvSpPr>
      <dsp:spPr>
        <a:xfrm>
          <a:off x="139795" y="1601205"/>
          <a:ext cx="61092" cy="610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DAB56E-A1E6-4BF0-93B8-F3412E889E8C}">
      <dsp:nvSpPr>
        <dsp:cNvPr id="0" name=""/>
        <dsp:cNvSpPr/>
      </dsp:nvSpPr>
      <dsp:spPr>
        <a:xfrm rot="18900000">
          <a:off x="4478810" y="2647453"/>
          <a:ext cx="239995" cy="239995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36EE00-624A-4806-985D-59F8F4DFAF99}">
      <dsp:nvSpPr>
        <dsp:cNvPr id="0" name=""/>
        <dsp:cNvSpPr/>
      </dsp:nvSpPr>
      <dsp:spPr>
        <a:xfrm>
          <a:off x="4505472" y="2674115"/>
          <a:ext cx="186672" cy="18667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95F07C-9A9E-44CA-8C82-A136F69BBEEF}">
      <dsp:nvSpPr>
        <dsp:cNvPr id="0" name=""/>
        <dsp:cNvSpPr/>
      </dsp:nvSpPr>
      <dsp:spPr>
        <a:xfrm>
          <a:off x="4768510" y="1631752"/>
          <a:ext cx="2868728" cy="965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4775" rIns="69850" bIns="69850" numCol="1" spcCol="1270" anchor="b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100" b="0" i="0" kern="1200" dirty="0"/>
            <a:t>Bas Dijkstra - </a:t>
          </a:r>
          <a:r>
            <a:rPr lang="en-AT" sz="1100" kern="1200" dirty="0"/>
            <a:t>Solving the integration testing puzzle with contract-based testing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Rubicon</a:t>
          </a:r>
          <a:endParaRPr lang="en-AT" sz="1100" kern="1200" dirty="0"/>
        </a:p>
      </dsp:txBody>
      <dsp:txXfrm>
        <a:off x="4768510" y="1631752"/>
        <a:ext cx="2868728" cy="965997"/>
      </dsp:txXfrm>
    </dsp:sp>
    <dsp:sp modelId="{C182C103-B31C-4A31-8F6E-11C008F086D5}">
      <dsp:nvSpPr>
        <dsp:cNvPr id="0" name=""/>
        <dsp:cNvSpPr/>
      </dsp:nvSpPr>
      <dsp:spPr>
        <a:xfrm>
          <a:off x="4768510" y="2597749"/>
          <a:ext cx="2868728" cy="3394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9525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 dirty="0"/>
            <a:t>16</a:t>
          </a:r>
          <a:r>
            <a:rPr lang="en-US" sz="1500" kern="1200" baseline="30000" dirty="0"/>
            <a:t>th</a:t>
          </a:r>
          <a:r>
            <a:rPr lang="en-US" sz="1500" kern="1200" dirty="0"/>
            <a:t> April 2024</a:t>
          </a:r>
          <a:endParaRPr lang="en-AT" sz="1500" kern="1200" dirty="0"/>
        </a:p>
      </dsp:txBody>
      <dsp:txXfrm>
        <a:off x="4768510" y="2597749"/>
        <a:ext cx="2868728" cy="339404"/>
      </dsp:txXfrm>
    </dsp:sp>
    <dsp:sp modelId="{867334CD-7014-4571-A195-4D1A733B4411}">
      <dsp:nvSpPr>
        <dsp:cNvPr id="0" name=""/>
        <dsp:cNvSpPr/>
      </dsp:nvSpPr>
      <dsp:spPr>
        <a:xfrm>
          <a:off x="4598808" y="1631752"/>
          <a:ext cx="0" cy="965997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D1EF2C-48C2-4E54-98F5-6819CA076A3E}">
      <dsp:nvSpPr>
        <dsp:cNvPr id="0" name=""/>
        <dsp:cNvSpPr/>
      </dsp:nvSpPr>
      <dsp:spPr>
        <a:xfrm>
          <a:off x="4567607" y="1601205"/>
          <a:ext cx="61092" cy="610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2239" cy="340265"/>
          </a:xfrm>
          <a:prstGeom prst="rect">
            <a:avLst/>
          </a:prstGeom>
        </p:spPr>
        <p:txBody>
          <a:bodyPr vert="horz" lIns="115553" tIns="57776" rIns="115553" bIns="57776" rtlCol="0"/>
          <a:lstStyle>
            <a:lvl1pPr algn="l">
              <a:defRPr sz="1500"/>
            </a:lvl1pPr>
          </a:lstStyle>
          <a:p>
            <a:endParaRPr lang="de-AT" dirty="0">
              <a:latin typeface="Segoe UI" panose="020B0502040204020203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315" y="0"/>
            <a:ext cx="4302239" cy="340265"/>
          </a:xfrm>
          <a:prstGeom prst="rect">
            <a:avLst/>
          </a:prstGeom>
        </p:spPr>
        <p:txBody>
          <a:bodyPr vert="horz" lIns="115553" tIns="57776" rIns="115553" bIns="57776" rtlCol="0"/>
          <a:lstStyle>
            <a:lvl1pPr algn="r">
              <a:defRPr sz="1500"/>
            </a:lvl1pPr>
          </a:lstStyle>
          <a:p>
            <a:fld id="{EE68F74C-37EF-48A8-9413-4AAA875D5FE7}" type="datetimeFigureOut">
              <a:rPr lang="de-AT" smtClean="0">
                <a:latin typeface="Segoe UI" panose="020B0502040204020203" pitchFamily="34" charset="0"/>
              </a:rPr>
              <a:t>20.02.2024</a:t>
            </a:fld>
            <a:endParaRPr lang="de-AT" dirty="0">
              <a:latin typeface="Segoe UI" panose="020B0502040204020203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457412"/>
            <a:ext cx="4302239" cy="340263"/>
          </a:xfrm>
          <a:prstGeom prst="rect">
            <a:avLst/>
          </a:prstGeom>
        </p:spPr>
        <p:txBody>
          <a:bodyPr vert="horz" lIns="115553" tIns="57776" rIns="115553" bIns="57776" rtlCol="0" anchor="b"/>
          <a:lstStyle>
            <a:lvl1pPr algn="l">
              <a:defRPr sz="1500"/>
            </a:lvl1pPr>
          </a:lstStyle>
          <a:p>
            <a:endParaRPr lang="de-AT" dirty="0">
              <a:latin typeface="Segoe UI" panose="020B0502040204020203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315" y="6457412"/>
            <a:ext cx="4302239" cy="340263"/>
          </a:xfrm>
          <a:prstGeom prst="rect">
            <a:avLst/>
          </a:prstGeom>
        </p:spPr>
        <p:txBody>
          <a:bodyPr vert="horz" lIns="115553" tIns="57776" rIns="115553" bIns="57776" rtlCol="0" anchor="b"/>
          <a:lstStyle>
            <a:lvl1pPr algn="r">
              <a:defRPr sz="1500"/>
            </a:lvl1pPr>
          </a:lstStyle>
          <a:p>
            <a:fld id="{10DBF51D-1C90-4C3C-9922-12C77C92B711}" type="slidenum">
              <a:rPr lang="de-AT" smtClean="0">
                <a:latin typeface="Segoe UI" panose="020B0502040204020203" pitchFamily="34" charset="0"/>
              </a:rPr>
              <a:t>‹#›</a:t>
            </a:fld>
            <a:endParaRPr lang="de-AT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3970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2239" cy="340265"/>
          </a:xfrm>
          <a:prstGeom prst="rect">
            <a:avLst/>
          </a:prstGeom>
        </p:spPr>
        <p:txBody>
          <a:bodyPr vert="horz" lIns="115553" tIns="57776" rIns="115553" bIns="57776" rtlCol="0"/>
          <a:lstStyle>
            <a:lvl1pPr algn="l">
              <a:defRPr sz="1500">
                <a:latin typeface="Segoe UI" panose="020B0502040204020203" pitchFamily="34" charset="0"/>
              </a:defRPr>
            </a:lvl1pPr>
          </a:lstStyle>
          <a:p>
            <a:endParaRPr lang="de-AT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315" y="0"/>
            <a:ext cx="4302239" cy="340265"/>
          </a:xfrm>
          <a:prstGeom prst="rect">
            <a:avLst/>
          </a:prstGeom>
        </p:spPr>
        <p:txBody>
          <a:bodyPr vert="horz" lIns="115553" tIns="57776" rIns="115553" bIns="57776" rtlCol="0"/>
          <a:lstStyle>
            <a:lvl1pPr algn="r">
              <a:defRPr sz="1500">
                <a:latin typeface="Segoe UI" panose="020B0502040204020203" pitchFamily="34" charset="0"/>
              </a:defRPr>
            </a:lvl1pPr>
          </a:lstStyle>
          <a:p>
            <a:fld id="{1798F7A8-73FE-44D0-A259-89D4173863AE}" type="datetimeFigureOut">
              <a:rPr lang="de-AT" smtClean="0"/>
              <a:pPr/>
              <a:t>20.02.2024</a:t>
            </a:fld>
            <a:endParaRPr lang="de-AT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8288" cy="2295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5553" tIns="57776" rIns="115553" bIns="57776" rtlCol="0" anchor="ctr"/>
          <a:lstStyle/>
          <a:p>
            <a:endParaRPr lang="de-AT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4" y="3271477"/>
            <a:ext cx="7941310" cy="2676489"/>
          </a:xfrm>
          <a:prstGeom prst="rect">
            <a:avLst/>
          </a:prstGeom>
        </p:spPr>
        <p:txBody>
          <a:bodyPr vert="horz" lIns="115553" tIns="57776" rIns="115553" bIns="57776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A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7412"/>
            <a:ext cx="4302239" cy="340263"/>
          </a:xfrm>
          <a:prstGeom prst="rect">
            <a:avLst/>
          </a:prstGeom>
        </p:spPr>
        <p:txBody>
          <a:bodyPr vert="horz" lIns="115553" tIns="57776" rIns="115553" bIns="57776" rtlCol="0" anchor="b"/>
          <a:lstStyle>
            <a:lvl1pPr algn="l">
              <a:defRPr sz="1500">
                <a:latin typeface="Segoe UI" panose="020B0502040204020203" pitchFamily="34" charset="0"/>
              </a:defRPr>
            </a:lvl1pPr>
          </a:lstStyle>
          <a:p>
            <a:endParaRPr lang="de-A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315" y="6457412"/>
            <a:ext cx="4302239" cy="340263"/>
          </a:xfrm>
          <a:prstGeom prst="rect">
            <a:avLst/>
          </a:prstGeom>
        </p:spPr>
        <p:txBody>
          <a:bodyPr vert="horz" lIns="115553" tIns="57776" rIns="115553" bIns="57776" rtlCol="0" anchor="b"/>
          <a:lstStyle>
            <a:lvl1pPr algn="r">
              <a:defRPr sz="1500">
                <a:latin typeface="Segoe UI" panose="020B0502040204020203" pitchFamily="34" charset="0"/>
              </a:defRPr>
            </a:lvl1pPr>
          </a:lstStyle>
          <a:p>
            <a:fld id="{A0413CCB-3B69-4C8C-86B0-142AEE9B2CC4}" type="slidenum">
              <a:rPr lang="de-AT" smtClean="0"/>
              <a:pPr/>
              <a:t>‹#›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488919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28446" rtl="0" eaLnBrk="1" latinLnBrk="0" hangingPunct="1">
      <a:defRPr sz="1087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414223" algn="l" defTabSz="828446" rtl="0" eaLnBrk="1" latinLnBrk="0" hangingPunct="1">
      <a:defRPr sz="1087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828446" algn="l" defTabSz="828446" rtl="0" eaLnBrk="1" latinLnBrk="0" hangingPunct="1">
      <a:defRPr sz="1087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1242670" algn="l" defTabSz="828446" rtl="0" eaLnBrk="1" latinLnBrk="0" hangingPunct="1">
      <a:defRPr sz="1087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1656893" algn="l" defTabSz="828446" rtl="0" eaLnBrk="1" latinLnBrk="0" hangingPunct="1">
      <a:defRPr sz="1087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071116" algn="l" defTabSz="828446" rtl="0" eaLnBrk="1" latinLnBrk="0" hangingPunct="1">
      <a:defRPr sz="1087" kern="1200">
        <a:solidFill>
          <a:schemeClr val="tx1"/>
        </a:solidFill>
        <a:latin typeface="+mn-lt"/>
        <a:ea typeface="+mn-ea"/>
        <a:cs typeface="+mn-cs"/>
      </a:defRPr>
    </a:lvl6pPr>
    <a:lvl7pPr marL="2485339" algn="l" defTabSz="828446" rtl="0" eaLnBrk="1" latinLnBrk="0" hangingPunct="1">
      <a:defRPr sz="1087" kern="1200">
        <a:solidFill>
          <a:schemeClr val="tx1"/>
        </a:solidFill>
        <a:latin typeface="+mn-lt"/>
        <a:ea typeface="+mn-ea"/>
        <a:cs typeface="+mn-cs"/>
      </a:defRPr>
    </a:lvl7pPr>
    <a:lvl8pPr marL="2899562" algn="l" defTabSz="828446" rtl="0" eaLnBrk="1" latinLnBrk="0" hangingPunct="1">
      <a:defRPr sz="1087" kern="1200">
        <a:solidFill>
          <a:schemeClr val="tx1"/>
        </a:solidFill>
        <a:latin typeface="+mn-lt"/>
        <a:ea typeface="+mn-ea"/>
        <a:cs typeface="+mn-cs"/>
      </a:defRPr>
    </a:lvl8pPr>
    <a:lvl9pPr marL="3313786" algn="l" defTabSz="828446" rtl="0" eaLnBrk="1" latinLnBrk="0" hangingPunct="1">
      <a:defRPr sz="108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Jarvis, you don’t give it the task to build XYZ and it auto magic builds it for you.</a:t>
            </a:r>
          </a:p>
          <a:p>
            <a:r>
              <a:rPr lang="en-US" dirty="0"/>
              <a:t>It can’t interpret</a:t>
            </a:r>
            <a:endParaRPr lang="en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13CCB-3B69-4C8C-86B0-142AEE9B2CC4}" type="slidenum">
              <a:rPr lang="de-AT" smtClean="0"/>
              <a:pPr/>
              <a:t>13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13845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a new kind of User interface</a:t>
            </a:r>
          </a:p>
          <a:p>
            <a:r>
              <a:rPr lang="en-US" dirty="0"/>
              <a:t>And we are not used to it!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13CCB-3B69-4C8C-86B0-142AEE9B2CC4}" type="slidenum">
              <a:rPr lang="de-AT" smtClean="0"/>
              <a:pPr/>
              <a:t>14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771124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Available in both, not all features in both</a:t>
            </a:r>
            <a:endParaRPr lang="en-A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413CCB-3B69-4C8C-86B0-142AEE9B2CC4}" type="slidenum">
              <a:rPr lang="de-AT" smtClean="0"/>
              <a:pPr/>
              <a:t>17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48703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260459" y="1253058"/>
            <a:ext cx="1747502" cy="897523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268" baseline="0"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de-AT" dirty="0"/>
              <a:t>Add Picture</a:t>
            </a:r>
          </a:p>
        </p:txBody>
      </p:sp>
      <p:sp>
        <p:nvSpPr>
          <p:cNvPr id="6" name="object 26"/>
          <p:cNvSpPr/>
          <p:nvPr userDrawn="1"/>
        </p:nvSpPr>
        <p:spPr>
          <a:xfrm>
            <a:off x="2495717" y="1253058"/>
            <a:ext cx="662163" cy="52182"/>
          </a:xfrm>
          <a:custGeom>
            <a:avLst/>
            <a:gdLst/>
            <a:ahLst/>
            <a:cxnLst/>
            <a:rect l="l" t="t" r="r" b="b"/>
            <a:pathLst>
              <a:path w="547204" h="57594">
                <a:moveTo>
                  <a:pt x="0" y="57594"/>
                </a:moveTo>
                <a:lnTo>
                  <a:pt x="547204" y="57594"/>
                </a:lnTo>
                <a:lnTo>
                  <a:pt x="547204" y="0"/>
                </a:lnTo>
                <a:lnTo>
                  <a:pt x="0" y="0"/>
                </a:lnTo>
                <a:lnTo>
                  <a:pt x="0" y="57594"/>
                </a:lnTo>
                <a:close/>
              </a:path>
            </a:pathLst>
          </a:custGeom>
          <a:solidFill>
            <a:srgbClr val="005C9C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endParaRPr sz="1631" baseline="-25000" dirty="0">
              <a:latin typeface="Segoe UI" panose="020B0502040204020203" pitchFamily="34" charset="0"/>
            </a:endParaRP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2384858" y="1858724"/>
            <a:ext cx="6428729" cy="414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68" cap="none" baseline="0">
                <a:solidFill>
                  <a:srgbClr val="005C9C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de-AT" dirty="0"/>
          </a:p>
        </p:txBody>
      </p:sp>
      <p:sp>
        <p:nvSpPr>
          <p:cNvPr id="10" name="Text Placeholder 18"/>
          <p:cNvSpPr>
            <a:spLocks noGrp="1"/>
          </p:cNvSpPr>
          <p:nvPr>
            <p:ph type="body" sz="quarter" idx="14" hasCustomPrompt="1"/>
          </p:nvPr>
        </p:nvSpPr>
        <p:spPr>
          <a:xfrm>
            <a:off x="2384861" y="4815514"/>
            <a:ext cx="5539940" cy="192251"/>
          </a:xfrm>
          <a:prstGeom prst="rect">
            <a:avLst/>
          </a:prstGeom>
        </p:spPr>
        <p:txBody>
          <a:bodyPr/>
          <a:lstStyle>
            <a:lvl1pPr marL="0" marR="0" indent="0" algn="r" defTabSz="828465" rtl="0" eaLnBrk="1" fontAlgn="auto" latinLnBrk="0" hangingPunct="1">
              <a:lnSpc>
                <a:spcPct val="90000"/>
              </a:lnSpc>
              <a:spcBef>
                <a:spcPts val="906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0" baseline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</a:defRPr>
            </a:lvl1pPr>
            <a:lvl2pPr>
              <a:defRPr sz="725" baseline="0">
                <a:solidFill>
                  <a:schemeClr val="bg1"/>
                </a:solidFill>
                <a:latin typeface="Source Sans Pro" panose="020B0503030403020204" pitchFamily="34" charset="0"/>
              </a:defRPr>
            </a:lvl2pPr>
            <a:lvl3pPr>
              <a:defRPr sz="725" baseline="0">
                <a:solidFill>
                  <a:schemeClr val="bg1"/>
                </a:solidFill>
                <a:latin typeface="Source Sans Pro" panose="020B0503030403020204" pitchFamily="34" charset="0"/>
              </a:defRPr>
            </a:lvl3pPr>
            <a:lvl4pPr>
              <a:defRPr sz="725" baseline="0">
                <a:solidFill>
                  <a:schemeClr val="bg1"/>
                </a:solidFill>
                <a:latin typeface="Source Sans Pro" panose="020B0503030403020204" pitchFamily="34" charset="0"/>
              </a:defRPr>
            </a:lvl4pPr>
            <a:lvl5pPr>
              <a:defRPr sz="725" baseline="0">
                <a:solidFill>
                  <a:schemeClr val="bg1"/>
                </a:solidFill>
                <a:latin typeface="Source Sans Pro" panose="020B0503030403020204" pitchFamily="34" charset="0"/>
              </a:defRPr>
            </a:lvl5pPr>
          </a:lstStyle>
          <a:p>
            <a:r>
              <a:rPr lang="de-AT" dirty="0"/>
              <a:t>First </a:t>
            </a:r>
            <a:r>
              <a:rPr lang="de-AT" dirty="0" err="1"/>
              <a:t>slide</a:t>
            </a:r>
            <a:r>
              <a:rPr lang="de-AT" dirty="0"/>
              <a:t> </a:t>
            </a:r>
            <a:r>
              <a:rPr lang="de-AT" dirty="0" err="1"/>
              <a:t>footer</a:t>
            </a:r>
            <a:endParaRPr lang="de-AT" dirty="0"/>
          </a:p>
        </p:txBody>
      </p:sp>
      <p:sp>
        <p:nvSpPr>
          <p:cNvPr id="12" name="Textfeld 11"/>
          <p:cNvSpPr txBox="1"/>
          <p:nvPr userDrawn="1"/>
        </p:nvSpPr>
        <p:spPr>
          <a:xfrm>
            <a:off x="7924800" y="4781550"/>
            <a:ext cx="990600" cy="226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AT" sz="870" dirty="0">
                <a:solidFill>
                  <a:srgbClr val="005C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www.techtalk.at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>
          <a:xfrm>
            <a:off x="2384857" y="1365428"/>
            <a:ext cx="6428729" cy="4932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20" b="1" i="0">
                <a:solidFill>
                  <a:srgbClr val="005C9C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de-DE" dirty="0" err="1"/>
              <a:t>Presentation</a:t>
            </a:r>
            <a:r>
              <a:rPr lang="de-DE" dirty="0"/>
              <a:t> title</a:t>
            </a:r>
            <a:endParaRPr lang="de-AT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E3BD6783-D872-7B40-9671-010F108707C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84859" y="2850787"/>
            <a:ext cx="6428730" cy="2732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68" b="1" i="0">
                <a:solidFill>
                  <a:srgbClr val="162E4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Presenter Name </a:t>
            </a:r>
            <a:endParaRPr lang="de-AT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3C66E18-31DC-DC45-B29D-7B0CB5772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84860" y="3057906"/>
            <a:ext cx="6428726" cy="255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50" b="0" i="0">
                <a:solidFill>
                  <a:srgbClr val="162E4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Presenter Info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641027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2384860" y="2258930"/>
            <a:ext cx="6428726" cy="3886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68" cap="none" baseline="0">
                <a:solidFill>
                  <a:srgbClr val="0067AC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  <a:endParaRPr lang="de-AT" dirty="0"/>
          </a:p>
        </p:txBody>
      </p:sp>
      <p:sp>
        <p:nvSpPr>
          <p:cNvPr id="5" name="Text Placeholder 18"/>
          <p:cNvSpPr>
            <a:spLocks noGrp="1"/>
          </p:cNvSpPr>
          <p:nvPr>
            <p:ph type="body" sz="quarter" idx="14" hasCustomPrompt="1"/>
          </p:nvPr>
        </p:nvSpPr>
        <p:spPr>
          <a:xfrm>
            <a:off x="2384861" y="4815514"/>
            <a:ext cx="5539940" cy="192251"/>
          </a:xfrm>
          <a:prstGeom prst="rect">
            <a:avLst/>
          </a:prstGeom>
        </p:spPr>
        <p:txBody>
          <a:bodyPr/>
          <a:lstStyle>
            <a:lvl1pPr marL="0" marR="0" indent="0" algn="r" defTabSz="828465" rtl="0" eaLnBrk="1" fontAlgn="auto" latinLnBrk="0" hangingPunct="1">
              <a:lnSpc>
                <a:spcPct val="90000"/>
              </a:lnSpc>
              <a:spcBef>
                <a:spcPts val="906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0" baseline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</a:defRPr>
            </a:lvl1pPr>
            <a:lvl2pPr>
              <a:defRPr sz="725" baseline="0">
                <a:solidFill>
                  <a:schemeClr val="bg1"/>
                </a:solidFill>
                <a:latin typeface="Source Sans Pro" panose="020B0503030403020204" pitchFamily="34" charset="0"/>
              </a:defRPr>
            </a:lvl2pPr>
            <a:lvl3pPr>
              <a:defRPr sz="725" baseline="0">
                <a:solidFill>
                  <a:schemeClr val="bg1"/>
                </a:solidFill>
                <a:latin typeface="Source Sans Pro" panose="020B0503030403020204" pitchFamily="34" charset="0"/>
              </a:defRPr>
            </a:lvl3pPr>
            <a:lvl4pPr>
              <a:defRPr sz="725" baseline="0">
                <a:solidFill>
                  <a:schemeClr val="bg1"/>
                </a:solidFill>
                <a:latin typeface="Source Sans Pro" panose="020B0503030403020204" pitchFamily="34" charset="0"/>
              </a:defRPr>
            </a:lvl4pPr>
            <a:lvl5pPr>
              <a:defRPr sz="725" baseline="0">
                <a:solidFill>
                  <a:schemeClr val="bg1"/>
                </a:solidFill>
                <a:latin typeface="Source Sans Pro" panose="020B0503030403020204" pitchFamily="34" charset="0"/>
              </a:defRPr>
            </a:lvl5pPr>
          </a:lstStyle>
          <a:p>
            <a:r>
              <a:rPr lang="de-AT" dirty="0"/>
              <a:t>First </a:t>
            </a:r>
            <a:r>
              <a:rPr lang="de-AT" dirty="0" err="1"/>
              <a:t>slide</a:t>
            </a:r>
            <a:r>
              <a:rPr lang="de-AT" dirty="0"/>
              <a:t> </a:t>
            </a:r>
            <a:r>
              <a:rPr lang="de-AT" dirty="0" err="1"/>
              <a:t>footer</a:t>
            </a:r>
            <a:endParaRPr lang="de-AT" dirty="0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260459" y="1259805"/>
            <a:ext cx="1747502" cy="897523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268" baseline="0"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de-AT" dirty="0"/>
              <a:t>Add Picture</a:t>
            </a:r>
          </a:p>
        </p:txBody>
      </p:sp>
      <p:sp>
        <p:nvSpPr>
          <p:cNvPr id="9" name="object 26"/>
          <p:cNvSpPr/>
          <p:nvPr userDrawn="1"/>
        </p:nvSpPr>
        <p:spPr>
          <a:xfrm>
            <a:off x="2495717" y="1253058"/>
            <a:ext cx="662163" cy="52182"/>
          </a:xfrm>
          <a:custGeom>
            <a:avLst/>
            <a:gdLst/>
            <a:ahLst/>
            <a:cxnLst/>
            <a:rect l="l" t="t" r="r" b="b"/>
            <a:pathLst>
              <a:path w="547204" h="57594">
                <a:moveTo>
                  <a:pt x="0" y="57594"/>
                </a:moveTo>
                <a:lnTo>
                  <a:pt x="547204" y="57594"/>
                </a:lnTo>
                <a:lnTo>
                  <a:pt x="547204" y="0"/>
                </a:lnTo>
                <a:lnTo>
                  <a:pt x="0" y="0"/>
                </a:lnTo>
                <a:lnTo>
                  <a:pt x="0" y="57594"/>
                </a:lnTo>
                <a:close/>
              </a:path>
            </a:pathLst>
          </a:custGeom>
          <a:solidFill>
            <a:srgbClr val="005C9C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endParaRPr sz="1631" baseline="-25000" dirty="0">
              <a:latin typeface="Segoe UI" panose="020B0502040204020203" pitchFamily="34" charset="0"/>
            </a:endParaRPr>
          </a:p>
        </p:txBody>
      </p:sp>
      <p:sp>
        <p:nvSpPr>
          <p:cNvPr id="2" name="Textfeld 1"/>
          <p:cNvSpPr txBox="1"/>
          <p:nvPr userDrawn="1"/>
        </p:nvSpPr>
        <p:spPr>
          <a:xfrm>
            <a:off x="7924800" y="4781550"/>
            <a:ext cx="990600" cy="226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AT" sz="870" dirty="0">
                <a:solidFill>
                  <a:srgbClr val="005C9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www.techtalk.at</a:t>
            </a:r>
          </a:p>
        </p:txBody>
      </p:sp>
      <p:sp>
        <p:nvSpPr>
          <p:cNvPr id="13" name="Titel 4"/>
          <p:cNvSpPr>
            <a:spLocks noGrp="1"/>
          </p:cNvSpPr>
          <p:nvPr>
            <p:ph type="title" hasCustomPrompt="1"/>
          </p:nvPr>
        </p:nvSpPr>
        <p:spPr>
          <a:xfrm>
            <a:off x="2384857" y="1365428"/>
            <a:ext cx="6428729" cy="89350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720" b="0" baseline="0">
                <a:solidFill>
                  <a:srgbClr val="005C9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de-DE" dirty="0" err="1"/>
              <a:t>Presentation</a:t>
            </a:r>
            <a:r>
              <a:rPr lang="de-DE" dirty="0"/>
              <a:t> title</a:t>
            </a:r>
            <a:br>
              <a:rPr lang="de-DE" dirty="0"/>
            </a:br>
            <a:r>
              <a:rPr lang="de-DE" dirty="0" err="1"/>
              <a:t>with</a:t>
            </a:r>
            <a:r>
              <a:rPr lang="de-DE" dirty="0"/>
              <a:t> 2 </a:t>
            </a:r>
            <a:r>
              <a:rPr lang="de-DE" dirty="0" err="1"/>
              <a:t>lines</a:t>
            </a:r>
            <a:endParaRPr lang="de-AT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ECB67B3-6AF1-3D42-8DD8-F0761DBD702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84860" y="3061782"/>
            <a:ext cx="6428726" cy="255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50" b="0" i="0">
                <a:solidFill>
                  <a:srgbClr val="162E4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Presenter Info</a:t>
            </a:r>
            <a:endParaRPr lang="de-AT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AA11CD4-13F0-614B-905E-0A0E88F935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84860" y="2854662"/>
            <a:ext cx="6428726" cy="2071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68" b="1" i="0">
                <a:solidFill>
                  <a:srgbClr val="162E40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/>
            <a:r>
              <a:rPr lang="en-US" dirty="0"/>
              <a:t>Presenter Name 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048420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0"/>
          <p:cNvSpPr>
            <a:spLocks noGrp="1"/>
          </p:cNvSpPr>
          <p:nvPr>
            <p:ph type="body" sz="quarter" idx="20" hasCustomPrompt="1"/>
          </p:nvPr>
        </p:nvSpPr>
        <p:spPr>
          <a:xfrm>
            <a:off x="2386800" y="1980000"/>
            <a:ext cx="6428729" cy="2917681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8284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ource Sans Pro" panose="020B0503030403020204" pitchFamily="34" charset="0"/>
              <a:buNone/>
              <a:tabLst/>
              <a:defRPr sz="2174" cap="none" baseline="0">
                <a:solidFill>
                  <a:srgbClr val="162E40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First Agenda Point</a:t>
            </a:r>
          </a:p>
          <a:p>
            <a:pPr marL="0" marR="0" lvl="0" indent="0" algn="l" defTabSz="828465" rtl="0" eaLnBrk="1" fontAlgn="auto" latinLnBrk="0" hangingPunct="1">
              <a:lnSpc>
                <a:spcPct val="90000"/>
              </a:lnSpc>
              <a:spcBef>
                <a:spcPts val="906"/>
              </a:spcBef>
              <a:spcAft>
                <a:spcPts val="0"/>
              </a:spcAft>
              <a:buClrTx/>
              <a:buSzTx/>
              <a:buFont typeface="Source Sans Pro" panose="020B0503030403020204" pitchFamily="34" charset="0"/>
              <a:buNone/>
              <a:tabLst/>
              <a:defRPr/>
            </a:pPr>
            <a:r>
              <a:rPr lang="en-US" dirty="0"/>
              <a:t>Second Subject</a:t>
            </a:r>
          </a:p>
          <a:p>
            <a:pPr marL="0" marR="0" lvl="0" indent="0" algn="l" defTabSz="828465" rtl="0" eaLnBrk="1" fontAlgn="auto" latinLnBrk="0" hangingPunct="1">
              <a:lnSpc>
                <a:spcPct val="90000"/>
              </a:lnSpc>
              <a:spcBef>
                <a:spcPts val="906"/>
              </a:spcBef>
              <a:spcAft>
                <a:spcPts val="0"/>
              </a:spcAft>
              <a:buClrTx/>
              <a:buSzTx/>
              <a:buFont typeface="Source Sans Pro" panose="020B0503030403020204" pitchFamily="34" charset="0"/>
              <a:buNone/>
              <a:tabLst/>
              <a:defRPr/>
            </a:pPr>
            <a:r>
              <a:rPr lang="en-US" dirty="0"/>
              <a:t>Third </a:t>
            </a:r>
            <a:r>
              <a:rPr lang="en-US" dirty="0" err="1"/>
              <a:t>thema</a:t>
            </a:r>
            <a:endParaRPr lang="en-US" dirty="0"/>
          </a:p>
          <a:p>
            <a:pPr marL="0" marR="0" lvl="0" indent="0" algn="l" defTabSz="828465" rtl="0" eaLnBrk="1" fontAlgn="auto" latinLnBrk="0" hangingPunct="1">
              <a:lnSpc>
                <a:spcPct val="90000"/>
              </a:lnSpc>
              <a:spcBef>
                <a:spcPts val="906"/>
              </a:spcBef>
              <a:spcAft>
                <a:spcPts val="0"/>
              </a:spcAft>
              <a:buClrTx/>
              <a:buSzTx/>
              <a:buFont typeface="Source Sans Pro" panose="020B0503030403020204" pitchFamily="34" charset="0"/>
              <a:buNone/>
              <a:tabLst/>
              <a:defRPr/>
            </a:pPr>
            <a:r>
              <a:rPr lang="en-US" dirty="0"/>
              <a:t>Fourth issue</a:t>
            </a:r>
          </a:p>
        </p:txBody>
      </p:sp>
      <p:sp>
        <p:nvSpPr>
          <p:cNvPr id="5" name="object 26"/>
          <p:cNvSpPr/>
          <p:nvPr userDrawn="1"/>
        </p:nvSpPr>
        <p:spPr>
          <a:xfrm>
            <a:off x="2495717" y="1253058"/>
            <a:ext cx="662163" cy="52182"/>
          </a:xfrm>
          <a:custGeom>
            <a:avLst/>
            <a:gdLst/>
            <a:ahLst/>
            <a:cxnLst/>
            <a:rect l="l" t="t" r="r" b="b"/>
            <a:pathLst>
              <a:path w="547204" h="57594">
                <a:moveTo>
                  <a:pt x="0" y="57594"/>
                </a:moveTo>
                <a:lnTo>
                  <a:pt x="547204" y="57594"/>
                </a:lnTo>
                <a:lnTo>
                  <a:pt x="547204" y="0"/>
                </a:lnTo>
                <a:lnTo>
                  <a:pt x="0" y="0"/>
                </a:lnTo>
                <a:lnTo>
                  <a:pt x="0" y="57594"/>
                </a:lnTo>
                <a:close/>
              </a:path>
            </a:pathLst>
          </a:custGeom>
          <a:solidFill>
            <a:srgbClr val="005C9C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endParaRPr sz="1631" baseline="-25000" dirty="0">
              <a:latin typeface="Segoe UI" panose="020B0502040204020203" pitchFamily="34" charset="0"/>
            </a:endParaRPr>
          </a:p>
        </p:txBody>
      </p:sp>
      <p:sp>
        <p:nvSpPr>
          <p:cNvPr id="6" name="Titel 4"/>
          <p:cNvSpPr>
            <a:spLocks noGrp="1"/>
          </p:cNvSpPr>
          <p:nvPr>
            <p:ph type="title" hasCustomPrompt="1"/>
          </p:nvPr>
        </p:nvSpPr>
        <p:spPr>
          <a:xfrm>
            <a:off x="2386800" y="1364400"/>
            <a:ext cx="6428729" cy="560576"/>
          </a:xfrm>
          <a:prstGeom prst="rect">
            <a:avLst/>
          </a:prstGeom>
        </p:spPr>
        <p:txBody>
          <a:bodyPr/>
          <a:lstStyle>
            <a:lvl1pPr>
              <a:defRPr sz="2720" b="0">
                <a:solidFill>
                  <a:srgbClr val="005C9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de-DE" dirty="0"/>
              <a:t>Agenda title </a:t>
            </a: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956429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 flipV="1">
            <a:off x="3668307" y="4435840"/>
            <a:ext cx="1829168" cy="5311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631" dirty="0">
              <a:latin typeface="Segoe UI" panose="020B0502040204020203" pitchFamily="34" charset="0"/>
            </a:endParaRP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22622" y="3021716"/>
            <a:ext cx="8298756" cy="1137962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828465" rtl="0" eaLnBrk="1" fontAlgn="auto" latinLnBrk="0" hangingPunct="1">
              <a:lnSpc>
                <a:spcPct val="90000"/>
              </a:lnSpc>
              <a:spcBef>
                <a:spcPts val="906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12" b="0" baseline="0">
                <a:solidFill>
                  <a:srgbClr val="005C9C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sz="1812" baseline="0">
                <a:solidFill>
                  <a:schemeClr val="bg2">
                    <a:lumMod val="25000"/>
                  </a:schemeClr>
                </a:solidFill>
                <a:latin typeface="Source Sans Pro" panose="020B0503030403020204" pitchFamily="34" charset="0"/>
              </a:defRPr>
            </a:lvl2pPr>
            <a:lvl3pPr>
              <a:defRPr sz="1812" baseline="0">
                <a:solidFill>
                  <a:schemeClr val="bg2">
                    <a:lumMod val="25000"/>
                  </a:schemeClr>
                </a:solidFill>
                <a:latin typeface="Source Sans Pro" panose="020B0503030403020204" pitchFamily="34" charset="0"/>
              </a:defRPr>
            </a:lvl3pPr>
            <a:lvl4pPr>
              <a:defRPr sz="1812" baseline="0">
                <a:solidFill>
                  <a:schemeClr val="bg2">
                    <a:lumMod val="25000"/>
                  </a:schemeClr>
                </a:solidFill>
                <a:latin typeface="Source Sans Pro" panose="020B0503030403020204" pitchFamily="34" charset="0"/>
              </a:defRPr>
            </a:lvl4pPr>
            <a:lvl5pPr>
              <a:defRPr sz="1812" baseline="0">
                <a:solidFill>
                  <a:schemeClr val="bg2">
                    <a:lumMod val="25000"/>
                  </a:schemeClr>
                </a:solidFill>
                <a:latin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Ask for “Questions?”,…</a:t>
            </a:r>
          </a:p>
        </p:txBody>
      </p:sp>
      <p:sp>
        <p:nvSpPr>
          <p:cNvPr id="7" name="Titel 4"/>
          <p:cNvSpPr>
            <a:spLocks noGrp="1"/>
          </p:cNvSpPr>
          <p:nvPr>
            <p:ph type="title" hasCustomPrompt="1"/>
          </p:nvPr>
        </p:nvSpPr>
        <p:spPr>
          <a:xfrm>
            <a:off x="422622" y="1885950"/>
            <a:ext cx="8298756" cy="1135766"/>
          </a:xfrm>
          <a:prstGeom prst="rect">
            <a:avLst/>
          </a:prstGeom>
        </p:spPr>
        <p:txBody>
          <a:bodyPr/>
          <a:lstStyle>
            <a:lvl1pPr algn="ctr">
              <a:defRPr sz="4350" b="0" baseline="0">
                <a:solidFill>
                  <a:srgbClr val="005C9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de-DE" dirty="0"/>
              <a:t>Last </a:t>
            </a:r>
            <a:r>
              <a:rPr lang="de-DE" dirty="0" err="1"/>
              <a:t>slide</a:t>
            </a:r>
            <a:r>
              <a:rPr lang="de-DE" dirty="0"/>
              <a:t> </a:t>
            </a:r>
            <a:r>
              <a:rPr lang="de-DE" dirty="0" err="1"/>
              <a:t>content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348827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42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/>
          <p:cNvSpPr/>
          <p:nvPr userDrawn="1"/>
        </p:nvSpPr>
        <p:spPr>
          <a:xfrm>
            <a:off x="1838359" y="1329025"/>
            <a:ext cx="741785" cy="52182"/>
          </a:xfrm>
          <a:custGeom>
            <a:avLst/>
            <a:gdLst/>
            <a:ahLst/>
            <a:cxnLst/>
            <a:rect l="l" t="t" r="r" b="b"/>
            <a:pathLst>
              <a:path w="613003" h="57594">
                <a:moveTo>
                  <a:pt x="0" y="57594"/>
                </a:moveTo>
                <a:lnTo>
                  <a:pt x="613003" y="57594"/>
                </a:lnTo>
                <a:lnTo>
                  <a:pt x="613003" y="0"/>
                </a:lnTo>
                <a:lnTo>
                  <a:pt x="0" y="0"/>
                </a:lnTo>
                <a:lnTo>
                  <a:pt x="0" y="57594"/>
                </a:lnTo>
                <a:close/>
              </a:path>
            </a:pathLst>
          </a:custGeom>
          <a:solidFill>
            <a:srgbClr val="0067AC"/>
          </a:solidFill>
        </p:spPr>
        <p:txBody>
          <a:bodyPr wrap="square" lIns="0" tIns="0" rIns="0" bIns="0" rtlCol="0">
            <a:noAutofit/>
          </a:bodyPr>
          <a:lstStyle/>
          <a:p>
            <a:endParaRPr sz="1631" dirty="0">
              <a:solidFill>
                <a:srgbClr val="005C9C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itel 4"/>
          <p:cNvSpPr>
            <a:spLocks noGrp="1"/>
          </p:cNvSpPr>
          <p:nvPr>
            <p:ph type="title" hasCustomPrompt="1"/>
          </p:nvPr>
        </p:nvSpPr>
        <p:spPr>
          <a:xfrm>
            <a:off x="1713540" y="1467106"/>
            <a:ext cx="7007838" cy="845743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2720" b="0">
                <a:solidFill>
                  <a:srgbClr val="005C9C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r>
              <a:rPr lang="de-DE" dirty="0"/>
              <a:t>The </a:t>
            </a:r>
            <a:r>
              <a:rPr lang="de-DE" dirty="0" err="1"/>
              <a:t>section</a:t>
            </a:r>
            <a:r>
              <a:rPr lang="de-DE" dirty="0"/>
              <a:t> title </a:t>
            </a:r>
            <a:br>
              <a:rPr lang="de-DE" dirty="0"/>
            </a:br>
            <a:r>
              <a:rPr lang="de-DE" dirty="0" err="1"/>
              <a:t>goes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444632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1 line)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2">
            <a:extLst>
              <a:ext uri="{FF2B5EF4-FFF2-40B4-BE49-F238E27FC236}">
                <a16:creationId xmlns:a16="http://schemas.microsoft.com/office/drawing/2014/main" id="{DC871CA3-A3CB-AE41-846D-9941EB083B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173" y="555526"/>
            <a:ext cx="7760251" cy="46903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720" b="1" i="0">
                <a:solidFill>
                  <a:srgbClr val="005C9C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de-DE" dirty="0"/>
              <a:t>Page title </a:t>
            </a:r>
            <a:r>
              <a:rPr lang="de-DE" dirty="0" err="1"/>
              <a:t>with</a:t>
            </a:r>
            <a:r>
              <a:rPr lang="de-DE" dirty="0"/>
              <a:t> 1 </a:t>
            </a:r>
            <a:r>
              <a:rPr lang="de-DE" dirty="0" err="1"/>
              <a:t>line</a:t>
            </a:r>
            <a:endParaRPr lang="de-AT" dirty="0"/>
          </a:p>
        </p:txBody>
      </p:sp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EEF03D33-BFDF-6549-84AB-A47A8ED586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439" y="1302718"/>
            <a:ext cx="7759985" cy="35012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2170" b="0" i="0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lnSpc>
                <a:spcPct val="100000"/>
              </a:lnSpc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algn="l">
              <a:lnSpc>
                <a:spcPct val="100000"/>
              </a:lnSpc>
              <a:defRPr sz="2170" b="0" i="0">
                <a:solidFill>
                  <a:srgbClr val="5D7388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585598" indent="-342900" algn="l">
              <a:lnSpc>
                <a:spcPct val="100000"/>
              </a:lnSpc>
              <a:buSzPct val="50000"/>
              <a:buFont typeface="Arial" panose="020B0604020202020204" pitchFamily="34" charset="0"/>
              <a:buChar char="•"/>
              <a:defRPr sz="2170" b="0" i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64046" indent="-207116" algn="l">
              <a:lnSpc>
                <a:spcPct val="100000"/>
              </a:lnSpc>
              <a:buSzPct val="70000"/>
              <a:buFont typeface="Segoe UI" panose="020B0502040204020203" pitchFamily="34" charset="0"/>
              <a:buChar char="›"/>
              <a:defRPr sz="2170" b="0" i="0" baseline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/>
              <a:t>Fourth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/>
              <a:t>Fifth </a:t>
            </a:r>
            <a:r>
              <a:rPr lang="de-DE" dirty="0" err="1"/>
              <a:t>level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02848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 lines)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4">
            <a:extLst>
              <a:ext uri="{FF2B5EF4-FFF2-40B4-BE49-F238E27FC236}">
                <a16:creationId xmlns:a16="http://schemas.microsoft.com/office/drawing/2014/main" id="{4EE34BCF-7E8D-324E-9DB7-1EE0FDD4EE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173" y="1685207"/>
            <a:ext cx="7759985" cy="311879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2170" b="0" i="0" baseline="0">
                <a:latin typeface="Source Sans Pro" panose="020B0503030403020204" pitchFamily="34" charset="77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b="0" i="0">
                <a:latin typeface="Source Sans Pro" panose="020B0503030403020204" pitchFamily="34" charset="77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2170" b="0" i="0">
                <a:solidFill>
                  <a:srgbClr val="5D7388"/>
                </a:solidFill>
                <a:latin typeface="Source Sans Pro" panose="020B0503030403020204" pitchFamily="34" charset="77"/>
                <a:cs typeface="Segoe UI" panose="020B0502040204020203" pitchFamily="34" charset="0"/>
              </a:defRPr>
            </a:lvl3pPr>
            <a:lvl4pPr marL="1585598" indent="-342900">
              <a:lnSpc>
                <a:spcPct val="100000"/>
              </a:lnSpc>
              <a:buSzPct val="50000"/>
              <a:buFont typeface="Arial" panose="020B0604020202020204" pitchFamily="34" charset="0"/>
              <a:buChar char="•"/>
              <a:defRPr sz="2170" b="0" i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77"/>
                <a:cs typeface="Segoe UI" panose="020B0502040204020203" pitchFamily="34" charset="0"/>
              </a:defRPr>
            </a:lvl4pPr>
            <a:lvl5pPr marL="1864046" indent="-207116">
              <a:lnSpc>
                <a:spcPct val="100000"/>
              </a:lnSpc>
              <a:buSzPct val="70000"/>
              <a:buFont typeface="Segoe UI" panose="020B0502040204020203" pitchFamily="34" charset="0"/>
              <a:buChar char="›"/>
              <a:defRPr sz="2170" b="0" i="0" baseline="0">
                <a:latin typeface="Source Sans Pro" panose="020B0503030403020204" pitchFamily="34" charset="77"/>
                <a:cs typeface="Segoe UI" panose="020B0502040204020203" pitchFamily="34" charset="0"/>
              </a:defRPr>
            </a:lvl5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/>
              <a:t>Fourth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/>
              <a:t>Fifth </a:t>
            </a:r>
            <a:r>
              <a:rPr lang="de-DE" dirty="0" err="1"/>
              <a:t>level</a:t>
            </a:r>
            <a:endParaRPr lang="de-AT" dirty="0"/>
          </a:p>
        </p:txBody>
      </p:sp>
      <p:sp>
        <p:nvSpPr>
          <p:cNvPr id="8" name="Titel 2">
            <a:extLst>
              <a:ext uri="{FF2B5EF4-FFF2-40B4-BE49-F238E27FC236}">
                <a16:creationId xmlns:a16="http://schemas.microsoft.com/office/drawing/2014/main" id="{129C5EE7-504C-044F-8EB1-2B5B2AE6D6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173" y="555526"/>
            <a:ext cx="7759985" cy="84574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720" b="1" i="0">
                <a:solidFill>
                  <a:srgbClr val="005C9C"/>
                </a:solidFill>
                <a:latin typeface="+mj-lt"/>
              </a:defRPr>
            </a:lvl1pPr>
          </a:lstStyle>
          <a:p>
            <a:r>
              <a:rPr lang="de-DE" dirty="0"/>
              <a:t>Page title </a:t>
            </a:r>
            <a:br>
              <a:rPr lang="de-DE" dirty="0"/>
            </a:br>
            <a:r>
              <a:rPr lang="de-DE" dirty="0" err="1"/>
              <a:t>with</a:t>
            </a:r>
            <a:r>
              <a:rPr lang="de-DE" dirty="0"/>
              <a:t> 2 </a:t>
            </a:r>
            <a:r>
              <a:rPr lang="de-DE" dirty="0" err="1"/>
              <a:t>lines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505033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 (1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2">
            <a:extLst>
              <a:ext uri="{FF2B5EF4-FFF2-40B4-BE49-F238E27FC236}">
                <a16:creationId xmlns:a16="http://schemas.microsoft.com/office/drawing/2014/main" id="{6979FFB4-D87D-BD49-9E53-7BAB5F9438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173" y="555526"/>
            <a:ext cx="7760251" cy="46903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720" b="1" i="0">
                <a:solidFill>
                  <a:srgbClr val="005C9C"/>
                </a:solidFill>
                <a:latin typeface="+mj-lt"/>
              </a:defRPr>
            </a:lvl1pPr>
          </a:lstStyle>
          <a:p>
            <a:r>
              <a:rPr lang="de-DE" dirty="0"/>
              <a:t>Page title </a:t>
            </a:r>
            <a:r>
              <a:rPr lang="de-DE" dirty="0" err="1"/>
              <a:t>with</a:t>
            </a:r>
            <a:r>
              <a:rPr lang="de-DE" dirty="0"/>
              <a:t> 1 </a:t>
            </a:r>
            <a:r>
              <a:rPr lang="de-DE" dirty="0" err="1"/>
              <a:t>line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114507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 (2 lin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178F60-5D59-3E4B-81F2-551C00BF7F54}"/>
              </a:ext>
            </a:extLst>
          </p:cNvPr>
          <p:cNvSpPr/>
          <p:nvPr userDrawn="1"/>
        </p:nvSpPr>
        <p:spPr>
          <a:xfrm>
            <a:off x="7380312" y="123478"/>
            <a:ext cx="1224136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  <p:sp>
        <p:nvSpPr>
          <p:cNvPr id="9" name="Titel 2">
            <a:extLst>
              <a:ext uri="{FF2B5EF4-FFF2-40B4-BE49-F238E27FC236}">
                <a16:creationId xmlns:a16="http://schemas.microsoft.com/office/drawing/2014/main" id="{26B646F1-418C-FB4B-9FAD-FA4AE41493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173" y="555526"/>
            <a:ext cx="7759985" cy="84574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720" b="1" i="0">
                <a:solidFill>
                  <a:srgbClr val="005C9C"/>
                </a:solidFill>
                <a:latin typeface="+mj-lt"/>
              </a:defRPr>
            </a:lvl1pPr>
          </a:lstStyle>
          <a:p>
            <a:r>
              <a:rPr lang="de-DE" dirty="0"/>
              <a:t>Page title </a:t>
            </a:r>
            <a:br>
              <a:rPr lang="de-DE" dirty="0"/>
            </a:br>
            <a:r>
              <a:rPr lang="de-DE" dirty="0" err="1"/>
              <a:t>with</a:t>
            </a:r>
            <a:r>
              <a:rPr lang="de-DE" dirty="0"/>
              <a:t> 2 </a:t>
            </a:r>
            <a:r>
              <a:rPr lang="de-DE" dirty="0" err="1"/>
              <a:t>lines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2969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1 line) + Bulletpoint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976EFD1F-1ED3-7C4B-9CE9-7093E4863B1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68552" y="0"/>
            <a:ext cx="4211960" cy="51435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991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2000" y="0"/>
                </a:lnTo>
                <a:lnTo>
                  <a:pt x="10000" y="0"/>
                </a:lnTo>
                <a:cubicBezTo>
                  <a:pt x="9997" y="3333"/>
                  <a:pt x="9994" y="6667"/>
                  <a:pt x="9991" y="10000"/>
                </a:cubicBezTo>
                <a:lnTo>
                  <a:pt x="0" y="10000"/>
                </a:lnTo>
                <a:close/>
              </a:path>
            </a:pathLst>
          </a:custGeom>
        </p:spPr>
        <p:txBody>
          <a:bodyPr/>
          <a:lstStyle/>
          <a:p>
            <a:endParaRPr lang="de-DE" dirty="0"/>
          </a:p>
        </p:txBody>
      </p:sp>
      <p:sp>
        <p:nvSpPr>
          <p:cNvPr id="6" name="Titel 2">
            <a:extLst>
              <a:ext uri="{FF2B5EF4-FFF2-40B4-BE49-F238E27FC236}">
                <a16:creationId xmlns:a16="http://schemas.microsoft.com/office/drawing/2014/main" id="{57F97549-F297-8A4C-9404-DDD1108A40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173" y="555526"/>
            <a:ext cx="4519891" cy="46903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720" b="1" i="0">
                <a:solidFill>
                  <a:srgbClr val="005C9C"/>
                </a:solidFill>
                <a:latin typeface="+mj-lt"/>
              </a:defRPr>
            </a:lvl1pPr>
          </a:lstStyle>
          <a:p>
            <a:r>
              <a:rPr lang="de-DE" dirty="0"/>
              <a:t>Page title </a:t>
            </a:r>
            <a:r>
              <a:rPr lang="de-DE" dirty="0" err="1"/>
              <a:t>with</a:t>
            </a:r>
            <a:r>
              <a:rPr lang="de-DE" dirty="0"/>
              <a:t> 1 </a:t>
            </a:r>
            <a:r>
              <a:rPr lang="de-DE" dirty="0" err="1"/>
              <a:t>line</a:t>
            </a:r>
            <a:endParaRPr lang="de-AT" dirty="0"/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C83B0D88-86EC-6048-8B9A-CEA9C02C05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440" y="1302718"/>
            <a:ext cx="4211960" cy="35012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2170" b="0" i="0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lnSpc>
                <a:spcPct val="100000"/>
              </a:lnSpc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algn="l">
              <a:lnSpc>
                <a:spcPct val="100000"/>
              </a:lnSpc>
              <a:defRPr sz="2170" b="0" i="0">
                <a:solidFill>
                  <a:srgbClr val="5D7388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585598" indent="-342900" algn="l">
              <a:lnSpc>
                <a:spcPct val="100000"/>
              </a:lnSpc>
              <a:buSzPct val="50000"/>
              <a:buFont typeface="Arial" panose="020B0604020202020204" pitchFamily="34" charset="0"/>
              <a:buChar char="•"/>
              <a:defRPr sz="2170" b="0" i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64046" indent="-207116" algn="l">
              <a:lnSpc>
                <a:spcPct val="100000"/>
              </a:lnSpc>
              <a:buSzPct val="70000"/>
              <a:buFont typeface="Segoe UI" panose="020B0502040204020203" pitchFamily="34" charset="0"/>
              <a:buChar char="›"/>
              <a:defRPr sz="2170" b="0" i="0" baseline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/>
              <a:t>Fourth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/>
              <a:t>Fifth </a:t>
            </a:r>
            <a:r>
              <a:rPr lang="de-DE" dirty="0" err="1"/>
              <a:t>level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72990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 lines) + Bulletpoint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2">
            <a:extLst>
              <a:ext uri="{FF2B5EF4-FFF2-40B4-BE49-F238E27FC236}">
                <a16:creationId xmlns:a16="http://schemas.microsoft.com/office/drawing/2014/main" id="{801121CE-60BE-2E44-84F3-727745FDB1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173" y="555526"/>
            <a:ext cx="4375875" cy="84574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720" b="1" i="0">
                <a:solidFill>
                  <a:srgbClr val="005C9C"/>
                </a:solidFill>
                <a:latin typeface="+mj-lt"/>
              </a:defRPr>
            </a:lvl1pPr>
          </a:lstStyle>
          <a:p>
            <a:r>
              <a:rPr lang="de-DE" dirty="0"/>
              <a:t>Page title </a:t>
            </a:r>
            <a:br>
              <a:rPr lang="de-DE" dirty="0"/>
            </a:br>
            <a:r>
              <a:rPr lang="de-DE" dirty="0" err="1"/>
              <a:t>with</a:t>
            </a:r>
            <a:r>
              <a:rPr lang="de-DE" dirty="0"/>
              <a:t> 2 </a:t>
            </a:r>
            <a:r>
              <a:rPr lang="de-DE" dirty="0" err="1"/>
              <a:t>lines</a:t>
            </a:r>
            <a:endParaRPr lang="de-AT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06C3C8B-45D6-594A-A137-0E573A2D7B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173" y="1685207"/>
            <a:ext cx="4211961" cy="311879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2170" b="0" i="0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2170" b="0" i="0">
                <a:solidFill>
                  <a:srgbClr val="5D7388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585598" indent="-342900">
              <a:lnSpc>
                <a:spcPct val="100000"/>
              </a:lnSpc>
              <a:buSzPct val="50000"/>
              <a:buFont typeface="Arial" panose="020B0604020202020204" pitchFamily="34" charset="0"/>
              <a:buChar char="•"/>
              <a:defRPr sz="2170" b="0" i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64046" indent="-207116">
              <a:lnSpc>
                <a:spcPct val="100000"/>
              </a:lnSpc>
              <a:buSzPct val="70000"/>
              <a:buFont typeface="Segoe UI" panose="020B0502040204020203" pitchFamily="34" charset="0"/>
              <a:buChar char="›"/>
              <a:defRPr sz="2170" b="0" i="0" baseline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/>
              <a:t>Fourth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/>
              <a:t>Fifth </a:t>
            </a:r>
            <a:r>
              <a:rPr lang="de-DE" dirty="0" err="1"/>
              <a:t>level</a:t>
            </a:r>
            <a:endParaRPr lang="de-AT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3672421-EBD2-6448-A92D-B33FC8AD8E8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68552" y="0"/>
            <a:ext cx="4211960" cy="51435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991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2000" y="0"/>
                </a:lnTo>
                <a:lnTo>
                  <a:pt x="10000" y="0"/>
                </a:lnTo>
                <a:cubicBezTo>
                  <a:pt x="9997" y="3333"/>
                  <a:pt x="9994" y="6667"/>
                  <a:pt x="9991" y="10000"/>
                </a:cubicBezTo>
                <a:lnTo>
                  <a:pt x="0" y="10000"/>
                </a:lnTo>
                <a:close/>
              </a:path>
            </a:pathLst>
          </a:custGeo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20343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1 line) + Continuous Text + Bulletpoint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4">
            <a:extLst>
              <a:ext uri="{FF2B5EF4-FFF2-40B4-BE49-F238E27FC236}">
                <a16:creationId xmlns:a16="http://schemas.microsoft.com/office/drawing/2014/main" id="{04A17330-FB5B-ED40-AF17-EA0C78CEB6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173" y="1302718"/>
            <a:ext cx="4375609" cy="85989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17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b="0" i="0">
                <a:latin typeface="Source Sans Pro" panose="020B0503030403020204" pitchFamily="34" charset="77"/>
                <a:cs typeface="Segoe UI" panose="020B0502040204020203" pitchFamily="34" charset="0"/>
              </a:defRPr>
            </a:lvl2pPr>
            <a:lvl3pPr>
              <a:defRPr sz="2170" b="0" i="0">
                <a:solidFill>
                  <a:srgbClr val="5D7388"/>
                </a:solidFill>
                <a:latin typeface="Source Sans Pro" panose="020B0503030403020204" pitchFamily="34" charset="77"/>
                <a:cs typeface="Segoe UI" panose="020B0502040204020203" pitchFamily="34" charset="0"/>
              </a:defRPr>
            </a:lvl3pPr>
            <a:lvl4pPr marL="1585598" indent="-342900">
              <a:buSzPct val="50000"/>
              <a:buFont typeface="Arial" panose="020B0604020202020204" pitchFamily="34" charset="0"/>
              <a:buChar char="•"/>
              <a:defRPr sz="2170" b="0" i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77"/>
                <a:cs typeface="Segoe UI" panose="020B0502040204020203" pitchFamily="34" charset="0"/>
              </a:defRPr>
            </a:lvl4pPr>
            <a:lvl5pPr marL="1864046" indent="-207116">
              <a:buSzPct val="70000"/>
              <a:buFont typeface="Segoe UI" panose="020B0502040204020203" pitchFamily="34" charset="0"/>
              <a:buChar char="›"/>
              <a:defRPr sz="2170" b="0" i="0" baseline="0">
                <a:latin typeface="Source Sans Pro" panose="020B0503030403020204" pitchFamily="34" charset="77"/>
                <a:cs typeface="Segoe UI" panose="020B0502040204020203" pitchFamily="34" charset="0"/>
              </a:defRPr>
            </a:lvl5pPr>
          </a:lstStyle>
          <a:p>
            <a:pPr lvl="0"/>
            <a:r>
              <a:rPr lang="de-DE" dirty="0" err="1"/>
              <a:t>Continuous</a:t>
            </a:r>
            <a:r>
              <a:rPr lang="de-DE" dirty="0"/>
              <a:t> Text</a:t>
            </a:r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928DC76D-6529-174D-81A9-604189C969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439" y="2440769"/>
            <a:ext cx="4375343" cy="236323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2170" b="0" i="0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170"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2170" b="0" i="0">
                <a:solidFill>
                  <a:srgbClr val="5D7388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585598" indent="-342900">
              <a:lnSpc>
                <a:spcPct val="100000"/>
              </a:lnSpc>
              <a:buSzPct val="50000"/>
              <a:buFont typeface="Arial" panose="020B0604020202020204" pitchFamily="34" charset="0"/>
              <a:buChar char="•"/>
              <a:defRPr sz="2170" b="0" i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64046" indent="-207116">
              <a:lnSpc>
                <a:spcPct val="100000"/>
              </a:lnSpc>
              <a:buSzPct val="70000"/>
              <a:buFont typeface="Segoe UI" panose="020B0502040204020203" pitchFamily="34" charset="0"/>
              <a:buChar char="›"/>
              <a:defRPr sz="2170" b="0" i="0" baseline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/>
              <a:t>Fourth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/>
              <a:t>Fifth </a:t>
            </a:r>
            <a:r>
              <a:rPr lang="de-DE" dirty="0" err="1"/>
              <a:t>level</a:t>
            </a:r>
            <a:endParaRPr lang="de-AT" dirty="0"/>
          </a:p>
        </p:txBody>
      </p:sp>
      <p:sp>
        <p:nvSpPr>
          <p:cNvPr id="9" name="Titel 2">
            <a:extLst>
              <a:ext uri="{FF2B5EF4-FFF2-40B4-BE49-F238E27FC236}">
                <a16:creationId xmlns:a16="http://schemas.microsoft.com/office/drawing/2014/main" id="{6AA29DC0-16A9-6247-B86F-6E0E45370B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173" y="555526"/>
            <a:ext cx="4375875" cy="46903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720" b="1" i="0">
                <a:solidFill>
                  <a:srgbClr val="005C9C"/>
                </a:solidFill>
                <a:latin typeface="+mj-lt"/>
              </a:defRPr>
            </a:lvl1pPr>
          </a:lstStyle>
          <a:p>
            <a:r>
              <a:rPr lang="de-DE" dirty="0"/>
              <a:t>Page title </a:t>
            </a:r>
            <a:r>
              <a:rPr lang="de-DE" dirty="0" err="1"/>
              <a:t>with</a:t>
            </a:r>
            <a:r>
              <a:rPr lang="de-DE" dirty="0"/>
              <a:t> 1 </a:t>
            </a:r>
            <a:r>
              <a:rPr lang="de-DE" dirty="0" err="1"/>
              <a:t>line</a:t>
            </a:r>
            <a:endParaRPr lang="de-AT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4A26959F-C1FE-624F-9FB7-F923B462F3C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968552" y="0"/>
            <a:ext cx="4211960" cy="51435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991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2000" y="0"/>
                </a:lnTo>
                <a:lnTo>
                  <a:pt x="10000" y="0"/>
                </a:lnTo>
                <a:cubicBezTo>
                  <a:pt x="9997" y="3333"/>
                  <a:pt x="9994" y="6667"/>
                  <a:pt x="9991" y="10000"/>
                </a:cubicBezTo>
                <a:lnTo>
                  <a:pt x="0" y="10000"/>
                </a:lnTo>
                <a:close/>
              </a:path>
            </a:pathLst>
          </a:custGeo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20663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1 line) + Bulletpoints + Image Right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CE5F5937-5AD8-854C-B6C0-34381DD6434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92080" y="952557"/>
            <a:ext cx="3521720" cy="3851442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  <p:sp>
        <p:nvSpPr>
          <p:cNvPr id="9" name="Titel 2">
            <a:extLst>
              <a:ext uri="{FF2B5EF4-FFF2-40B4-BE49-F238E27FC236}">
                <a16:creationId xmlns:a16="http://schemas.microsoft.com/office/drawing/2014/main" id="{A98623BC-28BB-0D4D-8F09-1C936CB7BB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173" y="555526"/>
            <a:ext cx="4375875" cy="46903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720" b="1" i="0">
                <a:solidFill>
                  <a:srgbClr val="005C9C"/>
                </a:solidFill>
                <a:latin typeface="+mj-lt"/>
              </a:defRPr>
            </a:lvl1pPr>
          </a:lstStyle>
          <a:p>
            <a:r>
              <a:rPr lang="de-DE" dirty="0"/>
              <a:t>Page title </a:t>
            </a:r>
            <a:r>
              <a:rPr lang="de-DE" dirty="0" err="1"/>
              <a:t>with</a:t>
            </a:r>
            <a:r>
              <a:rPr lang="de-DE" dirty="0"/>
              <a:t> 1 </a:t>
            </a:r>
            <a:r>
              <a:rPr lang="de-DE" dirty="0" err="1"/>
              <a:t>line</a:t>
            </a:r>
            <a:endParaRPr lang="de-AT" dirty="0"/>
          </a:p>
        </p:txBody>
      </p:sp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6221C886-F0AB-6D4A-9189-38F0034959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8439" y="1302718"/>
            <a:ext cx="4375609" cy="350128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2170" b="0" i="0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algn="l">
              <a:lnSpc>
                <a:spcPct val="100000"/>
              </a:lnSpc>
              <a:defRPr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algn="l">
              <a:lnSpc>
                <a:spcPct val="100000"/>
              </a:lnSpc>
              <a:defRPr sz="2170" b="0" i="0">
                <a:solidFill>
                  <a:srgbClr val="5D7388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585598" indent="-342900" algn="l">
              <a:lnSpc>
                <a:spcPct val="100000"/>
              </a:lnSpc>
              <a:buSzPct val="50000"/>
              <a:buFont typeface="Arial" panose="020B0604020202020204" pitchFamily="34" charset="0"/>
              <a:buChar char="•"/>
              <a:defRPr sz="2170" b="0" i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64046" indent="-207116" algn="l">
              <a:lnSpc>
                <a:spcPct val="100000"/>
              </a:lnSpc>
              <a:buSzPct val="70000"/>
              <a:buFont typeface="Segoe UI" panose="020B0502040204020203" pitchFamily="34" charset="0"/>
              <a:buChar char="›"/>
              <a:defRPr sz="2170" b="0" i="0" baseline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/>
              <a:t>Fourth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/>
              <a:t>Fifth </a:t>
            </a:r>
            <a:r>
              <a:rPr lang="de-DE" dirty="0" err="1"/>
              <a:t>level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001935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1 line) + Continuous Text + ulletpoints + Image Right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713668B4-208C-5644-9F27-46DF8941D55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92080" y="952556"/>
            <a:ext cx="3521720" cy="3851441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  <p:sp>
        <p:nvSpPr>
          <p:cNvPr id="9" name="Titel 2">
            <a:extLst>
              <a:ext uri="{FF2B5EF4-FFF2-40B4-BE49-F238E27FC236}">
                <a16:creationId xmlns:a16="http://schemas.microsoft.com/office/drawing/2014/main" id="{1667D7D6-233B-DC41-8E14-CEC143F0B6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173" y="555526"/>
            <a:ext cx="4375875" cy="46903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720" b="1" i="0">
                <a:solidFill>
                  <a:srgbClr val="005C9C"/>
                </a:solidFill>
                <a:latin typeface="+mj-lt"/>
              </a:defRPr>
            </a:lvl1pPr>
          </a:lstStyle>
          <a:p>
            <a:r>
              <a:rPr lang="de-DE" dirty="0"/>
              <a:t>Page title </a:t>
            </a:r>
            <a:r>
              <a:rPr lang="de-DE" dirty="0" err="1"/>
              <a:t>with</a:t>
            </a:r>
            <a:r>
              <a:rPr lang="de-DE" dirty="0"/>
              <a:t> 1 </a:t>
            </a:r>
            <a:r>
              <a:rPr lang="de-DE" dirty="0" err="1"/>
              <a:t>line</a:t>
            </a:r>
            <a:endParaRPr lang="de-AT" dirty="0"/>
          </a:p>
        </p:txBody>
      </p:sp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508F9553-99CF-BA41-B303-5D3C14D515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173" y="1302718"/>
            <a:ext cx="4375609" cy="85989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17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defRPr b="0" i="0">
                <a:latin typeface="Source Sans Pro" panose="020B0503030403020204" pitchFamily="34" charset="77"/>
                <a:cs typeface="Segoe UI" panose="020B0502040204020203" pitchFamily="34" charset="0"/>
              </a:defRPr>
            </a:lvl2pPr>
            <a:lvl3pPr>
              <a:defRPr sz="2170" b="0" i="0">
                <a:solidFill>
                  <a:srgbClr val="5D7388"/>
                </a:solidFill>
                <a:latin typeface="Source Sans Pro" panose="020B0503030403020204" pitchFamily="34" charset="77"/>
                <a:cs typeface="Segoe UI" panose="020B0502040204020203" pitchFamily="34" charset="0"/>
              </a:defRPr>
            </a:lvl3pPr>
            <a:lvl4pPr marL="1585598" indent="-342900">
              <a:buSzPct val="50000"/>
              <a:buFont typeface="Arial" panose="020B0604020202020204" pitchFamily="34" charset="0"/>
              <a:buChar char="•"/>
              <a:defRPr sz="2170" b="0" i="0">
                <a:solidFill>
                  <a:schemeClr val="bg1">
                    <a:lumMod val="50000"/>
                  </a:schemeClr>
                </a:solidFill>
                <a:latin typeface="Source Sans Pro" panose="020B0503030403020204" pitchFamily="34" charset="77"/>
                <a:cs typeface="Segoe UI" panose="020B0502040204020203" pitchFamily="34" charset="0"/>
              </a:defRPr>
            </a:lvl4pPr>
            <a:lvl5pPr marL="1864046" indent="-207116">
              <a:buSzPct val="70000"/>
              <a:buFont typeface="Segoe UI" panose="020B0502040204020203" pitchFamily="34" charset="0"/>
              <a:buChar char="›"/>
              <a:defRPr sz="2170" b="0" i="0" baseline="0">
                <a:latin typeface="Source Sans Pro" panose="020B0503030403020204" pitchFamily="34" charset="77"/>
                <a:cs typeface="Segoe UI" panose="020B0502040204020203" pitchFamily="34" charset="0"/>
              </a:defRPr>
            </a:lvl5pPr>
          </a:lstStyle>
          <a:p>
            <a:pPr lvl="0"/>
            <a:r>
              <a:rPr lang="de-DE" dirty="0" err="1"/>
              <a:t>Continuous</a:t>
            </a:r>
            <a:r>
              <a:rPr lang="de-DE" dirty="0"/>
              <a:t> Text</a:t>
            </a:r>
          </a:p>
        </p:txBody>
      </p:sp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DE23813F-31D8-A140-9D3C-3543A90FD7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439" y="2440769"/>
            <a:ext cx="4375343" cy="236323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i="0" baseline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170" b="0" i="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2170" b="0" i="0">
                <a:solidFill>
                  <a:srgbClr val="5D7388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585598" indent="-342900">
              <a:lnSpc>
                <a:spcPct val="100000"/>
              </a:lnSpc>
              <a:buSzPct val="50000"/>
              <a:buFont typeface="Arial" panose="020B0604020202020204" pitchFamily="34" charset="0"/>
              <a:buChar char="•"/>
              <a:defRPr sz="2170" b="0" i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64046" indent="-207116">
              <a:lnSpc>
                <a:spcPct val="100000"/>
              </a:lnSpc>
              <a:buSzPct val="70000"/>
              <a:buFont typeface="Segoe UI" panose="020B0502040204020203" pitchFamily="34" charset="0"/>
              <a:buChar char="›"/>
              <a:defRPr sz="2170" b="0" i="0" baseline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/>
              <a:t>Fourth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/>
              <a:t>Fifth </a:t>
            </a:r>
            <a:r>
              <a:rPr lang="de-DE" dirty="0" err="1"/>
              <a:t>level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7888581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628172" y="1347614"/>
            <a:ext cx="7760251" cy="3456384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  <p:sp>
        <p:nvSpPr>
          <p:cNvPr id="4" name="Titel 2">
            <a:extLst>
              <a:ext uri="{FF2B5EF4-FFF2-40B4-BE49-F238E27FC236}">
                <a16:creationId xmlns:a16="http://schemas.microsoft.com/office/drawing/2014/main" id="{8D2C3D46-FA0A-9546-B22D-A3185B973A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173" y="555526"/>
            <a:ext cx="7760251" cy="46903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720" b="1" i="0">
                <a:solidFill>
                  <a:srgbClr val="005C9C"/>
                </a:solidFill>
                <a:latin typeface="+mj-lt"/>
              </a:defRPr>
            </a:lvl1pPr>
          </a:lstStyle>
          <a:p>
            <a:r>
              <a:rPr lang="de-DE" dirty="0"/>
              <a:t>Page title </a:t>
            </a:r>
            <a:r>
              <a:rPr lang="de-DE" dirty="0" err="1"/>
              <a:t>with</a:t>
            </a:r>
            <a:r>
              <a:rPr lang="de-DE" dirty="0"/>
              <a:t> 1 </a:t>
            </a:r>
            <a:r>
              <a:rPr lang="de-DE" dirty="0" err="1"/>
              <a:t>line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1123816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770865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94372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nipp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28439" y="1302717"/>
            <a:ext cx="7759719" cy="35012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70" baseline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2170">
                <a:solidFill>
                  <a:srgbClr val="5D7388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585598" indent="-342900">
              <a:buSzPct val="50000"/>
              <a:buFont typeface="Arial" panose="020B0604020202020204" pitchFamily="34" charset="0"/>
              <a:buChar char="•"/>
              <a:defRPr sz="217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864046" indent="-207116">
              <a:buSzPct val="70000"/>
              <a:buFont typeface="Segoe UI" panose="020B0502040204020203" pitchFamily="34" charset="0"/>
              <a:buChar char="›"/>
              <a:defRPr sz="2170" baseline="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de-AT" dirty="0"/>
              <a:t>Add </a:t>
            </a:r>
            <a:r>
              <a:rPr lang="de-AT" dirty="0" err="1"/>
              <a:t>your</a:t>
            </a:r>
            <a:r>
              <a:rPr lang="de-AT" dirty="0"/>
              <a:t> </a:t>
            </a:r>
            <a:r>
              <a:rPr lang="de-AT" dirty="0" err="1"/>
              <a:t>code</a:t>
            </a:r>
            <a:r>
              <a:rPr lang="de-AT" dirty="0"/>
              <a:t> </a:t>
            </a:r>
            <a:r>
              <a:rPr lang="de-AT" dirty="0" err="1"/>
              <a:t>here</a:t>
            </a:r>
            <a:r>
              <a:rPr lang="de-AT" dirty="0"/>
              <a:t>.</a:t>
            </a:r>
          </a:p>
        </p:txBody>
      </p:sp>
      <p:sp>
        <p:nvSpPr>
          <p:cNvPr id="9" name="Titel 2">
            <a:extLst>
              <a:ext uri="{FF2B5EF4-FFF2-40B4-BE49-F238E27FC236}">
                <a16:creationId xmlns:a16="http://schemas.microsoft.com/office/drawing/2014/main" id="{BB1997C7-5D79-CC40-8ED0-C01E59F740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173" y="555526"/>
            <a:ext cx="7759985" cy="46903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720" b="1" i="0">
                <a:solidFill>
                  <a:srgbClr val="005C9C"/>
                </a:solidFill>
                <a:latin typeface="+mj-lt"/>
              </a:defRPr>
            </a:lvl1pPr>
          </a:lstStyle>
          <a:p>
            <a:r>
              <a:rPr lang="de-DE" dirty="0"/>
              <a:t>Page title </a:t>
            </a:r>
            <a:r>
              <a:rPr lang="de-DE" dirty="0" err="1"/>
              <a:t>with</a:t>
            </a:r>
            <a:r>
              <a:rPr lang="de-DE" dirty="0"/>
              <a:t> 1 </a:t>
            </a:r>
            <a:r>
              <a:rPr lang="de-DE" dirty="0" err="1"/>
              <a:t>line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5754482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>
              <a:solidFill>
                <a:srgbClr val="162E40"/>
              </a:solidFill>
            </a:endParaRPr>
          </a:p>
        </p:txBody>
      </p:sp>
      <p:sp>
        <p:nvSpPr>
          <p:cNvPr id="7" name="object 26"/>
          <p:cNvSpPr/>
          <p:nvPr userDrawn="1"/>
        </p:nvSpPr>
        <p:spPr>
          <a:xfrm rot="16200000">
            <a:off x="1788413" y="1808510"/>
            <a:ext cx="662163" cy="124189"/>
          </a:xfrm>
          <a:custGeom>
            <a:avLst/>
            <a:gdLst/>
            <a:ahLst/>
            <a:cxnLst/>
            <a:rect l="l" t="t" r="r" b="b"/>
            <a:pathLst>
              <a:path w="547204" h="57594">
                <a:moveTo>
                  <a:pt x="0" y="57594"/>
                </a:moveTo>
                <a:lnTo>
                  <a:pt x="547204" y="57594"/>
                </a:lnTo>
                <a:lnTo>
                  <a:pt x="547204" y="0"/>
                </a:lnTo>
                <a:lnTo>
                  <a:pt x="0" y="0"/>
                </a:lnTo>
                <a:lnTo>
                  <a:pt x="0" y="57594"/>
                </a:lnTo>
                <a:close/>
              </a:path>
            </a:pathLst>
          </a:custGeom>
          <a:solidFill>
            <a:srgbClr val="4B8BD5"/>
          </a:solidFill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endParaRPr sz="1631" baseline="-25000" dirty="0">
              <a:latin typeface="Segoe UI" panose="020B0502040204020203" pitchFamily="34" charset="0"/>
            </a:endParaRP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95FFDA9C-0D15-5340-BB4A-E0C07CCB94E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286000" y="4019550"/>
            <a:ext cx="6102426" cy="426912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8284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ource Sans Pro" panose="020B0503030403020204" pitchFamily="34" charset="0"/>
              <a:buNone/>
              <a:tabLst/>
              <a:defRPr sz="2174" b="0" i="0" cap="none" baseline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de-AT" dirty="0" err="1"/>
              <a:t>Author</a:t>
            </a:r>
            <a:r>
              <a:rPr lang="de-AT" dirty="0"/>
              <a:t> Name</a:t>
            </a:r>
          </a:p>
        </p:txBody>
      </p:sp>
      <p:sp>
        <p:nvSpPr>
          <p:cNvPr id="10" name="Titel 2">
            <a:extLst>
              <a:ext uri="{FF2B5EF4-FFF2-40B4-BE49-F238E27FC236}">
                <a16:creationId xmlns:a16="http://schemas.microsoft.com/office/drawing/2014/main" id="{592F9138-C20A-5849-8A82-CA6FC78D26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5999" y="1504950"/>
            <a:ext cx="6102426" cy="23622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217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AT" dirty="0" err="1"/>
              <a:t>Lorem</a:t>
            </a:r>
            <a:r>
              <a:rPr lang="de-AT" dirty="0"/>
              <a:t> </a:t>
            </a:r>
            <a:r>
              <a:rPr lang="de-AT" dirty="0" err="1"/>
              <a:t>ipsum</a:t>
            </a:r>
            <a:r>
              <a:rPr lang="de-AT" dirty="0"/>
              <a:t> </a:t>
            </a:r>
            <a:r>
              <a:rPr lang="de-AT" dirty="0" err="1"/>
              <a:t>dolor</a:t>
            </a:r>
            <a:r>
              <a:rPr lang="de-AT" dirty="0"/>
              <a:t> </a:t>
            </a:r>
            <a:r>
              <a:rPr lang="de-AT" dirty="0" err="1"/>
              <a:t>sit</a:t>
            </a:r>
            <a:r>
              <a:rPr lang="de-AT" dirty="0"/>
              <a:t> </a:t>
            </a:r>
            <a:r>
              <a:rPr lang="de-AT" dirty="0" err="1"/>
              <a:t>amet</a:t>
            </a:r>
            <a:r>
              <a:rPr lang="de-AT" dirty="0"/>
              <a:t>, </a:t>
            </a:r>
            <a:r>
              <a:rPr lang="de-AT" dirty="0" err="1"/>
              <a:t>consectetuer</a:t>
            </a:r>
            <a:r>
              <a:rPr lang="de-AT" dirty="0"/>
              <a:t> </a:t>
            </a:r>
            <a:r>
              <a:rPr lang="de-AT" dirty="0" err="1"/>
              <a:t>adipiscing</a:t>
            </a:r>
            <a:r>
              <a:rPr lang="de-AT" dirty="0"/>
              <a:t> </a:t>
            </a:r>
            <a:r>
              <a:rPr lang="de-AT" dirty="0" err="1"/>
              <a:t>elit</a:t>
            </a:r>
            <a:r>
              <a:rPr lang="de-AT" dirty="0"/>
              <a:t>, </a:t>
            </a:r>
            <a:r>
              <a:rPr lang="de-AT" dirty="0" err="1"/>
              <a:t>sed</a:t>
            </a:r>
            <a:r>
              <a:rPr lang="de-AT" dirty="0"/>
              <a:t> </a:t>
            </a:r>
            <a:r>
              <a:rPr lang="de-AT" dirty="0" err="1"/>
              <a:t>diam</a:t>
            </a:r>
            <a:r>
              <a:rPr lang="de-AT" dirty="0"/>
              <a:t> </a:t>
            </a:r>
            <a:r>
              <a:rPr lang="de-AT" dirty="0" err="1"/>
              <a:t>nonummy</a:t>
            </a:r>
            <a:r>
              <a:rPr lang="de-AT" dirty="0"/>
              <a:t> </a:t>
            </a:r>
            <a:r>
              <a:rPr lang="de-AT" dirty="0" err="1"/>
              <a:t>nibh</a:t>
            </a:r>
            <a:r>
              <a:rPr lang="de-AT" dirty="0"/>
              <a:t> </a:t>
            </a:r>
            <a:r>
              <a:rPr lang="de-AT" dirty="0" err="1"/>
              <a:t>euismod</a:t>
            </a:r>
            <a:r>
              <a:rPr lang="de-AT" dirty="0"/>
              <a:t> </a:t>
            </a:r>
            <a:r>
              <a:rPr lang="de-AT" dirty="0" err="1"/>
              <a:t>tincidunt</a:t>
            </a:r>
            <a:r>
              <a:rPr lang="de-AT" dirty="0"/>
              <a:t> </a:t>
            </a:r>
            <a:r>
              <a:rPr lang="de-AT" dirty="0" err="1"/>
              <a:t>ut</a:t>
            </a:r>
            <a:r>
              <a:rPr lang="de-AT" dirty="0"/>
              <a:t> </a:t>
            </a:r>
            <a:r>
              <a:rPr lang="de-AT" dirty="0" err="1"/>
              <a:t>laoreet</a:t>
            </a:r>
            <a:r>
              <a:rPr lang="de-AT" dirty="0"/>
              <a:t> </a:t>
            </a:r>
            <a:r>
              <a:rPr lang="de-AT" dirty="0" err="1"/>
              <a:t>dolore</a:t>
            </a:r>
            <a:r>
              <a:rPr lang="de-AT" dirty="0"/>
              <a:t> magna </a:t>
            </a:r>
            <a:r>
              <a:rPr lang="de-AT" dirty="0" err="1"/>
              <a:t>aliquam</a:t>
            </a:r>
            <a:r>
              <a:rPr lang="de-AT" dirty="0"/>
              <a:t> </a:t>
            </a:r>
            <a:r>
              <a:rPr lang="de-AT" dirty="0" err="1"/>
              <a:t>erat</a:t>
            </a:r>
            <a:r>
              <a:rPr lang="de-AT" dirty="0"/>
              <a:t> </a:t>
            </a:r>
            <a:r>
              <a:rPr lang="de-AT" dirty="0" err="1"/>
              <a:t>volutpat</a:t>
            </a:r>
            <a:r>
              <a:rPr lang="de-AT" dirty="0"/>
              <a:t>. </a:t>
            </a:r>
            <a:r>
              <a:rPr lang="de-AT" dirty="0" err="1"/>
              <a:t>Ut</a:t>
            </a:r>
            <a:r>
              <a:rPr lang="de-AT" dirty="0"/>
              <a:t> </a:t>
            </a:r>
            <a:r>
              <a:rPr lang="de-AT" dirty="0" err="1"/>
              <a:t>wisi</a:t>
            </a:r>
            <a:r>
              <a:rPr lang="de-AT" dirty="0"/>
              <a:t> </a:t>
            </a:r>
            <a:r>
              <a:rPr lang="de-AT" dirty="0" err="1"/>
              <a:t>enim</a:t>
            </a:r>
            <a:r>
              <a:rPr lang="de-AT" dirty="0"/>
              <a:t> ad minim </a:t>
            </a:r>
            <a:r>
              <a:rPr lang="de-AT" dirty="0" err="1"/>
              <a:t>veniam</a:t>
            </a:r>
            <a:r>
              <a:rPr lang="de-AT" dirty="0"/>
              <a:t>, </a:t>
            </a:r>
            <a:r>
              <a:rPr lang="de-AT" dirty="0" err="1"/>
              <a:t>quis</a:t>
            </a:r>
            <a:r>
              <a:rPr lang="de-AT" dirty="0"/>
              <a:t> </a:t>
            </a:r>
            <a:r>
              <a:rPr lang="de-AT" dirty="0" err="1"/>
              <a:t>nostrud</a:t>
            </a:r>
            <a:r>
              <a:rPr lang="de-AT" dirty="0"/>
              <a:t> </a:t>
            </a:r>
            <a:r>
              <a:rPr lang="de-AT" dirty="0" err="1"/>
              <a:t>exerci</a:t>
            </a:r>
            <a:r>
              <a:rPr lang="de-AT" dirty="0"/>
              <a:t> </a:t>
            </a:r>
            <a:r>
              <a:rPr lang="de-AT" dirty="0" err="1"/>
              <a:t>tation</a:t>
            </a:r>
            <a:r>
              <a:rPr lang="de-AT" dirty="0"/>
              <a:t> </a:t>
            </a:r>
            <a:r>
              <a:rPr lang="de-AT" dirty="0" err="1"/>
              <a:t>ullamcorper</a:t>
            </a:r>
            <a:r>
              <a:rPr lang="de-AT" dirty="0"/>
              <a:t> </a:t>
            </a:r>
            <a:r>
              <a:rPr lang="de-AT" dirty="0" err="1"/>
              <a:t>suscipit</a:t>
            </a:r>
            <a:r>
              <a:rPr lang="de-AT" dirty="0"/>
              <a:t> </a:t>
            </a:r>
            <a:r>
              <a:rPr lang="de-AT" dirty="0" err="1"/>
              <a:t>lobortis</a:t>
            </a:r>
            <a:r>
              <a:rPr lang="de-AT" dirty="0"/>
              <a:t> </a:t>
            </a:r>
            <a:r>
              <a:rPr lang="de-AT" dirty="0" err="1"/>
              <a:t>nisl</a:t>
            </a:r>
            <a:r>
              <a:rPr lang="de-AT" dirty="0"/>
              <a:t> </a:t>
            </a:r>
            <a:r>
              <a:rPr lang="de-AT" dirty="0" err="1"/>
              <a:t>ut</a:t>
            </a:r>
            <a:r>
              <a:rPr lang="de-AT" dirty="0"/>
              <a:t> </a:t>
            </a:r>
            <a:r>
              <a:rPr lang="de-AT" dirty="0" err="1"/>
              <a:t>aliquip</a:t>
            </a:r>
            <a:r>
              <a:rPr lang="de-AT" dirty="0"/>
              <a:t> ex </a:t>
            </a:r>
            <a:r>
              <a:rPr lang="de-AT" dirty="0" err="1"/>
              <a:t>ea</a:t>
            </a:r>
            <a:r>
              <a:rPr lang="de-AT" dirty="0"/>
              <a:t> commodo </a:t>
            </a:r>
            <a:r>
              <a:rPr lang="de-AT" dirty="0" err="1"/>
              <a:t>consequat</a:t>
            </a:r>
            <a:r>
              <a:rPr lang="de-A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07617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9964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 Screen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  <p:sp>
        <p:nvSpPr>
          <p:cNvPr id="4" name="Titel 2">
            <a:extLst>
              <a:ext uri="{FF2B5EF4-FFF2-40B4-BE49-F238E27FC236}">
                <a16:creationId xmlns:a16="http://schemas.microsoft.com/office/drawing/2014/main" id="{932E6D09-EA13-F44B-93CC-679767DEFF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173" y="555526"/>
            <a:ext cx="7760251" cy="46903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720" b="1" i="0">
                <a:solidFill>
                  <a:srgbClr val="005C9C"/>
                </a:solidFill>
                <a:latin typeface="+mj-lt"/>
              </a:defRPr>
            </a:lvl1pPr>
          </a:lstStyle>
          <a:p>
            <a:r>
              <a:rPr lang="de-DE" dirty="0"/>
              <a:t>Page title </a:t>
            </a:r>
            <a:r>
              <a:rPr lang="de-DE" dirty="0" err="1"/>
              <a:t>with</a:t>
            </a:r>
            <a:r>
              <a:rPr lang="de-DE" dirty="0"/>
              <a:t> 1 </a:t>
            </a:r>
            <a:r>
              <a:rPr lang="de-DE" dirty="0" err="1"/>
              <a:t>line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1781438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1944-2A45-4B7B-A477-BA45CE943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A0533-CD44-4DDE-B317-752BCF8BE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1C2DC-9D13-45B8-9C91-FAFEF0819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20-2-2024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C4E39-1AE7-4646-A587-3B7171AB2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EDAC0-D24A-4D78-B8DB-BEB7297BA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084391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CED97-7892-4A6A-B40C-3C1372B4C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C458E-501A-4932-AB79-4DA6B0DF9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6C5CD-5CA2-45D3-A7E5-5F0C41CFA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20-2-2024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25868-F3A4-41EE-9FA8-A3278F9C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4AED9-7AD0-4BE2-9F3D-EEA95145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993127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40846-2E23-4F5E-862C-F0E79D9B5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B0B54E-F735-415F-BCB5-9F3633B03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2A00C-93C8-4143-B536-17F9E9D1A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20-2-2024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45FA0-8B3E-46EB-B062-ECB3B4CEA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43D8E-1315-4C71-9D6E-C3916E40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60284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E89B-20B1-440A-AA3A-A5E11E455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4437A-F66C-4875-A74F-3C75CFC2F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757C9-5F48-46C8-ADC6-8F8A79A34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18420-C84D-4415-9356-52F5EB88B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20-2-2024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AA0E1-3220-43BD-954D-20604B18F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821A3-FCB3-4C1E-9E49-EA91D8519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923441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55EF6-0BBA-44B4-A4C5-B3C895ED2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8683B-A28C-4845-822F-04E0CD832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A3C1FE-FE3B-40D0-85AC-B03F04658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E390F9-3027-49EE-A483-89DC3E7E94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44934-6812-4DFC-BF6F-714BC4CBF8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DC2A01-49FB-4D07-B01B-529F0DBD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20-2-2024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524A5D-C587-4CB5-ADFC-33A91CEF0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0F4136-265F-4E73-84C6-CF822258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0474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F709-38DF-4FC9-92E2-B50C448F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653B80-0ABE-48BA-8254-620142309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20-2-2024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847FF1-D68D-4890-B0FE-D70B17030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AEE45-D205-4FB8-8EFA-AE2A28924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257784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 No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902FB-23CF-4211-ADF0-3A4DE0B6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20-2-2024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ED0D9-AA32-4C72-83AD-B6C1ED24F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B3314-6C94-4202-968D-E70216A4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514137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902FB-23CF-4211-ADF0-3A4DE0B6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20-2-2024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2ED0D9-AA32-4C72-83AD-B6C1ED24F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B3314-6C94-4202-968D-E70216A4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516281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842A-612B-4000-A784-0BC4F8BF6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42E23-E41A-49FF-AC83-CA3721D07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09896-E4F5-40FA-90E2-4561A5E1B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16635-A7B4-4B97-88E6-38C7D2C5D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20-2-2024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E2EB0-16D9-4607-B6BE-F88A1551B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0C3FE-53AC-4110-B3FF-3BB15FA05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046222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DA177-33D9-4664-A99E-EB040CC0A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6C91C6-698E-4DE4-842C-46E72D5875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680A39-040B-4CD3-BB6B-655C2B90E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CB5AF-89AA-4DEA-8C19-E4ABC2592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20-2-2024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4A46F-D727-4DD2-887E-3BB3696FE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28AD9-4A87-4A9C-934D-B02ABB63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37196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356F6-83B1-4A71-88B2-C7F4E59C1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F2CCA-7C21-4AEC-B0EB-327F1C833D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C8A40-9F80-4B05-9B53-E9916220E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20-2-2024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298C1-6356-4C33-BAF6-5971C12C1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2FD18-A833-4A9E-8ACE-52682B9BD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884971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B4FA3A-F3FA-49D3-A804-671D7FB84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4ACC46-6860-437D-B9A4-A18756D17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10DEA-5B77-4544-9C0F-C6E8BFA78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15B7-28DE-4628-BA8A-1704EE7C24C1}" type="datetimeFigureOut">
              <a:rPr lang="nl-NL" smtClean="0"/>
              <a:t>20-2-2024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60C39-2BDF-4C4E-B577-CBB8B442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8AB65-1834-4DA2-B838-BFB59D21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43391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Relationship Id="rId4" Type="http://schemas.microsoft.com/office/2007/relationships/hdphoto" Target="../media/hdphoto1.wdp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887" y="259415"/>
            <a:ext cx="1369646" cy="31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044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89" r:id="rId2"/>
    <p:sldLayoutId id="2147483691" r:id="rId3"/>
    <p:sldLayoutId id="2147483678" r:id="rId4"/>
  </p:sldLayoutIdLst>
  <p:txStyles>
    <p:titleStyle>
      <a:lvl1pPr algn="l" defTabSz="828465" rtl="0" eaLnBrk="1" latinLnBrk="0" hangingPunct="1">
        <a:lnSpc>
          <a:spcPct val="90000"/>
        </a:lnSpc>
        <a:spcBef>
          <a:spcPct val="0"/>
        </a:spcBef>
        <a:buNone/>
        <a:defRPr sz="39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7116" indent="-207116" algn="l" defTabSz="828465" rtl="0" eaLnBrk="1" latinLnBrk="0" hangingPunct="1">
        <a:lnSpc>
          <a:spcPct val="90000"/>
        </a:lnSpc>
        <a:spcBef>
          <a:spcPts val="906"/>
        </a:spcBef>
        <a:buFont typeface="Arial" panose="020B0604020202020204" pitchFamily="34" charset="0"/>
        <a:buChar char="•"/>
        <a:defRPr sz="2537" kern="1200">
          <a:solidFill>
            <a:schemeClr val="tx1"/>
          </a:solidFill>
          <a:latin typeface="+mn-lt"/>
          <a:ea typeface="+mn-ea"/>
          <a:cs typeface="+mn-cs"/>
        </a:defRPr>
      </a:lvl1pPr>
      <a:lvl2pPr marL="621348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2174" kern="1200">
          <a:solidFill>
            <a:schemeClr val="tx1"/>
          </a:solidFill>
          <a:latin typeface="+mn-lt"/>
          <a:ea typeface="+mn-ea"/>
          <a:cs typeface="+mn-cs"/>
        </a:defRPr>
      </a:lvl2pPr>
      <a:lvl3pPr marL="1035582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812" kern="1200">
          <a:solidFill>
            <a:schemeClr val="tx1"/>
          </a:solidFill>
          <a:latin typeface="+mn-lt"/>
          <a:ea typeface="+mn-ea"/>
          <a:cs typeface="+mn-cs"/>
        </a:defRPr>
      </a:lvl3pPr>
      <a:lvl4pPr marL="1449814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1" kern="1200">
          <a:solidFill>
            <a:schemeClr val="tx1"/>
          </a:solidFill>
          <a:latin typeface="+mn-lt"/>
          <a:ea typeface="+mn-ea"/>
          <a:cs typeface="+mn-cs"/>
        </a:defRPr>
      </a:lvl4pPr>
      <a:lvl5pPr marL="1864046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1" kern="1200">
          <a:solidFill>
            <a:schemeClr val="tx1"/>
          </a:solidFill>
          <a:latin typeface="+mn-lt"/>
          <a:ea typeface="+mn-ea"/>
          <a:cs typeface="+mn-cs"/>
        </a:defRPr>
      </a:lvl5pPr>
      <a:lvl6pPr marL="2278278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1" kern="1200">
          <a:solidFill>
            <a:schemeClr val="tx1"/>
          </a:solidFill>
          <a:latin typeface="+mn-lt"/>
          <a:ea typeface="+mn-ea"/>
          <a:cs typeface="+mn-cs"/>
        </a:defRPr>
      </a:lvl6pPr>
      <a:lvl7pPr marL="2692512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1" kern="1200">
          <a:solidFill>
            <a:schemeClr val="tx1"/>
          </a:solidFill>
          <a:latin typeface="+mn-lt"/>
          <a:ea typeface="+mn-ea"/>
          <a:cs typeface="+mn-cs"/>
        </a:defRPr>
      </a:lvl7pPr>
      <a:lvl8pPr marL="3106744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1" kern="1200">
          <a:solidFill>
            <a:schemeClr val="tx1"/>
          </a:solidFill>
          <a:latin typeface="+mn-lt"/>
          <a:ea typeface="+mn-ea"/>
          <a:cs typeface="+mn-cs"/>
        </a:defRPr>
      </a:lvl8pPr>
      <a:lvl9pPr marL="3520976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1pPr>
      <a:lvl2pPr marL="414233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2pPr>
      <a:lvl3pPr marL="828465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3pPr>
      <a:lvl4pPr marL="1242698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4pPr>
      <a:lvl5pPr marL="1656930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5pPr>
      <a:lvl6pPr marL="2071162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6pPr>
      <a:lvl7pPr marL="2485395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7pPr>
      <a:lvl8pPr marL="2899628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8pPr>
      <a:lvl9pPr marL="3313860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D7A6D7-BE94-3246-9EB1-BEFB897EB6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 trans="26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04447" y="233468"/>
            <a:ext cx="306085" cy="310167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638788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828465" rtl="0" eaLnBrk="1" latinLnBrk="0" hangingPunct="1">
        <a:lnSpc>
          <a:spcPct val="90000"/>
        </a:lnSpc>
        <a:spcBef>
          <a:spcPct val="0"/>
        </a:spcBef>
        <a:buNone/>
        <a:defRPr sz="39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7116" indent="-207116" algn="l" defTabSz="828465" rtl="0" eaLnBrk="1" latinLnBrk="0" hangingPunct="1">
        <a:lnSpc>
          <a:spcPct val="90000"/>
        </a:lnSpc>
        <a:spcBef>
          <a:spcPts val="906"/>
        </a:spcBef>
        <a:buFont typeface="Arial" panose="020B0604020202020204" pitchFamily="34" charset="0"/>
        <a:buChar char="•"/>
        <a:defRPr sz="2537" kern="1200">
          <a:solidFill>
            <a:schemeClr val="tx1"/>
          </a:solidFill>
          <a:latin typeface="+mn-lt"/>
          <a:ea typeface="+mn-ea"/>
          <a:cs typeface="+mn-cs"/>
        </a:defRPr>
      </a:lvl1pPr>
      <a:lvl2pPr marL="621348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2174" kern="1200">
          <a:solidFill>
            <a:schemeClr val="tx1"/>
          </a:solidFill>
          <a:latin typeface="+mn-lt"/>
          <a:ea typeface="+mn-ea"/>
          <a:cs typeface="+mn-cs"/>
        </a:defRPr>
      </a:lvl2pPr>
      <a:lvl3pPr marL="1035582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812" kern="1200">
          <a:solidFill>
            <a:schemeClr val="tx1"/>
          </a:solidFill>
          <a:latin typeface="+mn-lt"/>
          <a:ea typeface="+mn-ea"/>
          <a:cs typeface="+mn-cs"/>
        </a:defRPr>
      </a:lvl3pPr>
      <a:lvl4pPr marL="1449814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1" kern="1200">
          <a:solidFill>
            <a:schemeClr val="tx1"/>
          </a:solidFill>
          <a:latin typeface="+mn-lt"/>
          <a:ea typeface="+mn-ea"/>
          <a:cs typeface="+mn-cs"/>
        </a:defRPr>
      </a:lvl4pPr>
      <a:lvl5pPr marL="1864046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1" kern="1200">
          <a:solidFill>
            <a:schemeClr val="tx1"/>
          </a:solidFill>
          <a:latin typeface="+mn-lt"/>
          <a:ea typeface="+mn-ea"/>
          <a:cs typeface="+mn-cs"/>
        </a:defRPr>
      </a:lvl5pPr>
      <a:lvl6pPr marL="2278278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1" kern="1200">
          <a:solidFill>
            <a:schemeClr val="tx1"/>
          </a:solidFill>
          <a:latin typeface="+mn-lt"/>
          <a:ea typeface="+mn-ea"/>
          <a:cs typeface="+mn-cs"/>
        </a:defRPr>
      </a:lvl6pPr>
      <a:lvl7pPr marL="2692512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1" kern="1200">
          <a:solidFill>
            <a:schemeClr val="tx1"/>
          </a:solidFill>
          <a:latin typeface="+mn-lt"/>
          <a:ea typeface="+mn-ea"/>
          <a:cs typeface="+mn-cs"/>
        </a:defRPr>
      </a:lvl7pPr>
      <a:lvl8pPr marL="3106744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1" kern="1200">
          <a:solidFill>
            <a:schemeClr val="tx1"/>
          </a:solidFill>
          <a:latin typeface="+mn-lt"/>
          <a:ea typeface="+mn-ea"/>
          <a:cs typeface="+mn-cs"/>
        </a:defRPr>
      </a:lvl8pPr>
      <a:lvl9pPr marL="3520976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1pPr>
      <a:lvl2pPr marL="414233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2pPr>
      <a:lvl3pPr marL="828465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3pPr>
      <a:lvl4pPr marL="1242698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4pPr>
      <a:lvl5pPr marL="1656930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5pPr>
      <a:lvl6pPr marL="2071162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6pPr>
      <a:lvl7pPr marL="2485395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7pPr>
      <a:lvl8pPr marL="2899628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8pPr>
      <a:lvl9pPr marL="3313860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 txBox="1">
            <a:spLocks/>
          </p:cNvSpPr>
          <p:nvPr userDrawn="1"/>
        </p:nvSpPr>
        <p:spPr>
          <a:xfrm>
            <a:off x="767352" y="336102"/>
            <a:ext cx="7613904" cy="86373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506">
              <a:lnSpc>
                <a:spcPct val="100000"/>
              </a:lnSpc>
            </a:pPr>
            <a:endParaRPr lang="en-US" sz="2718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object 3"/>
          <p:cNvSpPr txBox="1"/>
          <p:nvPr userDrawn="1"/>
        </p:nvSpPr>
        <p:spPr>
          <a:xfrm>
            <a:off x="767352" y="1693936"/>
            <a:ext cx="6210236" cy="276276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3724">
              <a:lnSpc>
                <a:spcPct val="100000"/>
              </a:lnSpc>
              <a:tabLst>
                <a:tab pos="425163" algn="l"/>
              </a:tabLst>
            </a:pPr>
            <a:endParaRPr sz="1812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Footer Placeholder 2"/>
          <p:cNvSpPr txBox="1">
            <a:spLocks/>
          </p:cNvSpPr>
          <p:nvPr userDrawn="1"/>
        </p:nvSpPr>
        <p:spPr>
          <a:xfrm>
            <a:off x="8557062" y="4934845"/>
            <a:ext cx="414231" cy="174714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06" algn="l"/>
            <a:fld id="{95B4B3EB-B372-4770-A13F-2EE4A5CA8E9F}" type="slidenum">
              <a:rPr lang="en-US" sz="725" smtClean="0">
                <a:solidFill>
                  <a:srgbClr val="9D9FA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marL="11506" algn="l"/>
              <a:t>‹#›</a:t>
            </a:fld>
            <a:endParaRPr lang="en-US" sz="725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7003528" y="5106521"/>
            <a:ext cx="1829168" cy="43150"/>
          </a:xfrm>
          <a:prstGeom prst="rect">
            <a:avLst/>
          </a:prstGeom>
          <a:solidFill>
            <a:srgbClr val="BFD9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631" dirty="0">
              <a:latin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0E7618-8E64-2446-A77C-82DE3CC273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screen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artisticPhotocopy trans="26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04447" y="233468"/>
            <a:ext cx="306085" cy="310167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906595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34" r:id="rId10"/>
    <p:sldLayoutId id="2147483733" r:id="rId11"/>
    <p:sldLayoutId id="2147483700" r:id="rId12"/>
    <p:sldLayoutId id="2147483729" r:id="rId13"/>
    <p:sldLayoutId id="2147483728" r:id="rId14"/>
  </p:sldLayoutIdLst>
  <p:txStyles>
    <p:titleStyle>
      <a:lvl1pPr algn="l" defTabSz="828465" rtl="0" eaLnBrk="1" latinLnBrk="0" hangingPunct="1">
        <a:lnSpc>
          <a:spcPct val="90000"/>
        </a:lnSpc>
        <a:spcBef>
          <a:spcPct val="0"/>
        </a:spcBef>
        <a:buNone/>
        <a:defRPr sz="39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7116" indent="-207116" algn="l" defTabSz="828465" rtl="0" eaLnBrk="1" latinLnBrk="0" hangingPunct="1">
        <a:lnSpc>
          <a:spcPct val="90000"/>
        </a:lnSpc>
        <a:spcBef>
          <a:spcPts val="906"/>
        </a:spcBef>
        <a:buFont typeface="Arial" panose="020B0604020202020204" pitchFamily="34" charset="0"/>
        <a:buChar char="•"/>
        <a:defRPr sz="2537" kern="1200">
          <a:solidFill>
            <a:schemeClr val="tx1"/>
          </a:solidFill>
          <a:latin typeface="+mn-lt"/>
          <a:ea typeface="+mn-ea"/>
          <a:cs typeface="+mn-cs"/>
        </a:defRPr>
      </a:lvl1pPr>
      <a:lvl2pPr marL="621348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2174" kern="1200">
          <a:solidFill>
            <a:schemeClr val="tx1"/>
          </a:solidFill>
          <a:latin typeface="+mn-lt"/>
          <a:ea typeface="+mn-ea"/>
          <a:cs typeface="+mn-cs"/>
        </a:defRPr>
      </a:lvl2pPr>
      <a:lvl3pPr marL="1035582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812" kern="1200">
          <a:solidFill>
            <a:schemeClr val="tx1"/>
          </a:solidFill>
          <a:latin typeface="+mn-lt"/>
          <a:ea typeface="+mn-ea"/>
          <a:cs typeface="+mn-cs"/>
        </a:defRPr>
      </a:lvl3pPr>
      <a:lvl4pPr marL="1449814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1" kern="1200">
          <a:solidFill>
            <a:schemeClr val="tx1"/>
          </a:solidFill>
          <a:latin typeface="+mn-lt"/>
          <a:ea typeface="+mn-ea"/>
          <a:cs typeface="+mn-cs"/>
        </a:defRPr>
      </a:lvl4pPr>
      <a:lvl5pPr marL="1864046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1" kern="1200">
          <a:solidFill>
            <a:schemeClr val="tx1"/>
          </a:solidFill>
          <a:latin typeface="+mn-lt"/>
          <a:ea typeface="+mn-ea"/>
          <a:cs typeface="+mn-cs"/>
        </a:defRPr>
      </a:lvl5pPr>
      <a:lvl6pPr marL="2278278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1" kern="1200">
          <a:solidFill>
            <a:schemeClr val="tx1"/>
          </a:solidFill>
          <a:latin typeface="+mn-lt"/>
          <a:ea typeface="+mn-ea"/>
          <a:cs typeface="+mn-cs"/>
        </a:defRPr>
      </a:lvl6pPr>
      <a:lvl7pPr marL="2692512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1" kern="1200">
          <a:solidFill>
            <a:schemeClr val="tx1"/>
          </a:solidFill>
          <a:latin typeface="+mn-lt"/>
          <a:ea typeface="+mn-ea"/>
          <a:cs typeface="+mn-cs"/>
        </a:defRPr>
      </a:lvl7pPr>
      <a:lvl8pPr marL="3106744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1" kern="1200">
          <a:solidFill>
            <a:schemeClr val="tx1"/>
          </a:solidFill>
          <a:latin typeface="+mn-lt"/>
          <a:ea typeface="+mn-ea"/>
          <a:cs typeface="+mn-cs"/>
        </a:defRPr>
      </a:lvl8pPr>
      <a:lvl9pPr marL="3520976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1pPr>
      <a:lvl2pPr marL="414233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2pPr>
      <a:lvl3pPr marL="828465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3pPr>
      <a:lvl4pPr marL="1242698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4pPr>
      <a:lvl5pPr marL="1656930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5pPr>
      <a:lvl6pPr marL="2071162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6pPr>
      <a:lvl7pPr marL="2485395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7pPr>
      <a:lvl8pPr marL="2899628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8pPr>
      <a:lvl9pPr marL="3313860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 txBox="1">
            <a:spLocks/>
          </p:cNvSpPr>
          <p:nvPr userDrawn="1"/>
        </p:nvSpPr>
        <p:spPr>
          <a:xfrm>
            <a:off x="767352" y="336102"/>
            <a:ext cx="7613904" cy="86373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506">
              <a:lnSpc>
                <a:spcPct val="100000"/>
              </a:lnSpc>
            </a:pPr>
            <a:endParaRPr lang="en-US" sz="2718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" name="object 3"/>
          <p:cNvSpPr txBox="1"/>
          <p:nvPr userDrawn="1"/>
        </p:nvSpPr>
        <p:spPr>
          <a:xfrm>
            <a:off x="767352" y="1693936"/>
            <a:ext cx="6210236" cy="276276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3724">
              <a:lnSpc>
                <a:spcPct val="100000"/>
              </a:lnSpc>
              <a:tabLst>
                <a:tab pos="425163" algn="l"/>
              </a:tabLst>
            </a:pPr>
            <a:endParaRPr sz="1812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Footer Placeholder 2"/>
          <p:cNvSpPr txBox="1">
            <a:spLocks/>
          </p:cNvSpPr>
          <p:nvPr userDrawn="1"/>
        </p:nvSpPr>
        <p:spPr>
          <a:xfrm>
            <a:off x="8557062" y="4934845"/>
            <a:ext cx="414231" cy="174714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06" algn="l"/>
            <a:fld id="{95B4B3EB-B372-4770-A13F-2EE4A5CA8E9F}" type="slidenum">
              <a:rPr lang="en-US" sz="725" smtClean="0">
                <a:solidFill>
                  <a:srgbClr val="9D9FA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marL="11506" algn="l"/>
              <a:t>‹#›</a:t>
            </a:fld>
            <a:endParaRPr lang="en-US" sz="725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7003528" y="5106521"/>
            <a:ext cx="1829168" cy="43150"/>
          </a:xfrm>
          <a:prstGeom prst="rect">
            <a:avLst/>
          </a:prstGeom>
          <a:solidFill>
            <a:srgbClr val="BFD9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631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5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</p:sldLayoutIdLst>
  <p:txStyles>
    <p:titleStyle>
      <a:lvl1pPr algn="l" defTabSz="828465" rtl="0" eaLnBrk="1" latinLnBrk="0" hangingPunct="1">
        <a:lnSpc>
          <a:spcPct val="90000"/>
        </a:lnSpc>
        <a:spcBef>
          <a:spcPct val="0"/>
        </a:spcBef>
        <a:buNone/>
        <a:defRPr sz="39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7116" indent="-207116" algn="l" defTabSz="828465" rtl="0" eaLnBrk="1" latinLnBrk="0" hangingPunct="1">
        <a:lnSpc>
          <a:spcPct val="90000"/>
        </a:lnSpc>
        <a:spcBef>
          <a:spcPts val="906"/>
        </a:spcBef>
        <a:buFont typeface="Arial" panose="020B0604020202020204" pitchFamily="34" charset="0"/>
        <a:buChar char="•"/>
        <a:defRPr sz="2537" kern="1200">
          <a:solidFill>
            <a:schemeClr val="tx1"/>
          </a:solidFill>
          <a:latin typeface="+mn-lt"/>
          <a:ea typeface="+mn-ea"/>
          <a:cs typeface="+mn-cs"/>
        </a:defRPr>
      </a:lvl1pPr>
      <a:lvl2pPr marL="621348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2174" kern="1200">
          <a:solidFill>
            <a:schemeClr val="tx1"/>
          </a:solidFill>
          <a:latin typeface="+mn-lt"/>
          <a:ea typeface="+mn-ea"/>
          <a:cs typeface="+mn-cs"/>
        </a:defRPr>
      </a:lvl2pPr>
      <a:lvl3pPr marL="1035582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812" kern="1200">
          <a:solidFill>
            <a:schemeClr val="tx1"/>
          </a:solidFill>
          <a:latin typeface="+mn-lt"/>
          <a:ea typeface="+mn-ea"/>
          <a:cs typeface="+mn-cs"/>
        </a:defRPr>
      </a:lvl3pPr>
      <a:lvl4pPr marL="1449814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1" kern="1200">
          <a:solidFill>
            <a:schemeClr val="tx1"/>
          </a:solidFill>
          <a:latin typeface="+mn-lt"/>
          <a:ea typeface="+mn-ea"/>
          <a:cs typeface="+mn-cs"/>
        </a:defRPr>
      </a:lvl4pPr>
      <a:lvl5pPr marL="1864046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1" kern="1200">
          <a:solidFill>
            <a:schemeClr val="tx1"/>
          </a:solidFill>
          <a:latin typeface="+mn-lt"/>
          <a:ea typeface="+mn-ea"/>
          <a:cs typeface="+mn-cs"/>
        </a:defRPr>
      </a:lvl5pPr>
      <a:lvl6pPr marL="2278278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1" kern="1200">
          <a:solidFill>
            <a:schemeClr val="tx1"/>
          </a:solidFill>
          <a:latin typeface="+mn-lt"/>
          <a:ea typeface="+mn-ea"/>
          <a:cs typeface="+mn-cs"/>
        </a:defRPr>
      </a:lvl6pPr>
      <a:lvl7pPr marL="2692512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1" kern="1200">
          <a:solidFill>
            <a:schemeClr val="tx1"/>
          </a:solidFill>
          <a:latin typeface="+mn-lt"/>
          <a:ea typeface="+mn-ea"/>
          <a:cs typeface="+mn-cs"/>
        </a:defRPr>
      </a:lvl7pPr>
      <a:lvl8pPr marL="3106744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1" kern="1200">
          <a:solidFill>
            <a:schemeClr val="tx1"/>
          </a:solidFill>
          <a:latin typeface="+mn-lt"/>
          <a:ea typeface="+mn-ea"/>
          <a:cs typeface="+mn-cs"/>
        </a:defRPr>
      </a:lvl8pPr>
      <a:lvl9pPr marL="3520976" indent="-207116" algn="l" defTabSz="828465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63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1pPr>
      <a:lvl2pPr marL="414233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2pPr>
      <a:lvl3pPr marL="828465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3pPr>
      <a:lvl4pPr marL="1242698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4pPr>
      <a:lvl5pPr marL="1656930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5pPr>
      <a:lvl6pPr marL="2071162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6pPr>
      <a:lvl7pPr marL="2485395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7pPr>
      <a:lvl8pPr marL="2899628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8pPr>
      <a:lvl9pPr marL="3313860" algn="l" defTabSz="828465" rtl="0" eaLnBrk="1" latinLnBrk="0" hangingPunct="1">
        <a:defRPr sz="16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5A256B-E746-4C4A-AA3E-AC95285CE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36A2F-D8C0-4B87-A716-9302079EA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D8343-FA10-4A0A-975E-F3E22C6B2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D15B7-28DE-4628-BA8A-1704EE7C24C1}" type="datetimeFigureOut">
              <a:rPr lang="nl-NL" smtClean="0"/>
              <a:t>20-2-2024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12466-28C4-438E-AD73-E29F9FF76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1FB7D-7ABC-47E9-9F1B-5EE8A35BE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D4474-1850-4C1F-B98D-693A1E05AA2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9528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  <p:sldLayoutId id="214748375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rgbClr val="68217A"/>
          </a:solidFill>
          <a:latin typeface="Consolas" panose="020B0609020204030204" pitchFamily="49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b="1" kern="1200">
          <a:solidFill>
            <a:srgbClr val="68217A"/>
          </a:solidFill>
          <a:latin typeface="Consolas" panose="020B0609020204030204" pitchFamily="49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b="1" kern="1200">
          <a:solidFill>
            <a:srgbClr val="68217A"/>
          </a:solidFill>
          <a:latin typeface="Consolas" panose="020B0609020204030204" pitchFamily="49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b="1" kern="1200">
          <a:solidFill>
            <a:srgbClr val="68217A"/>
          </a:solidFill>
          <a:latin typeface="Consolas" panose="020B0609020204030204" pitchFamily="49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1" kern="1200">
          <a:solidFill>
            <a:srgbClr val="68217A"/>
          </a:solidFill>
          <a:latin typeface="Consolas" panose="020B0609020204030204" pitchFamily="49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1" kern="1200">
          <a:solidFill>
            <a:srgbClr val="68217A"/>
          </a:solidFill>
          <a:latin typeface="Consolas" panose="020B0609020204030204" pitchFamily="49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mocamp.org/" TargetMode="External"/><Relationship Id="rId2" Type="http://schemas.openxmlformats.org/officeDocument/2006/relationships/hyperlink" Target="https://wien.coderdojo.net/" TargetMode="External"/><Relationship Id="rId1" Type="http://schemas.openxmlformats.org/officeDocument/2006/relationships/slideLayout" Target="../slideLayouts/slideLayout23.xml"/><Relationship Id="rId4" Type="http://schemas.openxmlformats.org/officeDocument/2006/relationships/hyperlink" Target="https://code-crafts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resources.github.com/copilot-trust-center/" TargetMode="External"/><Relationship Id="rId2" Type="http://schemas.openxmlformats.org/officeDocument/2006/relationships/hyperlink" Target="https://www.microsoft.com/en-us/licensing/news/Microsoft-Copilot-Copyright-Commitment" TargetMode="Externa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8E5856-76F5-93FA-10CC-035F592AE6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68217A"/>
                </a:solidFill>
                <a:latin typeface="Consolas" panose="020B0609020204030204" pitchFamily="49" charset="0"/>
              </a:rPr>
              <a:t>.NET Community Austria</a:t>
            </a:r>
            <a:br>
              <a:rPr lang="en-US" b="1" dirty="0">
                <a:solidFill>
                  <a:srgbClr val="68217A"/>
                </a:solidFill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68217A"/>
                </a:solidFill>
                <a:latin typeface="Consolas" panose="020B0609020204030204" pitchFamily="49" charset="0"/>
              </a:rPr>
              <a:t>February 2024</a:t>
            </a:r>
            <a:endParaRPr lang="en-AT" b="1" dirty="0">
              <a:solidFill>
                <a:srgbClr val="68217A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12FC0FB-328F-3DC8-623E-BF5E14D29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747066"/>
          </a:xfrm>
        </p:spPr>
        <p:txBody>
          <a:bodyPr/>
          <a:lstStyle/>
          <a:p>
            <a:endParaRPr lang="en-US" dirty="0"/>
          </a:p>
          <a:p>
            <a:r>
              <a:rPr lang="en-US" b="1" dirty="0">
                <a:solidFill>
                  <a:srgbClr val="68217A"/>
                </a:solidFill>
                <a:latin typeface="Consolas" panose="020B0609020204030204" pitchFamily="49" charset="0"/>
              </a:rPr>
              <a:t>Presented by DotNetDevs.at</a:t>
            </a:r>
            <a:endParaRPr lang="en-AT" b="1" dirty="0">
              <a:solidFill>
                <a:srgbClr val="68217A"/>
              </a:solidFill>
              <a:latin typeface="Consolas" panose="020B0609020204030204" pitchFamily="49" charset="0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A4A1480-CF3B-3905-411E-5AFF817A1752}"/>
              </a:ext>
            </a:extLst>
          </p:cNvPr>
          <p:cNvGrpSpPr/>
          <p:nvPr/>
        </p:nvGrpSpPr>
        <p:grpSpPr>
          <a:xfrm>
            <a:off x="839667" y="3802472"/>
            <a:ext cx="4184261" cy="276999"/>
            <a:chOff x="1119555" y="5046812"/>
            <a:chExt cx="5579015" cy="369332"/>
          </a:xfrm>
        </p:grpSpPr>
        <p:pic>
          <p:nvPicPr>
            <p:cNvPr id="7" name="Content Placeholder 4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84D4D73D-41E5-9564-F4B6-9983A8545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9555" y="5046812"/>
              <a:ext cx="1605841" cy="3600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2B3C426-D525-C0E8-FA79-AA1BADD8EE61}"/>
                </a:ext>
              </a:extLst>
            </p:cNvPr>
            <p:cNvSpPr txBox="1"/>
            <p:nvPr/>
          </p:nvSpPr>
          <p:spPr>
            <a:xfrm>
              <a:off x="2738570" y="5046812"/>
              <a:ext cx="396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342900"/>
              <a:r>
                <a:rPr lang="de-AT" sz="1200" b="1" dirty="0">
                  <a:solidFill>
                    <a:srgbClr val="68217A"/>
                  </a:solidFill>
                  <a:latin typeface="Consolas" panose="020B0609020204030204" pitchFamily="49" charset="0"/>
                </a:rPr>
                <a:t>https://go.dotnetdevs.at/youtube</a:t>
              </a:r>
              <a:endParaRPr lang="en-AT" sz="1200" b="1" dirty="0">
                <a:solidFill>
                  <a:srgbClr val="68217A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F5FDA58-23EA-2E2D-332A-24E175E71F7F}"/>
              </a:ext>
            </a:extLst>
          </p:cNvPr>
          <p:cNvGrpSpPr/>
          <p:nvPr/>
        </p:nvGrpSpPr>
        <p:grpSpPr>
          <a:xfrm>
            <a:off x="866043" y="4208938"/>
            <a:ext cx="4157885" cy="279941"/>
            <a:chOff x="1154723" y="5611923"/>
            <a:chExt cx="5543847" cy="373255"/>
          </a:xfrm>
        </p:grpSpPr>
        <p:pic>
          <p:nvPicPr>
            <p:cNvPr id="9" name="Picture 8" descr="A picture containing drawing, clock&#10;&#10;Description automatically generated">
              <a:extLst>
                <a:ext uri="{FF2B5EF4-FFF2-40B4-BE49-F238E27FC236}">
                  <a16:creationId xmlns:a16="http://schemas.microsoft.com/office/drawing/2014/main" id="{FB30276E-A3B0-CE26-1545-32F21E96C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4723" y="5611923"/>
              <a:ext cx="1583847" cy="360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AC60826-FFE2-98A7-B581-ADD8F772C604}"/>
                </a:ext>
              </a:extLst>
            </p:cNvPr>
            <p:cNvSpPr txBox="1"/>
            <p:nvPr/>
          </p:nvSpPr>
          <p:spPr>
            <a:xfrm>
              <a:off x="2738570" y="5615846"/>
              <a:ext cx="396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342900"/>
              <a:r>
                <a:rPr lang="en-AT" sz="1200" b="1" dirty="0">
                  <a:solidFill>
                    <a:srgbClr val="68217A"/>
                  </a:solidFill>
                  <a:latin typeface="Consolas" panose="020B0609020204030204" pitchFamily="49" charset="0"/>
                </a:rPr>
                <a:t>https://go.dotnetdevs.at/twitch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312FAAB-F948-9005-0BF6-D4A14DBAD914}"/>
              </a:ext>
            </a:extLst>
          </p:cNvPr>
          <p:cNvGrpSpPr/>
          <p:nvPr/>
        </p:nvGrpSpPr>
        <p:grpSpPr>
          <a:xfrm>
            <a:off x="5023928" y="3802472"/>
            <a:ext cx="3240000" cy="276999"/>
            <a:chOff x="7272277" y="4998264"/>
            <a:chExt cx="4320000" cy="36933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188A454-9469-9F11-294D-4FD3EB9D1554}"/>
                </a:ext>
              </a:extLst>
            </p:cNvPr>
            <p:cNvSpPr txBox="1"/>
            <p:nvPr/>
          </p:nvSpPr>
          <p:spPr>
            <a:xfrm>
              <a:off x="7632277" y="4998264"/>
              <a:ext cx="396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342900"/>
              <a:r>
                <a:rPr lang="en-AT" sz="1200" b="1" dirty="0">
                  <a:solidFill>
                    <a:srgbClr val="68217A"/>
                  </a:solidFill>
                  <a:latin typeface="Consolas" panose="020B0609020204030204" pitchFamily="49" charset="0"/>
                </a:rPr>
                <a:t>https://go.dotnetdevs.at/twitter</a:t>
              </a:r>
            </a:p>
          </p:txBody>
        </p:sp>
        <p:pic>
          <p:nvPicPr>
            <p:cNvPr id="14" name="Picture 13" descr="A picture containing tree&#10;&#10;Description automatically generated">
              <a:extLst>
                <a:ext uri="{FF2B5EF4-FFF2-40B4-BE49-F238E27FC236}">
                  <a16:creationId xmlns:a16="http://schemas.microsoft.com/office/drawing/2014/main" id="{A46BA523-2234-40D8-92FB-CA2B8757D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72277" y="4998264"/>
              <a:ext cx="360000" cy="360000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1246B69-FE1E-CFD5-9018-2E1B0571DB38}"/>
              </a:ext>
            </a:extLst>
          </p:cNvPr>
          <p:cNvGrpSpPr/>
          <p:nvPr/>
        </p:nvGrpSpPr>
        <p:grpSpPr>
          <a:xfrm>
            <a:off x="5023928" y="4208942"/>
            <a:ext cx="3240000" cy="276999"/>
            <a:chOff x="7272277" y="5555637"/>
            <a:chExt cx="4320000" cy="3693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1A7BCE2-5264-BF4D-0142-E3C1E42CBFE7}"/>
                </a:ext>
              </a:extLst>
            </p:cNvPr>
            <p:cNvSpPr txBox="1"/>
            <p:nvPr/>
          </p:nvSpPr>
          <p:spPr>
            <a:xfrm>
              <a:off x="7632277" y="5555637"/>
              <a:ext cx="3960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342900"/>
              <a:r>
                <a:rPr lang="en-AT" sz="1200" b="1" dirty="0">
                  <a:solidFill>
                    <a:srgbClr val="68217A"/>
                  </a:solidFill>
                  <a:latin typeface="Consolas" panose="020B0609020204030204" pitchFamily="49" charset="0"/>
                </a:rPr>
                <a:t>https://go.dotnetdevs.at/linkedin</a:t>
              </a:r>
            </a:p>
          </p:txBody>
        </p:sp>
        <p:pic>
          <p:nvPicPr>
            <p:cNvPr id="18" name="Picture 17" descr="A blue and black logo&#10;&#10;Description automatically generated">
              <a:extLst>
                <a:ext uri="{FF2B5EF4-FFF2-40B4-BE49-F238E27FC236}">
                  <a16:creationId xmlns:a16="http://schemas.microsoft.com/office/drawing/2014/main" id="{277627C2-E82E-EF19-6EDA-BB7047FC1A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72277" y="5555637"/>
              <a:ext cx="423333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82437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68580" tIns="34290" rIns="68580" bIns="34290" rtlCol="0" anchor="b">
            <a:normAutofit/>
          </a:bodyPr>
          <a:lstStyle/>
          <a:p>
            <a:pPr algn="ctr"/>
            <a:r>
              <a:rPr lang="en-US" sz="5400" dirty="0"/>
              <a:t>Thank you for </a:t>
            </a:r>
            <a:r>
              <a:rPr lang="en-AT" sz="5400" dirty="0"/>
              <a:t>j</a:t>
            </a:r>
            <a:r>
              <a:rPr lang="de-AT" sz="5400" dirty="0"/>
              <a:t>o</a:t>
            </a:r>
            <a:r>
              <a:rPr lang="en-AT" sz="5400" dirty="0" err="1"/>
              <a:t>i</a:t>
            </a:r>
            <a:r>
              <a:rPr lang="de-AT" sz="5400" dirty="0"/>
              <a:t>n</a:t>
            </a:r>
            <a:r>
              <a:rPr lang="en-AT" sz="5400" dirty="0" err="1"/>
              <a:t>i</a:t>
            </a:r>
            <a:r>
              <a:rPr lang="de-AT" sz="5400" dirty="0"/>
              <a:t>n</a:t>
            </a:r>
            <a:r>
              <a:rPr lang="en-AT" sz="5400" dirty="0"/>
              <a:t>g</a:t>
            </a:r>
            <a:r>
              <a:rPr lang="en-US" sz="5400" dirty="0"/>
              <a:t>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33C0A-78F8-A396-230F-0DC19201B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76436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430C8-5917-FC2A-C96F-E1175ED2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F41EA-0FBF-8F23-C2ED-762D3D9FE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68580" tIns="34290" rIns="68580" bIns="34290" rtlCol="0" anchor="b">
            <a:normAutofit/>
          </a:bodyPr>
          <a:lstStyle/>
          <a:p>
            <a:pPr algn="ctr"/>
            <a:r>
              <a:rPr lang="en-US" sz="5400" dirty="0">
                <a:latin typeface="Consolas"/>
              </a:rPr>
              <a:t>Thanks for h</a:t>
            </a:r>
            <a:r>
              <a:rPr lang="en-AT" sz="5400" dirty="0" err="1">
                <a:latin typeface="Consolas"/>
              </a:rPr>
              <a:t>osting</a:t>
            </a:r>
            <a:r>
              <a:rPr lang="en-US" sz="5400" dirty="0">
                <a:latin typeface="Consolas"/>
              </a:rPr>
              <a:t>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02D17B-AC50-7338-00E6-3A39C9163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41ABC49-A78B-12CF-310A-3431FB0EF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230" y="1282304"/>
            <a:ext cx="4716016" cy="1069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8119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FEC7E0-9EDA-4AD8-C1CA-6A3C1D1D4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Sponsors</a:t>
            </a:r>
            <a:endParaRPr lang="en-AT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87F4462-74CB-9113-03D0-2FCE216024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1" y="1749440"/>
            <a:ext cx="2805248" cy="68410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08CA316-7238-0FE8-A7D4-B72FD9481B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99507" y="1806155"/>
            <a:ext cx="2453950" cy="413919"/>
          </a:xfrm>
          <a:prstGeom prst="rect">
            <a:avLst/>
          </a:prstGeom>
        </p:spPr>
      </p:pic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7F8965FF-4B08-D6E5-D10C-C1FA0B0A036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894" y="2709959"/>
            <a:ext cx="1516238" cy="164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782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07AFA-DB59-4662-A7F7-E6B284CF3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take</a:t>
            </a:r>
            <a:r>
              <a:rPr lang="de-DE" dirty="0"/>
              <a:t> </a:t>
            </a:r>
            <a:r>
              <a:rPr lang="de-DE" dirty="0" err="1"/>
              <a:t>part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raffle?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EED32-23EC-46F0-956A-6402430FC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367762"/>
            <a:ext cx="7886700" cy="54563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2700" dirty="0"/>
              <a:t>Type #jetbrains in </a:t>
            </a:r>
            <a:r>
              <a:rPr lang="de-DE" sz="2700" dirty="0" err="1"/>
              <a:t>the</a:t>
            </a:r>
            <a:r>
              <a:rPr lang="de-DE" sz="2700" dirty="0"/>
              <a:t> </a:t>
            </a:r>
            <a:r>
              <a:rPr lang="de-DE" sz="2700" dirty="0" err="1"/>
              <a:t>chat</a:t>
            </a:r>
            <a:endParaRPr lang="de-DE" sz="2700" dirty="0"/>
          </a:p>
          <a:p>
            <a:endParaRPr lang="de-AT" sz="2700" dirty="0"/>
          </a:p>
        </p:txBody>
      </p:sp>
    </p:spTree>
    <p:extLst>
      <p:ext uri="{BB962C8B-B14F-4D97-AF65-F5344CB8AC3E}">
        <p14:creationId xmlns:p14="http://schemas.microsoft.com/office/powerpoint/2010/main" val="3922880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D8F8D3-E6B0-B855-2641-3D8E1D7A4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Community News</a:t>
            </a:r>
            <a:endParaRPr lang="en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CA7DB0-2DA2-7EF7-FAB3-23A7ED747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686197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C6795-10FD-893B-51D8-4C58A4145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</a:t>
            </a:r>
            <a:endParaRPr lang="en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19ADB-65CA-FEC1-83F2-86B9FA66F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CoderDojo Wien - </a:t>
            </a:r>
            <a:r>
              <a:rPr lang="en-US" dirty="0">
                <a:hlinkClick r:id="rId2"/>
              </a:rPr>
              <a:t>https://wien.coderdojo.net/</a:t>
            </a:r>
            <a:r>
              <a:rPr lang="en-US" dirty="0"/>
              <a:t> - March 1</a:t>
            </a:r>
            <a:r>
              <a:rPr lang="en-US" baseline="30000" dirty="0"/>
              <a:t>st</a:t>
            </a:r>
            <a:r>
              <a:rPr lang="en-US" dirty="0"/>
              <a:t> &amp; 15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  <a:p>
            <a:r>
              <a:rPr lang="en-US" dirty="0" err="1"/>
              <a:t>ComoCamp</a:t>
            </a:r>
            <a:r>
              <a:rPr lang="en-US" dirty="0"/>
              <a:t> Collaborative Modeling Unconference- </a:t>
            </a:r>
            <a:r>
              <a:rPr lang="en-US" dirty="0">
                <a:hlinkClick r:id="rId3"/>
              </a:rPr>
              <a:t>https://comocamp.org/</a:t>
            </a:r>
            <a:r>
              <a:rPr lang="en-US" dirty="0"/>
              <a:t> - May 6</a:t>
            </a:r>
            <a:r>
              <a:rPr lang="en-US" baseline="30000" dirty="0"/>
              <a:t>th</a:t>
            </a:r>
            <a:r>
              <a:rPr lang="en-US" dirty="0"/>
              <a:t>-9</a:t>
            </a:r>
            <a:r>
              <a:rPr lang="en-US" baseline="30000" dirty="0"/>
              <a:t>th </a:t>
            </a:r>
          </a:p>
          <a:p>
            <a:endParaRPr lang="en-US" baseline="30000" dirty="0"/>
          </a:p>
          <a:p>
            <a:r>
              <a:rPr lang="en-US" dirty="0"/>
              <a:t>Code/Crafts - </a:t>
            </a:r>
            <a:r>
              <a:rPr lang="en-US" dirty="0">
                <a:hlinkClick r:id="rId4"/>
              </a:rPr>
              <a:t>https://code-crafts.com/ </a:t>
            </a:r>
            <a:r>
              <a:rPr lang="en-US" dirty="0"/>
              <a:t>- May 16th </a:t>
            </a:r>
          </a:p>
        </p:txBody>
      </p:sp>
    </p:spTree>
    <p:extLst>
      <p:ext uri="{BB962C8B-B14F-4D97-AF65-F5344CB8AC3E}">
        <p14:creationId xmlns:p14="http://schemas.microsoft.com/office/powerpoint/2010/main" val="2132212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Next meetups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6BD10E-9A6C-45CE-A11F-D312F9487D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0536835"/>
              </p:ext>
            </p:extLst>
          </p:nvPr>
        </p:nvGraphicFramePr>
        <p:xfrm>
          <a:off x="628650" y="1369219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8037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571E19-D5BB-7209-718C-4D8E4B268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GitHub Copilot – Gimmick or Useful?</a:t>
            </a:r>
            <a:endParaRPr lang="en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922193-CEBB-C6DF-0287-FA7E433C2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Andreas Willich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2572951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4B252D-A537-EA48-A4CE-8B425F9C546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E8C1089-FA9D-B042-8414-7C8DDCB934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B7D60C-2636-364C-A74C-AA32273365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943D0E0-6F06-1541-BFE4-B88F343DD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00000"/>
                </a:solidFill>
                <a:effectLst/>
                <a:latin typeface="Graphik Meetup"/>
              </a:rPr>
              <a:t>GitHub Copilot - Gimmick or Useful?</a:t>
            </a:r>
            <a:br>
              <a:rPr lang="en-US" b="1" i="0" dirty="0">
                <a:solidFill>
                  <a:srgbClr val="000000"/>
                </a:solidFill>
                <a:effectLst/>
                <a:latin typeface="Graphik Meetup"/>
              </a:rPr>
            </a:br>
            <a:endParaRPr lang="en-AT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B37598B-05AC-BC40-B66F-D3E2B62D2BF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Andreas “</a:t>
            </a:r>
            <a:r>
              <a:rPr lang="en-US" dirty="0" err="1"/>
              <a:t>SabotageAndi</a:t>
            </a:r>
            <a:r>
              <a:rPr lang="en-US" dirty="0"/>
              <a:t>” Willich</a:t>
            </a:r>
            <a:endParaRPr lang="en-AT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C244A26-4475-864E-B6FD-88B0849B76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912881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C8898A59-7B38-3237-64E8-7F661891B4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2CA968-6D40-E17C-B382-C7FB4EF11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944FE-8683-F61C-9EE1-1CEFB2DC20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AT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5" name="Add-in 4">
                <a:extLst>
                  <a:ext uri="{FF2B5EF4-FFF2-40B4-BE49-F238E27FC236}">
                    <a16:creationId xmlns:a16="http://schemas.microsoft.com/office/drawing/2014/main" id="{8AC73AA2-D4EB-ED8C-B447-3C2DCC1E9C4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0" y="0"/>
              <a:ext cx="9144000" cy="51435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5" name="Add-in 4">
                <a:extLst>
                  <a:ext uri="{FF2B5EF4-FFF2-40B4-BE49-F238E27FC236}">
                    <a16:creationId xmlns:a16="http://schemas.microsoft.com/office/drawing/2014/main" id="{8AC73AA2-D4EB-ED8C-B447-3C2DCC1E9C4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0" cy="5143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496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D2896B-2E0B-E306-6B40-0B959FDA4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GitHub Copilot</a:t>
            </a:r>
            <a:endParaRPr lang="en-AT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C1DD661-4BE5-6105-1A7C-17B5B72FC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de-AT" sz="2000" dirty="0" err="1"/>
              <a:t>cloud-based</a:t>
            </a:r>
            <a:r>
              <a:rPr lang="de-AT" sz="2000" dirty="0"/>
              <a:t> </a:t>
            </a:r>
            <a:r>
              <a:rPr lang="de-AT" sz="2000" dirty="0" err="1"/>
              <a:t>artificial</a:t>
            </a:r>
            <a:r>
              <a:rPr lang="de-AT" sz="2000" dirty="0"/>
              <a:t> </a:t>
            </a:r>
            <a:r>
              <a:rPr lang="de-AT" sz="2000" dirty="0" err="1"/>
              <a:t>intelligence</a:t>
            </a:r>
            <a:r>
              <a:rPr lang="de-AT" sz="2000" dirty="0"/>
              <a:t> </a:t>
            </a:r>
            <a:r>
              <a:rPr lang="de-AT" sz="2000" dirty="0" err="1"/>
              <a:t>tool</a:t>
            </a:r>
            <a:endParaRPr lang="de-AT" sz="2000" dirty="0"/>
          </a:p>
          <a:p>
            <a:r>
              <a:rPr lang="de-AT" sz="2000" dirty="0" err="1"/>
              <a:t>Technial</a:t>
            </a:r>
            <a:r>
              <a:rPr lang="de-AT" sz="2000" dirty="0"/>
              <a:t> Preview June 2021</a:t>
            </a:r>
          </a:p>
          <a:p>
            <a:r>
              <a:rPr lang="de-AT" sz="2000" dirty="0" err="1"/>
              <a:t>Released</a:t>
            </a:r>
            <a:r>
              <a:rPr lang="de-AT" sz="2000" dirty="0"/>
              <a:t> June 2022</a:t>
            </a:r>
          </a:p>
          <a:p>
            <a:r>
              <a:rPr lang="de-AT" sz="2000" dirty="0"/>
              <a:t>IDEs</a:t>
            </a:r>
          </a:p>
          <a:p>
            <a:pPr lvl="1"/>
            <a:r>
              <a:rPr lang="de-AT" sz="2000" dirty="0"/>
              <a:t>Visual Studio Code</a:t>
            </a:r>
          </a:p>
          <a:p>
            <a:pPr lvl="1"/>
            <a:r>
              <a:rPr lang="de-AT" sz="2000" dirty="0"/>
              <a:t>Visual Studio</a:t>
            </a:r>
          </a:p>
          <a:p>
            <a:pPr lvl="1"/>
            <a:r>
              <a:rPr lang="de-AT" sz="2000" dirty="0" err="1"/>
              <a:t>NeoVim</a:t>
            </a:r>
            <a:endParaRPr lang="de-AT" sz="2000" dirty="0"/>
          </a:p>
          <a:p>
            <a:pPr lvl="1"/>
            <a:r>
              <a:rPr lang="de-AT" sz="2000" dirty="0" err="1"/>
              <a:t>JetBrains</a:t>
            </a:r>
            <a:r>
              <a:rPr lang="de-AT" sz="2000" dirty="0"/>
              <a:t> IDEs</a:t>
            </a:r>
          </a:p>
          <a:p>
            <a:r>
              <a:rPr lang="en-US" sz="2000" dirty="0"/>
              <a:t>Subscription Based (10€/19€/39€)</a:t>
            </a:r>
            <a:endParaRPr lang="en-AT" sz="2000" dirty="0"/>
          </a:p>
        </p:txBody>
      </p:sp>
    </p:spTree>
    <p:extLst>
      <p:ext uri="{BB962C8B-B14F-4D97-AF65-F5344CB8AC3E}">
        <p14:creationId xmlns:p14="http://schemas.microsoft.com/office/powerpoint/2010/main" val="757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BBA5BB-3271-696B-AD97-7F7FAF2E7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3" y="2067694"/>
            <a:ext cx="4375875" cy="845744"/>
          </a:xfrm>
        </p:spPr>
        <p:txBody>
          <a:bodyPr wrap="square">
            <a:normAutofit/>
          </a:bodyPr>
          <a:lstStyle/>
          <a:p>
            <a:r>
              <a:rPr lang="en-US" dirty="0"/>
              <a:t>What GitHub Copilot isn’t </a:t>
            </a:r>
            <a:endParaRPr lang="en-AT" dirty="0"/>
          </a:p>
        </p:txBody>
      </p:sp>
      <p:pic>
        <p:nvPicPr>
          <p:cNvPr id="2050" name="Picture 2" descr="Anyone else miss J.A.R.V.I.S.? : r/marvelstudios">
            <a:extLst>
              <a:ext uri="{FF2B5EF4-FFF2-40B4-BE49-F238E27FC236}">
                <a16:creationId xmlns:a16="http://schemas.microsoft.com/office/drawing/2014/main" id="{56B9C51F-C7D3-8DC5-2C62-8CE6EF7752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59" r="13655" b="-1"/>
          <a:stretch/>
        </p:blipFill>
        <p:spPr bwMode="auto">
          <a:xfrm>
            <a:off x="4968552" y="10"/>
            <a:ext cx="4211960" cy="514349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991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2000" y="0"/>
                </a:lnTo>
                <a:lnTo>
                  <a:pt x="10000" y="0"/>
                </a:lnTo>
                <a:cubicBezTo>
                  <a:pt x="9997" y="3333"/>
                  <a:pt x="9994" y="6667"/>
                  <a:pt x="9991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074823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different user interfaces">
            <a:extLst>
              <a:ext uri="{FF2B5EF4-FFF2-40B4-BE49-F238E27FC236}">
                <a16:creationId xmlns:a16="http://schemas.microsoft.com/office/drawing/2014/main" id="{0ECB877A-E40E-DAFD-F63C-26D66ED4B8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2" r="6190" b="2"/>
          <a:stretch/>
        </p:blipFill>
        <p:spPr bwMode="auto">
          <a:xfrm>
            <a:off x="4968552" y="10"/>
            <a:ext cx="4211960" cy="514349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991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2000" y="0"/>
                </a:lnTo>
                <a:lnTo>
                  <a:pt x="10000" y="0"/>
                </a:lnTo>
                <a:cubicBezTo>
                  <a:pt x="9997" y="3333"/>
                  <a:pt x="9994" y="6667"/>
                  <a:pt x="9991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FFFFFF"/>
          </a:solidFill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D12A2A38-4FC2-45B9-69C9-6B13379B6D36}"/>
              </a:ext>
            </a:extLst>
          </p:cNvPr>
          <p:cNvSpPr txBox="1">
            <a:spLocks/>
          </p:cNvSpPr>
          <p:nvPr/>
        </p:nvSpPr>
        <p:spPr>
          <a:xfrm>
            <a:off x="628173" y="2067694"/>
            <a:ext cx="4375875" cy="845744"/>
          </a:xfrm>
          <a:prstGeom prst="rect">
            <a:avLst/>
          </a:prstGeom>
        </p:spPr>
        <p:txBody>
          <a:bodyPr wrap="square">
            <a:normAutofit/>
          </a:bodyPr>
          <a:lstStyle>
            <a:lvl1pPr algn="l" defTabSz="8284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20" b="1" i="0" kern="1200">
                <a:solidFill>
                  <a:srgbClr val="005C9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GitHub Copilot is </a:t>
            </a:r>
            <a:endParaRPr lang="en-AT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9DA0A34-7E6D-C9BC-F382-4C3A084DB0FF}"/>
              </a:ext>
            </a:extLst>
          </p:cNvPr>
          <p:cNvSpPr txBox="1">
            <a:spLocks/>
          </p:cNvSpPr>
          <p:nvPr/>
        </p:nvSpPr>
        <p:spPr>
          <a:xfrm>
            <a:off x="628439" y="4371950"/>
            <a:ext cx="4375343" cy="432048"/>
          </a:xfrm>
          <a:prstGeom prst="rect">
            <a:avLst/>
          </a:prstGeom>
        </p:spPr>
        <p:txBody>
          <a:bodyPr>
            <a:noAutofit/>
          </a:bodyPr>
          <a:lstStyle>
            <a:lvl1pPr marL="207116" indent="-207116" algn="l" defTabSz="828465" rtl="0" eaLnBrk="1" latinLnBrk="0" hangingPunct="1">
              <a:lnSpc>
                <a:spcPct val="90000"/>
              </a:lnSpc>
              <a:spcBef>
                <a:spcPts val="906"/>
              </a:spcBef>
              <a:buFont typeface="Arial" panose="020B0604020202020204" pitchFamily="34" charset="0"/>
              <a:buChar char="•"/>
              <a:defRPr sz="25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348" indent="-207116" algn="l" defTabSz="828465" rtl="0" eaLnBrk="1" latinLnBrk="0" hangingPunct="1">
              <a:lnSpc>
                <a:spcPct val="90000"/>
              </a:lnSpc>
              <a:spcBef>
                <a:spcPts val="453"/>
              </a:spcBef>
              <a:buFont typeface="Arial" panose="020B0604020202020204" pitchFamily="34" charset="0"/>
              <a:buChar char="•"/>
              <a:defRPr sz="21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35582" indent="-207116" algn="l" defTabSz="828465" rtl="0" eaLnBrk="1" latinLnBrk="0" hangingPunct="1">
              <a:lnSpc>
                <a:spcPct val="90000"/>
              </a:lnSpc>
              <a:spcBef>
                <a:spcPts val="453"/>
              </a:spcBef>
              <a:buFont typeface="Arial" panose="020B0604020202020204" pitchFamily="34" charset="0"/>
              <a:buChar char="•"/>
              <a:defRPr sz="18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9814" indent="-207116" algn="l" defTabSz="828465" rtl="0" eaLnBrk="1" latinLnBrk="0" hangingPunct="1">
              <a:lnSpc>
                <a:spcPct val="90000"/>
              </a:lnSpc>
              <a:spcBef>
                <a:spcPts val="453"/>
              </a:spcBef>
              <a:buFont typeface="Arial" panose="020B0604020202020204" pitchFamily="34" charset="0"/>
              <a:buChar char="•"/>
              <a:defRPr sz="16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4046" indent="-207116" algn="l" defTabSz="828465" rtl="0" eaLnBrk="1" latinLnBrk="0" hangingPunct="1">
              <a:lnSpc>
                <a:spcPct val="90000"/>
              </a:lnSpc>
              <a:spcBef>
                <a:spcPts val="453"/>
              </a:spcBef>
              <a:buFont typeface="Arial" panose="020B0604020202020204" pitchFamily="34" charset="0"/>
              <a:buChar char="•"/>
              <a:defRPr sz="16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78278" indent="-207116" algn="l" defTabSz="828465" rtl="0" eaLnBrk="1" latinLnBrk="0" hangingPunct="1">
              <a:lnSpc>
                <a:spcPct val="90000"/>
              </a:lnSpc>
              <a:spcBef>
                <a:spcPts val="453"/>
              </a:spcBef>
              <a:buFont typeface="Arial" panose="020B0604020202020204" pitchFamily="34" charset="0"/>
              <a:buChar char="•"/>
              <a:defRPr sz="16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92512" indent="-207116" algn="l" defTabSz="828465" rtl="0" eaLnBrk="1" latinLnBrk="0" hangingPunct="1">
              <a:lnSpc>
                <a:spcPct val="90000"/>
              </a:lnSpc>
              <a:spcBef>
                <a:spcPts val="453"/>
              </a:spcBef>
              <a:buFont typeface="Arial" panose="020B0604020202020204" pitchFamily="34" charset="0"/>
              <a:buChar char="•"/>
              <a:defRPr sz="16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06744" indent="-207116" algn="l" defTabSz="828465" rtl="0" eaLnBrk="1" latinLnBrk="0" hangingPunct="1">
              <a:lnSpc>
                <a:spcPct val="90000"/>
              </a:lnSpc>
              <a:spcBef>
                <a:spcPts val="453"/>
              </a:spcBef>
              <a:buFont typeface="Arial" panose="020B0604020202020204" pitchFamily="34" charset="0"/>
              <a:buChar char="•"/>
              <a:defRPr sz="16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20976" indent="-207116" algn="l" defTabSz="828465" rtl="0" eaLnBrk="1" latinLnBrk="0" hangingPunct="1">
              <a:lnSpc>
                <a:spcPct val="90000"/>
              </a:lnSpc>
              <a:spcBef>
                <a:spcPts val="453"/>
              </a:spcBef>
              <a:buFont typeface="Arial" panose="020B0604020202020204" pitchFamily="34" charset="0"/>
              <a:buChar char="•"/>
              <a:defRPr sz="16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ctr">
              <a:buFont typeface="Arial" panose="020B0604020202020204" pitchFamily="34" charset="0"/>
              <a:buNone/>
            </a:pPr>
            <a:r>
              <a:rPr lang="en-US" sz="1000" dirty="0"/>
              <a:t>Created by Dall-E:</a:t>
            </a:r>
            <a:br>
              <a:rPr lang="en-US" sz="1000" dirty="0"/>
            </a:br>
            <a:r>
              <a:rPr lang="en-US" sz="1000" dirty="0"/>
              <a:t>Prompt: different user interfaces</a:t>
            </a:r>
          </a:p>
        </p:txBody>
      </p:sp>
    </p:spTree>
    <p:extLst>
      <p:ext uri="{BB962C8B-B14F-4D97-AF65-F5344CB8AC3E}">
        <p14:creationId xmlns:p14="http://schemas.microsoft.com/office/powerpoint/2010/main" val="2545393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6F4A550-C0D0-2B77-7F07-5FD26022A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Context, Context, Context!</a:t>
            </a:r>
            <a:endParaRPr lang="en-AT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2D9CD02-3AA9-AE33-DA72-5C6035D493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 What you tell Copilot directly</a:t>
            </a:r>
          </a:p>
          <a:p>
            <a:pPr lvl="1"/>
            <a:r>
              <a:rPr lang="en-GB" dirty="0"/>
              <a:t>Setting the Stage</a:t>
            </a:r>
          </a:p>
          <a:p>
            <a:pPr lvl="1"/>
            <a:r>
              <a:rPr lang="en-GB" dirty="0"/>
              <a:t>Ask simple and specific</a:t>
            </a:r>
          </a:p>
          <a:p>
            <a:pPr lvl="1"/>
            <a:r>
              <a:rPr lang="en-GB" dirty="0"/>
              <a:t>Examples!</a:t>
            </a:r>
          </a:p>
          <a:p>
            <a:r>
              <a:rPr lang="en-GB" dirty="0"/>
              <a:t>Open files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60637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80D6EE0-5268-281D-972B-9316ADC89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3540" y="1467106"/>
            <a:ext cx="7007838" cy="469039"/>
          </a:xfrm>
        </p:spPr>
        <p:txBody>
          <a:bodyPr/>
          <a:lstStyle/>
          <a:p>
            <a:r>
              <a:rPr lang="en-US" dirty="0"/>
              <a:t>Where I use GitHub Copilot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2020855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5E5168A-3736-FE4D-E2A8-616E6F7D7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IDEs</a:t>
            </a:r>
            <a:endParaRPr lang="en-AT" dirty="0"/>
          </a:p>
        </p:txBody>
      </p:sp>
      <p:pic>
        <p:nvPicPr>
          <p:cNvPr id="9" name="Picture 8" descr="A blue ribbon with a cross&#10;&#10;Description automatically generated">
            <a:extLst>
              <a:ext uri="{FF2B5EF4-FFF2-40B4-BE49-F238E27FC236}">
                <a16:creationId xmlns:a16="http://schemas.microsoft.com/office/drawing/2014/main" id="{83116FC9-76B2-E457-D5C7-CB76AA4227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1347614"/>
            <a:ext cx="3168352" cy="3168352"/>
          </a:xfrm>
          <a:prstGeom prst="rect">
            <a:avLst/>
          </a:prstGeom>
        </p:spPr>
      </p:pic>
      <p:pic>
        <p:nvPicPr>
          <p:cNvPr id="5126" name="Picture 6" descr="undefined">
            <a:extLst>
              <a:ext uri="{FF2B5EF4-FFF2-40B4-BE49-F238E27FC236}">
                <a16:creationId xmlns:a16="http://schemas.microsoft.com/office/drawing/2014/main" id="{729A2EF2-F2B5-6FC6-F320-799421FC3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61" y="1172666"/>
            <a:ext cx="3415308" cy="3415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34364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ext Placeholder 1">
            <a:extLst>
              <a:ext uri="{FF2B5EF4-FFF2-40B4-BE49-F238E27FC236}">
                <a16:creationId xmlns:a16="http://schemas.microsoft.com/office/drawing/2014/main" id="{8C960F3D-AD08-8356-7FF1-DCB5E2DA82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173" y="1302718"/>
            <a:ext cx="4375609" cy="859897"/>
          </a:xfrm>
        </p:spPr>
        <p:txBody>
          <a:bodyPr/>
          <a:lstStyle/>
          <a:p>
            <a:endParaRPr lang="en-US"/>
          </a:p>
        </p:txBody>
      </p:sp>
      <p:sp>
        <p:nvSpPr>
          <p:cNvPr id="1033" name="Text Placeholder 2">
            <a:extLst>
              <a:ext uri="{FF2B5EF4-FFF2-40B4-BE49-F238E27FC236}">
                <a16:creationId xmlns:a16="http://schemas.microsoft.com/office/drawing/2014/main" id="{3395CF28-8520-C353-97E3-C70F0A455B6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8439" y="4371950"/>
            <a:ext cx="4375343" cy="432048"/>
          </a:xfrm>
        </p:spPr>
        <p:txBody>
          <a:bodyPr>
            <a:noAutofit/>
          </a:bodyPr>
          <a:lstStyle/>
          <a:p>
            <a:pPr marL="0" indent="0" algn="l" fontAlgn="ctr">
              <a:buNone/>
            </a:pPr>
            <a:r>
              <a:rPr lang="en-US" sz="1000" dirty="0"/>
              <a:t>Created by Dall-E:</a:t>
            </a:r>
            <a:br>
              <a:rPr lang="en-US" sz="1000" dirty="0"/>
            </a:br>
            <a:r>
              <a:rPr lang="en-US" sz="1000" dirty="0"/>
              <a:t>Prompt: people praying to the demo gods which look like </a:t>
            </a:r>
            <a:r>
              <a:rPr lang="en-US" sz="1000" dirty="0" err="1"/>
              <a:t>zeus</a:t>
            </a:r>
            <a:endParaRPr lang="en-US" sz="1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8D26130-0237-0549-AB60-2396BB006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3" y="555526"/>
            <a:ext cx="4375875" cy="469039"/>
          </a:xfrm>
        </p:spPr>
        <p:txBody>
          <a:bodyPr wrap="square">
            <a:normAutofit/>
          </a:bodyPr>
          <a:lstStyle/>
          <a:p>
            <a:r>
              <a:rPr lang="en-US" dirty="0"/>
              <a:t>Pray to the Demo Gods!</a:t>
            </a:r>
            <a:endParaRPr lang="en-AT" dirty="0"/>
          </a:p>
        </p:txBody>
      </p:sp>
      <p:pic>
        <p:nvPicPr>
          <p:cNvPr id="1026" name="Picture 2" descr="people praying to the demo gods which look like zeus">
            <a:extLst>
              <a:ext uri="{FF2B5EF4-FFF2-40B4-BE49-F238E27FC236}">
                <a16:creationId xmlns:a16="http://schemas.microsoft.com/office/drawing/2014/main" id="{1ACC8010-0C77-E8AB-9A09-477DAB0399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4" r="12458" b="2"/>
          <a:stretch/>
        </p:blipFill>
        <p:spPr bwMode="auto">
          <a:xfrm>
            <a:off x="4968552" y="10"/>
            <a:ext cx="4211960" cy="514349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9991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2000" y="0"/>
                </a:lnTo>
                <a:lnTo>
                  <a:pt x="10000" y="0"/>
                </a:lnTo>
                <a:cubicBezTo>
                  <a:pt x="9997" y="3333"/>
                  <a:pt x="9994" y="6667"/>
                  <a:pt x="9991" y="10000"/>
                </a:cubicBezTo>
                <a:lnTo>
                  <a:pt x="0" y="10000"/>
                </a:lnTo>
                <a:close/>
              </a:path>
            </a:pathLst>
          </a:cu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181060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57F97B-FAE7-BC6A-FC51-42B40EFD6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covered</a:t>
            </a:r>
            <a:endParaRPr lang="en-AT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09ED7D-0FFF-CCC1-C26D-D0C3C67672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ConsoleApplication245 replacement</a:t>
            </a:r>
          </a:p>
          <a:p>
            <a:r>
              <a:rPr lang="en-US" dirty="0"/>
              <a:t>Query Generation</a:t>
            </a:r>
          </a:p>
          <a:p>
            <a:r>
              <a:rPr lang="en-US" dirty="0"/>
              <a:t>Questions about Project</a:t>
            </a:r>
          </a:p>
          <a:p>
            <a:r>
              <a:rPr lang="en-US" dirty="0"/>
              <a:t>Questions about Code</a:t>
            </a:r>
          </a:p>
          <a:p>
            <a:r>
              <a:rPr lang="en-US" dirty="0"/>
              <a:t>Pipelines</a:t>
            </a:r>
          </a:p>
          <a:p>
            <a:r>
              <a:rPr lang="en-US" dirty="0"/>
              <a:t>PowerShell Scripts</a:t>
            </a:r>
          </a:p>
          <a:p>
            <a:r>
              <a:rPr lang="en-US" dirty="0"/>
              <a:t>Documentation</a:t>
            </a:r>
          </a:p>
          <a:p>
            <a:r>
              <a:rPr lang="en-US" dirty="0"/>
              <a:t>Commit message</a:t>
            </a:r>
          </a:p>
          <a:p>
            <a:endParaRPr lang="en-US" dirty="0"/>
          </a:p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874551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19C02B-2EC5-9C3B-0FEB-FEF9E248F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TechTalk</a:t>
            </a:r>
            <a:r>
              <a:rPr lang="en-US" dirty="0"/>
              <a:t> Usage</a:t>
            </a:r>
            <a:endParaRPr lang="en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BCF2E3-BA33-59A0-EA3F-590B0F7FDF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/>
            <a:r>
              <a:rPr lang="de-AT" dirty="0" err="1"/>
              <a:t>Exception</a:t>
            </a:r>
            <a:r>
              <a:rPr lang="de-AT" dirty="0"/>
              <a:t> Analysis</a:t>
            </a:r>
          </a:p>
          <a:p>
            <a:pPr lvl="0"/>
            <a:r>
              <a:rPr lang="de-AT" dirty="0"/>
              <a:t>Spikes</a:t>
            </a:r>
            <a:endParaRPr lang="en-AT" dirty="0"/>
          </a:p>
          <a:p>
            <a:pPr lvl="0"/>
            <a:r>
              <a:rPr lang="de-AT" dirty="0" err="1"/>
              <a:t>Refactorings</a:t>
            </a:r>
            <a:endParaRPr lang="en-AT" dirty="0"/>
          </a:p>
          <a:p>
            <a:pPr lvl="0"/>
            <a:r>
              <a:rPr lang="de-AT" dirty="0"/>
              <a:t>Writing </a:t>
            </a:r>
            <a:r>
              <a:rPr lang="de-AT" dirty="0" err="1"/>
              <a:t>Boilerplate</a:t>
            </a:r>
            <a:r>
              <a:rPr lang="de-AT" dirty="0"/>
              <a:t> Code</a:t>
            </a:r>
          </a:p>
          <a:p>
            <a:pPr lvl="0"/>
            <a:r>
              <a:rPr lang="de-AT" dirty="0" err="1"/>
              <a:t>Explore</a:t>
            </a:r>
            <a:r>
              <a:rPr lang="de-AT" dirty="0"/>
              <a:t> </a:t>
            </a:r>
            <a:r>
              <a:rPr lang="de-AT" dirty="0" err="1"/>
              <a:t>new</a:t>
            </a:r>
            <a:r>
              <a:rPr lang="de-AT" dirty="0"/>
              <a:t> Technologies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1941510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DA319F-FBC0-29F4-3F30-EA91452E6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Renaming in Visual Studio</a:t>
            </a:r>
            <a:endParaRPr lang="en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503BBC-77BB-9155-5BA9-C20C5952CB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AT" dirty="0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4C5D96D1-2854-C06D-E428-C59C0D5D3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1203598"/>
            <a:ext cx="6190783" cy="379588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9F78123-7D80-3FFF-2902-3970EDED735A}"/>
              </a:ext>
            </a:extLst>
          </p:cNvPr>
          <p:cNvSpPr/>
          <p:nvPr/>
        </p:nvSpPr>
        <p:spPr>
          <a:xfrm>
            <a:off x="4067944" y="2067694"/>
            <a:ext cx="1728192" cy="2880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850421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2D8067-65B5-4F09-01F0-6FFEF798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Together with R#</a:t>
            </a:r>
            <a:endParaRPr lang="en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726352-C22A-27CA-F362-2D6ECCF883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endParaRPr lang="en-AT" dirty="0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5C572178-EA05-987A-23A6-79D8340D6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1347614"/>
            <a:ext cx="4620093" cy="350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9287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FCC589B-CFC0-9940-908E-1A5683013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3540" y="1467106"/>
            <a:ext cx="7007838" cy="469039"/>
          </a:xfrm>
        </p:spPr>
        <p:txBody>
          <a:bodyPr/>
          <a:lstStyle/>
          <a:p>
            <a:r>
              <a:rPr lang="en-US" dirty="0"/>
              <a:t>Gimmick or Useful?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10182685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92CB42-4686-5D05-2BD6-6B7B7D9A2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Gimmick or Useful?</a:t>
            </a:r>
            <a:endParaRPr lang="en-AT" dirty="0"/>
          </a:p>
        </p:txBody>
      </p:sp>
      <p:pic>
        <p:nvPicPr>
          <p:cNvPr id="4098" name="Picture 2" descr="smiling software developer with a extended arm and a thumbs up in a comic style">
            <a:extLst>
              <a:ext uri="{FF2B5EF4-FFF2-40B4-BE49-F238E27FC236}">
                <a16:creationId xmlns:a16="http://schemas.microsoft.com/office/drawing/2014/main" id="{46E1382B-9755-5316-5E1A-75AC13437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115" y="1131590"/>
            <a:ext cx="3077769" cy="3077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969DD78-1C2A-C9EA-0863-939CF016F577}"/>
              </a:ext>
            </a:extLst>
          </p:cNvPr>
          <p:cNvSpPr txBox="1">
            <a:spLocks/>
          </p:cNvSpPr>
          <p:nvPr/>
        </p:nvSpPr>
        <p:spPr>
          <a:xfrm>
            <a:off x="628439" y="4371950"/>
            <a:ext cx="5147159" cy="432048"/>
          </a:xfrm>
          <a:prstGeom prst="rect">
            <a:avLst/>
          </a:prstGeom>
        </p:spPr>
        <p:txBody>
          <a:bodyPr>
            <a:noAutofit/>
          </a:bodyPr>
          <a:lstStyle>
            <a:lvl1pPr marL="207116" indent="-207116" algn="l" defTabSz="828465" rtl="0" eaLnBrk="1" latinLnBrk="0" hangingPunct="1">
              <a:lnSpc>
                <a:spcPct val="90000"/>
              </a:lnSpc>
              <a:spcBef>
                <a:spcPts val="906"/>
              </a:spcBef>
              <a:buFont typeface="Arial" panose="020B0604020202020204" pitchFamily="34" charset="0"/>
              <a:buChar char="•"/>
              <a:defRPr sz="25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348" indent="-207116" algn="l" defTabSz="828465" rtl="0" eaLnBrk="1" latinLnBrk="0" hangingPunct="1">
              <a:lnSpc>
                <a:spcPct val="90000"/>
              </a:lnSpc>
              <a:spcBef>
                <a:spcPts val="453"/>
              </a:spcBef>
              <a:buFont typeface="Arial" panose="020B0604020202020204" pitchFamily="34" charset="0"/>
              <a:buChar char="•"/>
              <a:defRPr sz="21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35582" indent="-207116" algn="l" defTabSz="828465" rtl="0" eaLnBrk="1" latinLnBrk="0" hangingPunct="1">
              <a:lnSpc>
                <a:spcPct val="90000"/>
              </a:lnSpc>
              <a:spcBef>
                <a:spcPts val="453"/>
              </a:spcBef>
              <a:buFont typeface="Arial" panose="020B0604020202020204" pitchFamily="34" charset="0"/>
              <a:buChar char="•"/>
              <a:defRPr sz="18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9814" indent="-207116" algn="l" defTabSz="828465" rtl="0" eaLnBrk="1" latinLnBrk="0" hangingPunct="1">
              <a:lnSpc>
                <a:spcPct val="90000"/>
              </a:lnSpc>
              <a:spcBef>
                <a:spcPts val="453"/>
              </a:spcBef>
              <a:buFont typeface="Arial" panose="020B0604020202020204" pitchFamily="34" charset="0"/>
              <a:buChar char="•"/>
              <a:defRPr sz="16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64046" indent="-207116" algn="l" defTabSz="828465" rtl="0" eaLnBrk="1" latinLnBrk="0" hangingPunct="1">
              <a:lnSpc>
                <a:spcPct val="90000"/>
              </a:lnSpc>
              <a:spcBef>
                <a:spcPts val="453"/>
              </a:spcBef>
              <a:buFont typeface="Arial" panose="020B0604020202020204" pitchFamily="34" charset="0"/>
              <a:buChar char="•"/>
              <a:defRPr sz="16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78278" indent="-207116" algn="l" defTabSz="828465" rtl="0" eaLnBrk="1" latinLnBrk="0" hangingPunct="1">
              <a:lnSpc>
                <a:spcPct val="90000"/>
              </a:lnSpc>
              <a:spcBef>
                <a:spcPts val="453"/>
              </a:spcBef>
              <a:buFont typeface="Arial" panose="020B0604020202020204" pitchFamily="34" charset="0"/>
              <a:buChar char="•"/>
              <a:defRPr sz="16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92512" indent="-207116" algn="l" defTabSz="828465" rtl="0" eaLnBrk="1" latinLnBrk="0" hangingPunct="1">
              <a:lnSpc>
                <a:spcPct val="90000"/>
              </a:lnSpc>
              <a:spcBef>
                <a:spcPts val="453"/>
              </a:spcBef>
              <a:buFont typeface="Arial" panose="020B0604020202020204" pitchFamily="34" charset="0"/>
              <a:buChar char="•"/>
              <a:defRPr sz="16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06744" indent="-207116" algn="l" defTabSz="828465" rtl="0" eaLnBrk="1" latinLnBrk="0" hangingPunct="1">
              <a:lnSpc>
                <a:spcPct val="90000"/>
              </a:lnSpc>
              <a:spcBef>
                <a:spcPts val="453"/>
              </a:spcBef>
              <a:buFont typeface="Arial" panose="020B0604020202020204" pitchFamily="34" charset="0"/>
              <a:buChar char="•"/>
              <a:defRPr sz="16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20976" indent="-207116" algn="l" defTabSz="828465" rtl="0" eaLnBrk="1" latinLnBrk="0" hangingPunct="1">
              <a:lnSpc>
                <a:spcPct val="90000"/>
              </a:lnSpc>
              <a:spcBef>
                <a:spcPts val="453"/>
              </a:spcBef>
              <a:buFont typeface="Arial" panose="020B0604020202020204" pitchFamily="34" charset="0"/>
              <a:buChar char="•"/>
              <a:defRPr sz="163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ctr">
              <a:buFont typeface="Arial" panose="020B0604020202020204" pitchFamily="34" charset="0"/>
              <a:buNone/>
            </a:pPr>
            <a:r>
              <a:rPr lang="en-US" sz="1000" dirty="0"/>
              <a:t>Created by Dall-E:</a:t>
            </a:r>
            <a:br>
              <a:rPr lang="en-US" sz="1000" dirty="0"/>
            </a:br>
            <a:r>
              <a:rPr lang="en-US" sz="1000" dirty="0"/>
              <a:t>smiling software developer with an extended arm and a thumbs up in a comic style</a:t>
            </a:r>
          </a:p>
        </p:txBody>
      </p:sp>
    </p:spTree>
    <p:extLst>
      <p:ext uri="{BB962C8B-B14F-4D97-AF65-F5344CB8AC3E}">
        <p14:creationId xmlns:p14="http://schemas.microsoft.com/office/powerpoint/2010/main" val="20203154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E9598B-80AD-6803-A224-5BE245282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3540" y="1467106"/>
            <a:ext cx="7007838" cy="469039"/>
          </a:xfrm>
        </p:spPr>
        <p:txBody>
          <a:bodyPr/>
          <a:lstStyle/>
          <a:p>
            <a:r>
              <a:rPr lang="en-US" dirty="0"/>
              <a:t>Copyright &amp; Security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374369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7B9389A-E6B6-649F-F22E-80B8F2035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Copyright</a:t>
            </a:r>
            <a:endParaRPr lang="en-AT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5D71BA-F6A3-D215-B19A-C5FA9DFF5A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AT" b="0" i="0" dirty="0">
                <a:solidFill>
                  <a:srgbClr val="2F2F2F"/>
                </a:solidFill>
                <a:effectLst/>
                <a:latin typeface="Segoe UI" panose="020B0502040204020203" pitchFamily="34" charset="0"/>
              </a:rPr>
              <a:t>Copilot Copyright </a:t>
            </a:r>
            <a:r>
              <a:rPr lang="de-AT" b="0" i="0" dirty="0" err="1">
                <a:solidFill>
                  <a:srgbClr val="2F2F2F"/>
                </a:solidFill>
                <a:effectLst/>
                <a:latin typeface="Segoe UI" panose="020B0502040204020203" pitchFamily="34" charset="0"/>
              </a:rPr>
              <a:t>Commitment</a:t>
            </a:r>
            <a:endParaRPr lang="de-AT" b="0" i="0" dirty="0">
              <a:solidFill>
                <a:srgbClr val="2F2F2F"/>
              </a:solidFill>
              <a:effectLst/>
              <a:latin typeface="Segoe UI" panose="020B0502040204020203" pitchFamily="34" charset="0"/>
            </a:endParaRPr>
          </a:p>
          <a:p>
            <a:pPr lvl="1"/>
            <a:r>
              <a:rPr lang="de-AT" sz="1200" dirty="0">
                <a:hlinkClick r:id="rId2"/>
              </a:rPr>
              <a:t>https://www.microsoft.com/en-us/licensing/news/Microsoft-Copilot-Copyright-Commitment</a:t>
            </a:r>
            <a:endParaRPr lang="en-US" sz="1200" dirty="0"/>
          </a:p>
          <a:p>
            <a:r>
              <a:rPr lang="de-AT" dirty="0">
                <a:solidFill>
                  <a:srgbClr val="2F2F2F"/>
                </a:solidFill>
              </a:rPr>
              <a:t>GitHub Copilot Trust Center</a:t>
            </a:r>
          </a:p>
          <a:p>
            <a:pPr lvl="1"/>
            <a:r>
              <a:rPr lang="en-US" sz="1200" dirty="0">
                <a:hlinkClick r:id="rId3"/>
              </a:rPr>
              <a:t>https://resources.github.com/copilot-trust-center/</a:t>
            </a:r>
            <a:endParaRPr lang="en-US" sz="1200" dirty="0"/>
          </a:p>
          <a:p>
            <a:pPr lvl="1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703357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15EDE16-2C13-8F72-2C92-194131771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8172" y="1436453"/>
            <a:ext cx="7760251" cy="327870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367F993-3B62-2F14-245A-287678B44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3" y="555526"/>
            <a:ext cx="7760251" cy="469039"/>
          </a:xfrm>
        </p:spPr>
        <p:txBody>
          <a:bodyPr wrap="square">
            <a:normAutofit/>
          </a:bodyPr>
          <a:lstStyle/>
          <a:p>
            <a:r>
              <a:rPr lang="en-US" dirty="0"/>
              <a:t>GitHub Copilot Settings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2138665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7A68D-7C55-A2C2-A647-169A9BEE9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080CC558-6CC4-A69D-ABFE-177BC647F3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24585" y="1347614"/>
            <a:ext cx="4767425" cy="3456384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662B5B2-9474-8289-EEBF-0217BF896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3" y="555526"/>
            <a:ext cx="7760251" cy="469039"/>
          </a:xfrm>
        </p:spPr>
        <p:txBody>
          <a:bodyPr wrap="square">
            <a:normAutofit/>
          </a:bodyPr>
          <a:lstStyle/>
          <a:p>
            <a:r>
              <a:rPr lang="en-US" dirty="0"/>
              <a:t>GitHub Copilot Settings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29749920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753D4-62AF-725E-55A3-CAA7D5B12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572815BB-ACA9-F48B-477E-14FF3D60B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86760" y="1347614"/>
            <a:ext cx="5643075" cy="3456384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C06EE9-F2CE-2CE1-833B-6C36277C1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3" y="555526"/>
            <a:ext cx="7760251" cy="469039"/>
          </a:xfrm>
        </p:spPr>
        <p:txBody>
          <a:bodyPr wrap="square">
            <a:normAutofit/>
          </a:bodyPr>
          <a:lstStyle/>
          <a:p>
            <a:r>
              <a:rPr lang="en-US" dirty="0"/>
              <a:t>GitHub Copilot Settings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22603719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9C5408-D1E4-BF00-4037-B1E5291AFF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Which questions can I answer?</a:t>
            </a:r>
            <a:endParaRPr lang="en-AT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8C7B9E8-2C78-36C5-B02F-4398EB738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9665387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FEC7E0-9EDA-4AD8-C1CA-6A3C1D1D4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Sponsors</a:t>
            </a:r>
            <a:endParaRPr lang="en-AT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87F4462-74CB-9113-03D0-2FCE216024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1" y="1749440"/>
            <a:ext cx="2805248" cy="68410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F08CA316-7238-0FE8-A7D4-B72FD9481B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99507" y="1806155"/>
            <a:ext cx="2453950" cy="413919"/>
          </a:xfrm>
          <a:prstGeom prst="rect">
            <a:avLst/>
          </a:prstGeom>
        </p:spPr>
      </p:pic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7F8965FF-4B08-D6E5-D10C-C1FA0B0A036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1894" y="2709959"/>
            <a:ext cx="1516238" cy="164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0605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C6145-3285-9EF4-73B3-6093E2FA7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JetBrains Raffle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76C76-802C-9C0F-5229-B14842965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Contact us at team@dotnetdevs.at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0651747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44503-9DF1-C839-C44C-1F837CC5B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want to hear your feedback</a:t>
            </a:r>
            <a:endParaRPr lang="en-AT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3A7939-E66E-9F8E-9C55-6C569FE6C8FA}"/>
              </a:ext>
            </a:extLst>
          </p:cNvPr>
          <p:cNvSpPr txBox="1"/>
          <p:nvPr/>
        </p:nvSpPr>
        <p:spPr>
          <a:xfrm>
            <a:off x="4686300" y="2571750"/>
            <a:ext cx="4033838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/>
            <a:r>
              <a:rPr lang="en-US" sz="1350" b="1" dirty="0">
                <a:solidFill>
                  <a:srgbClr val="68217A"/>
                </a:solidFill>
                <a:latin typeface="Consolas" panose="020B0609020204030204" pitchFamily="49" charset="0"/>
              </a:rPr>
              <a:t>https://go.dotnetdevs.at/feedback-202402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AE6AE2-D247-D1D6-49D4-689D400D5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6062894" cy="3263504"/>
          </a:xfrm>
        </p:spPr>
        <p:txBody>
          <a:bodyPr/>
          <a:lstStyle/>
          <a:p>
            <a:endParaRPr lang="en-AT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BEAA589-7972-2589-7AF5-6699A9DAB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11" y="1097695"/>
            <a:ext cx="3806552" cy="380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75791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A2480D-5834-0366-F369-F2DEF3D74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 you March 26</a:t>
            </a:r>
            <a:r>
              <a:rPr lang="en-US" baseline="30000" dirty="0"/>
              <a:t>th</a:t>
            </a:r>
            <a:r>
              <a:rPr lang="en-US" dirty="0"/>
              <a:t>! </a:t>
            </a:r>
            <a:endParaRPr lang="en-AT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CCF04B-EC18-3B56-2524-A5CC184D4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5995988" cy="112514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Real time 1v1 multiplayer game using </a:t>
            </a:r>
            <a:r>
              <a:rPr lang="en-US" dirty="0" err="1"/>
              <a:t>.Net</a:t>
            </a:r>
            <a:r>
              <a:rPr lang="en-US" dirty="0"/>
              <a:t> and Unity3D </a:t>
            </a:r>
          </a:p>
          <a:p>
            <a:pPr lvl="0"/>
            <a:r>
              <a:rPr lang="en-US" dirty="0"/>
              <a:t>Peter </a:t>
            </a:r>
            <a:r>
              <a:rPr lang="en-US" dirty="0" err="1"/>
              <a:t>Melchart</a:t>
            </a:r>
            <a:r>
              <a:rPr lang="en-US" dirty="0"/>
              <a:t> &amp; Alex </a:t>
            </a:r>
            <a:r>
              <a:rPr lang="en-US" dirty="0" err="1"/>
              <a:t>Gavrilescu</a:t>
            </a:r>
            <a:r>
              <a:rPr lang="en-US" dirty="0"/>
              <a:t> @ </a:t>
            </a:r>
            <a:r>
              <a:rPr lang="en-US" dirty="0" err="1"/>
              <a:t>Funstage</a:t>
            </a:r>
            <a:endParaRPr lang="en-AT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E8BBA2-6DEF-28CC-9579-85737D500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AT" altLang="en-A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AT" altLang="en-A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451"/>
      </p:ext>
    </p:extLst>
  </p:cSld>
  <p:clrMapOvr>
    <a:masterClrMapping/>
  </p:clrMapOvr>
</p:sld>
</file>

<file path=ppt/theme/theme1.xml><?xml version="1.0" encoding="utf-8"?>
<a:theme xmlns:a="http://schemas.openxmlformats.org/drawingml/2006/main" name="Logo Slides">
  <a:themeElements>
    <a:clrScheme name="TT_Presentation_2015_Theme_Colors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005C9C"/>
      </a:accent1>
      <a:accent2>
        <a:srgbClr val="57A4E7"/>
      </a:accent2>
      <a:accent3>
        <a:srgbClr val="99D9F2"/>
      </a:accent3>
      <a:accent4>
        <a:srgbClr val="52B0AF"/>
      </a:accent4>
      <a:accent5>
        <a:srgbClr val="A9CA39"/>
      </a:accent5>
      <a:accent6>
        <a:srgbClr val="AF9A6B"/>
      </a:accent6>
      <a:hlink>
        <a:srgbClr val="3E9AFD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83F59AB6-8289-BD47-B0B1-8662DA466149}" vid="{0015CACF-A25F-C941-A98A-947A211FC669}"/>
    </a:ext>
  </a:extLst>
</a:theme>
</file>

<file path=ppt/theme/theme2.xml><?xml version="1.0" encoding="utf-8"?>
<a:theme xmlns:a="http://schemas.openxmlformats.org/drawingml/2006/main" name="Section Slides">
  <a:themeElements>
    <a:clrScheme name="TT Theme Color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0067AD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0067AD"/>
      </a:accent6>
      <a:hlink>
        <a:srgbClr val="4A9B82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83F59AB6-8289-BD47-B0B1-8662DA466149}" vid="{2BA2156A-D2A7-D246-BADE-F9CBADF92A6A}"/>
    </a:ext>
  </a:extLst>
</a:theme>
</file>

<file path=ppt/theme/theme3.xml><?xml version="1.0" encoding="utf-8"?>
<a:theme xmlns:a="http://schemas.openxmlformats.org/drawingml/2006/main" name="Content Slides">
  <a:themeElements>
    <a:clrScheme name="TT Template Color Theme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005C9C"/>
      </a:accent1>
      <a:accent2>
        <a:srgbClr val="57A4E7"/>
      </a:accent2>
      <a:accent3>
        <a:srgbClr val="99D9F2"/>
      </a:accent3>
      <a:accent4>
        <a:srgbClr val="52B0AF"/>
      </a:accent4>
      <a:accent5>
        <a:srgbClr val="A9CA39"/>
      </a:accent5>
      <a:accent6>
        <a:srgbClr val="AF9A6B"/>
      </a:accent6>
      <a:hlink>
        <a:srgbClr val="52B0AF"/>
      </a:hlink>
      <a:folHlink>
        <a:srgbClr val="7F7F7F"/>
      </a:folHlink>
    </a:clrScheme>
    <a:fontScheme name="TT Template Font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83F59AB6-8289-BD47-B0B1-8662DA466149}" vid="{370E598A-8A53-5F43-AB4B-2639A7FE0A27}"/>
    </a:ext>
  </a:extLst>
</a:theme>
</file>

<file path=ppt/theme/theme4.xml><?xml version="1.0" encoding="utf-8"?>
<a:theme xmlns:a="http://schemas.openxmlformats.org/drawingml/2006/main" name="Content Slides without Logo">
  <a:themeElements>
    <a:clrScheme name="TT Template Color Theme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005C9C"/>
      </a:accent1>
      <a:accent2>
        <a:srgbClr val="57A4E7"/>
      </a:accent2>
      <a:accent3>
        <a:srgbClr val="99D9F2"/>
      </a:accent3>
      <a:accent4>
        <a:srgbClr val="52B0AF"/>
      </a:accent4>
      <a:accent5>
        <a:srgbClr val="A9CA39"/>
      </a:accent5>
      <a:accent6>
        <a:srgbClr val="AF9A6B"/>
      </a:accent6>
      <a:hlink>
        <a:srgbClr val="52B0AF"/>
      </a:hlink>
      <a:folHlink>
        <a:srgbClr val="7F7F7F"/>
      </a:folHlink>
    </a:clrScheme>
    <a:fontScheme name="TT Template Font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2" id="{83F59AB6-8289-BD47-B0B1-8662DA466149}" vid="{3D2C46D4-32E5-E146-BDD0-EBA006D25612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DF5D42E3-FCB3-4658-A2BB-542BB019051D}">
  <we:reference id="wa104381526" version="1.0.0.2" store="en-US" storeType="OMEX"/>
  <we:alternateReferences>
    <we:reference id="WA104381526" version="1.0.0.2" store="WA104381526" storeType="OMEX"/>
  </we:alternateReferences>
  <we:properties>
    <we:property name="FormID" value="&quot;3v-FfbexpkWaiqlvc3Bi5GheaW5J0UlPjdHFwTAVCtZUQU5HUkFKSkY3N05ZWDczQ0xJUU5GUEVWVC4u&quot;"/>
    <we:property name="FormMode" value="&quot;DesignTim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43F5660AFE4DF48912EB45177040206" ma:contentTypeVersion="12" ma:contentTypeDescription="Ein neues Dokument erstellen." ma:contentTypeScope="" ma:versionID="1f2d256c9d1e599655a78569912fe133">
  <xsd:schema xmlns:xsd="http://www.w3.org/2001/XMLSchema" xmlns:xs="http://www.w3.org/2001/XMLSchema" xmlns:p="http://schemas.microsoft.com/office/2006/metadata/properties" xmlns:ns2="9d4059ad-3f3c-4315-a9b0-bccacf58ea2e" xmlns:ns3="962588f1-9f9c-46ee-8cab-d2557cbfb99a" targetNamespace="http://schemas.microsoft.com/office/2006/metadata/properties" ma:root="true" ma:fieldsID="29a4935a17a0a2ea3225cf220b4b1203" ns2:_="" ns3:_="">
    <xsd:import namespace="9d4059ad-3f3c-4315-a9b0-bccacf58ea2e"/>
    <xsd:import namespace="962588f1-9f9c-46ee-8cab-d2557cbfb9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4059ad-3f3c-4315-a9b0-bccacf58ea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ierungen" ma:readOnly="false" ma:fieldId="{5cf76f15-5ced-4ddc-b409-7134ff3c332f}" ma:taxonomyMulti="true" ma:sspId="bf16a271-86bf-43b1-8a59-28a0529554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2588f1-9f9c-46ee-8cab-d2557cbfb99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8ef2a9b-b19a-4172-b55b-e557a8484585}" ma:internalName="TaxCatchAll" ma:showField="CatchAllData" ma:web="962588f1-9f9c-46ee-8cab-d2557cbfb9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62588f1-9f9c-46ee-8cab-d2557cbfb99a" xsi:nil="true"/>
    <lcf76f155ced4ddcb4097134ff3c332f xmlns="9d4059ad-3f3c-4315-a9b0-bccacf58ea2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7DCDBB4-2A74-4305-B99F-0A60A0B90947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F8DA4AA7-A4EF-458E-89C6-5FA3B3607CD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A8C14C4-A2CC-4E14-A3D6-954299EAB2BB}"/>
</file>

<file path=customXml/itemProps4.xml><?xml version="1.0" encoding="utf-8"?>
<ds:datastoreItem xmlns:ds="http://schemas.openxmlformats.org/officeDocument/2006/customXml" ds:itemID="{4C4A31D9-D3F5-4AA3-8DBA-3885F5D8F7A0}">
  <ds:schemaRefs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cbb175e5-4895-4a4b-b5e7-f65d510609a0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Presentation_2021_16x9</Template>
  <TotalTime>0</TotalTime>
  <Words>512</Words>
  <Application>Microsoft Office PowerPoint</Application>
  <PresentationFormat>On-screen Show (16:9)</PresentationFormat>
  <Paragraphs>101</Paragraphs>
  <Slides>34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34</vt:i4>
      </vt:variant>
    </vt:vector>
  </HeadingPairs>
  <TitlesOfParts>
    <vt:vector size="48" baseType="lpstr">
      <vt:lpstr>Arial</vt:lpstr>
      <vt:lpstr>Calibri</vt:lpstr>
      <vt:lpstr>Consolas</vt:lpstr>
      <vt:lpstr>Courier New</vt:lpstr>
      <vt:lpstr>Graphik Meetup</vt:lpstr>
      <vt:lpstr>Segoe UI</vt:lpstr>
      <vt:lpstr>Segoe UI Light</vt:lpstr>
      <vt:lpstr>Segoe UI Semibold</vt:lpstr>
      <vt:lpstr>Source Sans Pro</vt:lpstr>
      <vt:lpstr>Logo Slides</vt:lpstr>
      <vt:lpstr>Section Slides</vt:lpstr>
      <vt:lpstr>Content Slides</vt:lpstr>
      <vt:lpstr>Content Slides without Logo</vt:lpstr>
      <vt:lpstr>Office Theme</vt:lpstr>
      <vt:lpstr>.NET Community Austria February 2024</vt:lpstr>
      <vt:lpstr>Thank you for joining!</vt:lpstr>
      <vt:lpstr>Thanks for hosting!</vt:lpstr>
      <vt:lpstr>Our Sponsors</vt:lpstr>
      <vt:lpstr>How to take part in the raffle?</vt:lpstr>
      <vt:lpstr>Community News</vt:lpstr>
      <vt:lpstr>Events</vt:lpstr>
      <vt:lpstr>Next meetups</vt:lpstr>
      <vt:lpstr>GitHub Copilot – Gimmick or Useful?</vt:lpstr>
      <vt:lpstr>GitHub Copilot - Gimmick or Useful? </vt:lpstr>
      <vt:lpstr>PowerPoint Presentation</vt:lpstr>
      <vt:lpstr>What is GitHub Copilot</vt:lpstr>
      <vt:lpstr>What GitHub Copilot isn’t </vt:lpstr>
      <vt:lpstr>PowerPoint Presentation</vt:lpstr>
      <vt:lpstr>Context, Context, Context!</vt:lpstr>
      <vt:lpstr>Where I use GitHub Copilot</vt:lpstr>
      <vt:lpstr>Our IDEs</vt:lpstr>
      <vt:lpstr>Pray to the Demo Gods!</vt:lpstr>
      <vt:lpstr>Topics covered</vt:lpstr>
      <vt:lpstr>TechTalk Usage</vt:lpstr>
      <vt:lpstr>Renaming in Visual Studio</vt:lpstr>
      <vt:lpstr>Together with R#</vt:lpstr>
      <vt:lpstr>Gimmick or Useful?</vt:lpstr>
      <vt:lpstr>Gimmick or Useful?</vt:lpstr>
      <vt:lpstr>Copyright &amp; Security</vt:lpstr>
      <vt:lpstr>Copyright</vt:lpstr>
      <vt:lpstr>GitHub Copilot Settings</vt:lpstr>
      <vt:lpstr>GitHub Copilot Settings</vt:lpstr>
      <vt:lpstr>GitHub Copilot Settings</vt:lpstr>
      <vt:lpstr>Thank you!</vt:lpstr>
      <vt:lpstr>Our Sponsors</vt:lpstr>
      <vt:lpstr>JetBrains Raffle</vt:lpstr>
      <vt:lpstr>We want to hear your feedback</vt:lpstr>
      <vt:lpstr>See you March 26th! </vt:lpstr>
    </vt:vector>
  </TitlesOfParts>
  <Company>TechTalk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- Gimmick or Useful? </dc:title>
  <dc:creator>Andreas Willich</dc:creator>
  <cp:lastModifiedBy>Andreas Willich</cp:lastModifiedBy>
  <cp:revision>6</cp:revision>
  <cp:lastPrinted>2014-08-14T13:20:52Z</cp:lastPrinted>
  <dcterms:created xsi:type="dcterms:W3CDTF">2024-02-13T13:13:18Z</dcterms:created>
  <dcterms:modified xsi:type="dcterms:W3CDTF">2024-02-20T18:27:08Z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2014-08-12T00:00:00Z</vt:filetime>
  </property>
  <property fmtid="{D5CDD505-2E9C-101B-9397-08002B2CF9AE}" pid="3" name="LastSaved">
    <vt:filetime>2014-08-12T00:00:00Z</vt:filetime>
  </property>
  <property fmtid="{D5CDD505-2E9C-101B-9397-08002B2CF9AE}" pid="4" name="_dlc_DocIdItemGuid">
    <vt:lpwstr>da961d79-e38f-4304-ba9d-969b9e96bd49</vt:lpwstr>
  </property>
  <property fmtid="{D5CDD505-2E9C-101B-9397-08002B2CF9AE}" pid="5" name="ContentTypeId">
    <vt:lpwstr>0x010100A63C68441731054A8A5ABF50659EDFAB</vt:lpwstr>
  </property>
</Properties>
</file>