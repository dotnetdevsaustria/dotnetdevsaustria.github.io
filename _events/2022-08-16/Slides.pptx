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9" r:id="rId5"/>
  </p:sldMasterIdLst>
  <p:notesMasterIdLst>
    <p:notesMasterId r:id="rId33"/>
  </p:notesMasterIdLst>
  <p:sldIdLst>
    <p:sldId id="314" r:id="rId6"/>
    <p:sldId id="298" r:id="rId7"/>
    <p:sldId id="2076136296" r:id="rId8"/>
    <p:sldId id="299" r:id="rId9"/>
    <p:sldId id="356" r:id="rId10"/>
    <p:sldId id="2076136919" r:id="rId11"/>
    <p:sldId id="2076136920" r:id="rId12"/>
    <p:sldId id="2076136298" r:id="rId13"/>
    <p:sldId id="308" r:id="rId14"/>
    <p:sldId id="2076136916" r:id="rId15"/>
    <p:sldId id="2076136926" r:id="rId16"/>
    <p:sldId id="2076136925" r:id="rId17"/>
    <p:sldId id="2076136927" r:id="rId18"/>
    <p:sldId id="2076136928" r:id="rId19"/>
    <p:sldId id="319" r:id="rId20"/>
    <p:sldId id="2076136918" r:id="rId21"/>
    <p:sldId id="338" r:id="rId22"/>
    <p:sldId id="336" r:id="rId23"/>
    <p:sldId id="2076136923" r:id="rId24"/>
    <p:sldId id="340" r:id="rId25"/>
    <p:sldId id="341" r:id="rId26"/>
    <p:sldId id="342" r:id="rId27"/>
    <p:sldId id="334" r:id="rId28"/>
    <p:sldId id="344" r:id="rId29"/>
    <p:sldId id="345" r:id="rId30"/>
    <p:sldId id="346" r:id="rId31"/>
    <p:sldId id="321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9DEA"/>
    <a:srgbClr val="68217A"/>
    <a:srgbClr val="290D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B6665E-132D-49BC-AF03-1C721872FC97}" v="41" dt="2022-08-16T15:46:39.6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microsoft.com/office/2015/10/relationships/revisionInfo" Target="revisionInfo.xml"/><Relationship Id="rId21" Type="http://schemas.openxmlformats.org/officeDocument/2006/relationships/slide" Target="slides/slide16.xml"/><Relationship Id="rId34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s" userId="f1a27a91-fb80-49c6-a061-1959e15afc91" providerId="ADAL" clId="{9860962F-FC7B-4BC6-B3C2-813BEDD77F72}"/>
    <pc:docChg chg="custSel addSld delSld modSld">
      <pc:chgData name="Andreas" userId="f1a27a91-fb80-49c6-a061-1959e15afc91" providerId="ADAL" clId="{9860962F-FC7B-4BC6-B3C2-813BEDD77F72}" dt="2021-05-11T06:48:14.212" v="26" actId="729"/>
      <pc:docMkLst>
        <pc:docMk/>
      </pc:docMkLst>
      <pc:sldChg chg="modSp mod">
        <pc:chgData name="Andreas" userId="f1a27a91-fb80-49c6-a061-1959e15afc91" providerId="ADAL" clId="{9860962F-FC7B-4BC6-B3C2-813BEDD77F72}" dt="2021-05-11T06:40:37.249" v="4" actId="20577"/>
        <pc:sldMkLst>
          <pc:docMk/>
          <pc:sldMk cId="3908362423" sldId="314"/>
        </pc:sldMkLst>
        <pc:spChg chg="mod">
          <ac:chgData name="Andreas" userId="f1a27a91-fb80-49c6-a061-1959e15afc91" providerId="ADAL" clId="{9860962F-FC7B-4BC6-B3C2-813BEDD77F72}" dt="2021-05-11T06:40:37.249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9860962F-FC7B-4BC6-B3C2-813BEDD77F72}" dt="2021-05-11T06:41:07.546" v="11" actId="20577"/>
        <pc:sldMkLst>
          <pc:docMk/>
          <pc:sldMk cId="1406265366" sldId="319"/>
        </pc:sldMkLst>
        <pc:spChg chg="mod">
          <ac:chgData name="Andreas" userId="f1a27a91-fb80-49c6-a061-1959e15afc91" providerId="ADAL" clId="{9860962F-FC7B-4BC6-B3C2-813BEDD77F72}" dt="2021-05-11T06:41:07.546" v="11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" userId="f1a27a91-fb80-49c6-a061-1959e15afc91" providerId="ADAL" clId="{9860962F-FC7B-4BC6-B3C2-813BEDD77F72}" dt="2021-05-11T06:45:42.907" v="25" actId="1076"/>
        <pc:sldMkLst>
          <pc:docMk/>
          <pc:sldMk cId="820736664" sldId="321"/>
        </pc:sldMkLst>
        <pc:spChg chg="mod">
          <ac:chgData name="Andreas" userId="f1a27a91-fb80-49c6-a061-1959e15afc91" providerId="ADAL" clId="{9860962F-FC7B-4BC6-B3C2-813BEDD77F72}" dt="2021-05-11T06:45:21.050" v="2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" userId="f1a27a91-fb80-49c6-a061-1959e15afc91" providerId="ADAL" clId="{9860962F-FC7B-4BC6-B3C2-813BEDD77F72}" dt="2021-05-11T06:45:42.907" v="25" actId="1076"/>
          <ac:picMkLst>
            <pc:docMk/>
            <pc:sldMk cId="820736664" sldId="321"/>
            <ac:picMk id="4" creationId="{440336A7-C981-4F72-990A-A23068EEA2C1}"/>
          </ac:picMkLst>
        </pc:picChg>
        <pc:picChg chg="del">
          <ac:chgData name="Andreas" userId="f1a27a91-fb80-49c6-a061-1959e15afc91" providerId="ADAL" clId="{9860962F-FC7B-4BC6-B3C2-813BEDD77F72}" dt="2021-05-11T06:45:38.904" v="23" actId="478"/>
          <ac:picMkLst>
            <pc:docMk/>
            <pc:sldMk cId="820736664" sldId="321"/>
            <ac:picMk id="1026" creationId="{A5E6E6B2-A3EF-49E2-AADD-D8F25295F5FB}"/>
          </ac:picMkLst>
        </pc:picChg>
      </pc:sldChg>
      <pc:sldChg chg="modSp">
        <pc:chgData name="Andreas" userId="f1a27a91-fb80-49c6-a061-1959e15afc91" providerId="ADAL" clId="{9860962F-FC7B-4BC6-B3C2-813BEDD77F72}" dt="2021-05-11T06:41:49.860" v="2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9860962F-FC7B-4BC6-B3C2-813BEDD77F72}" dt="2021-05-11T06:41:49.860" v="2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" userId="f1a27a91-fb80-49c6-a061-1959e15afc91" providerId="ADAL" clId="{9860962F-FC7B-4BC6-B3C2-813BEDD77F72}" dt="2021-05-11T06:48:14.212" v="26" actId="729"/>
        <pc:sldMkLst>
          <pc:docMk/>
          <pc:sldMk cId="2912987150" sldId="344"/>
        </pc:sldMkLst>
      </pc:sldChg>
      <pc:sldChg chg="new del">
        <pc:chgData name="Andreas" userId="f1a27a91-fb80-49c6-a061-1959e15afc91" providerId="ADAL" clId="{9860962F-FC7B-4BC6-B3C2-813BEDD77F72}" dt="2021-05-11T06:41:18.682" v="13" actId="47"/>
        <pc:sldMkLst>
          <pc:docMk/>
          <pc:sldMk cId="3198675150" sldId="2076136918"/>
        </pc:sldMkLst>
      </pc:sldChg>
      <pc:sldChg chg="modSp add mod">
        <pc:chgData name="Andreas" userId="f1a27a91-fb80-49c6-a061-1959e15afc91" providerId="ADAL" clId="{9860962F-FC7B-4BC6-B3C2-813BEDD77F72}" dt="2021-05-11T06:41:25.489" v="20" actId="20577"/>
        <pc:sldMkLst>
          <pc:docMk/>
          <pc:sldMk cId="3355931194" sldId="2076136918"/>
        </pc:sldMkLst>
        <pc:spChg chg="mod">
          <ac:chgData name="Andreas" userId="f1a27a91-fb80-49c6-a061-1959e15afc91" providerId="ADAL" clId="{9860962F-FC7B-4BC6-B3C2-813BEDD77F72}" dt="2021-05-11T06:41:25.489" v="20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45D5694C-E53B-449D-B3DF-EB0CC56D9558}"/>
    <pc:docChg chg="modSld">
      <pc:chgData name="Andreas Willich" userId="f1a27a91-fb80-49c6-a061-1959e15afc91" providerId="ADAL" clId="{45D5694C-E53B-449D-B3DF-EB0CC56D9558}" dt="2021-03-30T15:44:38.873" v="84" actId="113"/>
      <pc:docMkLst>
        <pc:docMk/>
      </pc:docMkLst>
      <pc:sldChg chg="modSp mod">
        <pc:chgData name="Andreas Willich" userId="f1a27a91-fb80-49c6-a061-1959e15afc91" providerId="ADAL" clId="{45D5694C-E53B-449D-B3DF-EB0CC56D9558}" dt="2021-03-29T18:40:54.261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5D5694C-E53B-449D-B3DF-EB0CC56D9558}" dt="2021-03-29T18:40:54.261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5D5694C-E53B-449D-B3DF-EB0CC56D9558}" dt="2021-03-29T18:42:32.693" v="1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5D5694C-E53B-449D-B3DF-EB0CC56D9558}" dt="2021-03-29T18:42:32.693" v="1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5D5694C-E53B-449D-B3DF-EB0CC56D9558}" dt="2021-03-29T18:45:11.374" v="23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45D5694C-E53B-449D-B3DF-EB0CC56D9558}" dt="2021-03-29T18:45:11.374" v="23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45D5694C-E53B-449D-B3DF-EB0CC56D9558}" dt="2021-03-29T18:45:08.355" v="21" actId="1076"/>
          <ac:picMkLst>
            <pc:docMk/>
            <pc:sldMk cId="820736664" sldId="321"/>
            <ac:picMk id="4" creationId="{138A25B8-A49B-43D4-830D-E2249168968B}"/>
          </ac:picMkLst>
        </pc:picChg>
        <pc:picChg chg="del">
          <ac:chgData name="Andreas Willich" userId="f1a27a91-fb80-49c6-a061-1959e15afc91" providerId="ADAL" clId="{45D5694C-E53B-449D-B3DF-EB0CC56D9558}" dt="2021-03-29T18:45:02.098" v="19" actId="478"/>
          <ac:picMkLst>
            <pc:docMk/>
            <pc:sldMk cId="820736664" sldId="321"/>
            <ac:picMk id="1026" creationId="{B6EEBEAC-DCB9-4A6E-A7F3-E5044D8EB255}"/>
          </ac:picMkLst>
        </pc:picChg>
      </pc:sldChg>
      <pc:sldChg chg="modSp mod">
        <pc:chgData name="Andreas Willich" userId="f1a27a91-fb80-49c6-a061-1959e15afc91" providerId="ADAL" clId="{45D5694C-E53B-449D-B3DF-EB0CC56D9558}" dt="2021-03-30T15:44:38.873" v="84" actId="113"/>
        <pc:sldMkLst>
          <pc:docMk/>
          <pc:sldMk cId="2598560352" sldId="334"/>
        </pc:sldMkLst>
        <pc:graphicFrameChg chg="mod">
          <ac:chgData name="Andreas Willich" userId="f1a27a91-fb80-49c6-a061-1959e15afc91" providerId="ADAL" clId="{45D5694C-E53B-449D-B3DF-EB0CC56D9558}" dt="2021-03-30T15:44:38.873" v="84" actId="11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</pc:docChg>
  </pc:docChgLst>
  <pc:docChgLst>
    <pc:chgData name="Andreas Willich" userId="f1a27a91-fb80-49c6-a061-1959e15afc91" providerId="ADAL" clId="{7B1687BD-F4CA-485F-83FD-04DC3CF1F696}"/>
    <pc:docChg chg="modSld">
      <pc:chgData name="Andreas Willich" userId="f1a27a91-fb80-49c6-a061-1959e15afc91" providerId="ADAL" clId="{7B1687BD-F4CA-485F-83FD-04DC3CF1F696}" dt="2020-02-11T16:43:30.571" v="3" actId="20577"/>
      <pc:docMkLst>
        <pc:docMk/>
      </pc:docMkLst>
      <pc:sldChg chg="modSp">
        <pc:chgData name="Andreas Willich" userId="f1a27a91-fb80-49c6-a061-1959e15afc91" providerId="ADAL" clId="{7B1687BD-F4CA-485F-83FD-04DC3CF1F696}" dt="2020-02-11T16:43:30.571" v="3" actId="20577"/>
        <pc:sldMkLst>
          <pc:docMk/>
          <pc:sldMk cId="3668429019" sldId="312"/>
        </pc:sldMkLst>
        <pc:graphicFrameChg chg="mod">
          <ac:chgData name="Andreas Willich" userId="f1a27a91-fb80-49c6-a061-1959e15afc91" providerId="ADAL" clId="{7B1687BD-F4CA-485F-83FD-04DC3CF1F696}" dt="2020-02-11T16:43:30.571" v="3" actId="20577"/>
          <ac:graphicFrameMkLst>
            <pc:docMk/>
            <pc:sldMk cId="3668429019" sldId="312"/>
            <ac:graphicFrameMk id="5" creationId="{646BD10E-9A6C-45CE-A11F-D312F9487D4F}"/>
          </ac:graphicFrameMkLst>
        </pc:graphicFrameChg>
      </pc:sldChg>
      <pc:sldChg chg="modSp">
        <pc:chgData name="Andreas Willich" userId="f1a27a91-fb80-49c6-a061-1959e15afc91" providerId="ADAL" clId="{7B1687BD-F4CA-485F-83FD-04DC3CF1F696}" dt="2020-02-11T16:42:53.671" v="0" actId="108"/>
        <pc:sldMkLst>
          <pc:docMk/>
          <pc:sldMk cId="4012844004" sldId="320"/>
        </pc:sldMkLst>
        <pc:spChg chg="mod">
          <ac:chgData name="Andreas Willich" userId="f1a27a91-fb80-49c6-a061-1959e15afc91" providerId="ADAL" clId="{7B1687BD-F4CA-485F-83FD-04DC3CF1F696}" dt="2020-02-11T16:42:53.671" v="0" actId="108"/>
          <ac:spMkLst>
            <pc:docMk/>
            <pc:sldMk cId="4012844004" sldId="320"/>
            <ac:spMk id="3" creationId="{F0A5CE4A-A558-4ED6-B2E5-7B20C18A7F94}"/>
          </ac:spMkLst>
        </pc:spChg>
      </pc:sldChg>
    </pc:docChg>
  </pc:docChgLst>
  <pc:docChgLst>
    <pc:chgData name="Andreas Willich" userId="f1a27a91-fb80-49c6-a061-1959e15afc91" providerId="ADAL" clId="{A37FF76C-50DE-4856-BE9F-11275FFD5917}"/>
    <pc:docChg chg="undo custSel mod addSld delSld modSld">
      <pc:chgData name="Andreas Willich" userId="f1a27a91-fb80-49c6-a061-1959e15afc91" providerId="ADAL" clId="{A37FF76C-50DE-4856-BE9F-11275FFD5917}" dt="2020-03-26T19:23:53.167" v="1043" actId="2696"/>
      <pc:docMkLst>
        <pc:docMk/>
      </pc:docMkLst>
      <pc:sldChg chg="del">
        <pc:chgData name="Andreas Willich" userId="f1a27a91-fb80-49c6-a061-1959e15afc91" providerId="ADAL" clId="{A37FF76C-50DE-4856-BE9F-11275FFD5917}" dt="2020-03-26T18:16:31.824" v="6" actId="2696"/>
        <pc:sldMkLst>
          <pc:docMk/>
          <pc:sldMk cId="2286610563" sldId="285"/>
        </pc:sldMkLst>
      </pc:sldChg>
      <pc:sldChg chg="modSp">
        <pc:chgData name="Andreas Willich" userId="f1a27a91-fb80-49c6-a061-1959e15afc91" providerId="ADAL" clId="{A37FF76C-50DE-4856-BE9F-11275FFD5917}" dt="2020-03-26T18:17:58.782" v="14" actId="20577"/>
        <pc:sldMkLst>
          <pc:docMk/>
          <pc:sldMk cId="76436240" sldId="298"/>
        </pc:sldMkLst>
        <pc:spChg chg="mod">
          <ac:chgData name="Andreas Willich" userId="f1a27a91-fb80-49c6-a061-1959e15afc91" providerId="ADAL" clId="{A37FF76C-50DE-4856-BE9F-11275FFD5917}" dt="2020-03-26T18:17:58.782" v="14" actId="20577"/>
          <ac:spMkLst>
            <pc:docMk/>
            <pc:sldMk cId="76436240" sldId="298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A37FF76C-50DE-4856-BE9F-11275FFD5917}" dt="2020-03-26T18:26:31.034" v="103" actId="2696"/>
        <pc:sldMkLst>
          <pc:docMk/>
          <pc:sldMk cId="3374559431" sldId="304"/>
        </pc:sldMkLst>
      </pc:sldChg>
      <pc:sldChg chg="del">
        <pc:chgData name="Andreas Willich" userId="f1a27a91-fb80-49c6-a061-1959e15afc91" providerId="ADAL" clId="{A37FF76C-50DE-4856-BE9F-11275FFD5917}" dt="2020-03-26T18:26:31.016" v="101" actId="2696"/>
        <pc:sldMkLst>
          <pc:docMk/>
          <pc:sldMk cId="3668429019" sldId="312"/>
        </pc:sldMkLst>
      </pc:sldChg>
      <pc:sldChg chg="del">
        <pc:chgData name="Andreas Willich" userId="f1a27a91-fb80-49c6-a061-1959e15afc91" providerId="ADAL" clId="{A37FF76C-50DE-4856-BE9F-11275FFD5917}" dt="2020-03-26T18:26:31.027" v="102" actId="2696"/>
        <pc:sldMkLst>
          <pc:docMk/>
          <pc:sldMk cId="816153105" sldId="313"/>
        </pc:sldMkLst>
      </pc:sldChg>
      <pc:sldChg chg="modSp">
        <pc:chgData name="Andreas Willich" userId="f1a27a91-fb80-49c6-a061-1959e15afc91" providerId="ADAL" clId="{A37FF76C-50DE-4856-BE9F-11275FFD5917}" dt="2020-03-26T18:16:25.902" v="5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A37FF76C-50DE-4856-BE9F-11275FFD5917}" dt="2020-03-26T18:16:25.902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del">
        <pc:chgData name="Andreas Willich" userId="f1a27a91-fb80-49c6-a061-1959e15afc91" providerId="ADAL" clId="{A37FF76C-50DE-4856-BE9F-11275FFD5917}" dt="2020-03-26T18:26:30.984" v="99" actId="2696"/>
        <pc:sldMkLst>
          <pc:docMk/>
          <pc:sldMk cId="834093159" sldId="318"/>
        </pc:sldMkLst>
      </pc:sldChg>
      <pc:sldChg chg="modSp">
        <pc:chgData name="Andreas Willich" userId="f1a27a91-fb80-49c6-a061-1959e15afc91" providerId="ADAL" clId="{A37FF76C-50DE-4856-BE9F-11275FFD5917}" dt="2020-03-26T18:18:57.918" v="2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A37FF76C-50DE-4856-BE9F-11275FFD5917}" dt="2020-03-26T18:18:57.918" v="2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del">
        <pc:chgData name="Andreas Willich" userId="f1a27a91-fb80-49c6-a061-1959e15afc91" providerId="ADAL" clId="{A37FF76C-50DE-4856-BE9F-11275FFD5917}" dt="2020-03-26T18:18:03.308" v="15" actId="2696"/>
        <pc:sldMkLst>
          <pc:docMk/>
          <pc:sldMk cId="4012844004" sldId="320"/>
        </pc:sldMkLst>
      </pc:sldChg>
      <pc:sldChg chg="addSp delSp modSp add">
        <pc:chgData name="Andreas Willich" userId="f1a27a91-fb80-49c6-a061-1959e15afc91" providerId="ADAL" clId="{A37FF76C-50DE-4856-BE9F-11275FFD5917}" dt="2020-03-26T18:30:30.795" v="121" actId="1036"/>
        <pc:sldMkLst>
          <pc:docMk/>
          <pc:sldMk cId="820736664" sldId="321"/>
        </pc:sldMkLst>
        <pc:spChg chg="mod">
          <ac:chgData name="Andreas Willich" userId="f1a27a91-fb80-49c6-a061-1959e15afc91" providerId="ADAL" clId="{A37FF76C-50DE-4856-BE9F-11275FFD5917}" dt="2020-03-26T18:30:12.236" v="106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A37FF76C-50DE-4856-BE9F-11275FFD5917}" dt="2020-03-26T18:30:30.795" v="121" actId="1036"/>
          <ac:picMkLst>
            <pc:docMk/>
            <pc:sldMk cId="820736664" sldId="321"/>
            <ac:picMk id="4" creationId="{0495E371-0AF3-4058-894C-3BAEACE413EB}"/>
          </ac:picMkLst>
        </pc:picChg>
        <pc:picChg chg="del">
          <ac:chgData name="Andreas Willich" userId="f1a27a91-fb80-49c6-a061-1959e15afc91" providerId="ADAL" clId="{A37FF76C-50DE-4856-BE9F-11275FFD5917}" dt="2020-03-26T18:30:21.563" v="107" actId="478"/>
          <ac:picMkLst>
            <pc:docMk/>
            <pc:sldMk cId="820736664" sldId="321"/>
            <ac:picMk id="1026" creationId="{32BFD98E-1404-4921-83B4-7A55DE184FE1}"/>
          </ac:picMkLst>
        </pc:picChg>
      </pc:sldChg>
      <pc:sldChg chg="add del">
        <pc:chgData name="Andreas Willich" userId="f1a27a91-fb80-49c6-a061-1959e15afc91" providerId="ADAL" clId="{A37FF76C-50DE-4856-BE9F-11275FFD5917}" dt="2020-03-26T18:20:10.393" v="37" actId="2696"/>
        <pc:sldMkLst>
          <pc:docMk/>
          <pc:sldMk cId="3702973703" sldId="323"/>
        </pc:sldMkLst>
      </pc:sldChg>
      <pc:sldChg chg="del">
        <pc:chgData name="Andreas Willich" userId="f1a27a91-fb80-49c6-a061-1959e15afc91" providerId="ADAL" clId="{A37FF76C-50DE-4856-BE9F-11275FFD5917}" dt="2020-03-26T18:16:34.065" v="7" actId="2696"/>
        <pc:sldMkLst>
          <pc:docMk/>
          <pc:sldMk cId="2491128967" sldId="327"/>
        </pc:sldMkLst>
      </pc:sldChg>
      <pc:sldChg chg="addSp delSp modSp del mod setBg">
        <pc:chgData name="Andreas Willich" userId="f1a27a91-fb80-49c6-a061-1959e15afc91" providerId="ADAL" clId="{A37FF76C-50DE-4856-BE9F-11275FFD5917}" dt="2020-03-26T19:21:03.342" v="1030" actId="2696"/>
        <pc:sldMkLst>
          <pc:docMk/>
          <pc:sldMk cId="2428404075" sldId="328"/>
        </pc:sldMkLst>
        <pc:spChg chg="add del mod">
          <ac:chgData name="Andreas Willich" userId="f1a27a91-fb80-49c6-a061-1959e15afc91" providerId="ADAL" clId="{A37FF76C-50DE-4856-BE9F-11275FFD5917}" dt="2020-03-26T19:20:37.736" v="1026"/>
          <ac:spMkLst>
            <pc:docMk/>
            <pc:sldMk cId="2428404075" sldId="328"/>
            <ac:spMk id="2" creationId="{CA2CAA87-264D-4C53-86FC-9F9EC9610BA0}"/>
          </ac:spMkLst>
        </pc:spChg>
        <pc:spChg chg="add del mod">
          <ac:chgData name="Andreas Willich" userId="f1a27a91-fb80-49c6-a061-1959e15afc91" providerId="ADAL" clId="{A37FF76C-50DE-4856-BE9F-11275FFD5917}" dt="2020-03-26T19:20:37.736" v="1026"/>
          <ac:spMkLst>
            <pc:docMk/>
            <pc:sldMk cId="2428404075" sldId="328"/>
            <ac:spMk id="3" creationId="{E759C0D8-0009-4349-967F-C1E65BB95E92}"/>
          </ac:spMkLst>
        </pc:spChg>
        <pc:spChg chg="add">
          <ac:chgData name="Andreas Willich" userId="f1a27a91-fb80-49c6-a061-1959e15afc91" providerId="ADAL" clId="{A37FF76C-50DE-4856-BE9F-11275FFD5917}" dt="2020-03-26T19:20:43.561" v="1027" actId="26606"/>
          <ac:spMkLst>
            <pc:docMk/>
            <pc:sldMk cId="2428404075" sldId="328"/>
            <ac:spMk id="19" creationId="{8C2CE3DB-200E-4445-B316-69FE3850D6DD}"/>
          </ac:spMkLst>
        </pc:spChg>
        <pc:grpChg chg="add">
          <ac:chgData name="Andreas Willich" userId="f1a27a91-fb80-49c6-a061-1959e15afc91" providerId="ADAL" clId="{A37FF76C-50DE-4856-BE9F-11275FFD5917}" dt="2020-03-26T19:20:43.561" v="1027" actId="26606"/>
          <ac:grpSpMkLst>
            <pc:docMk/>
            <pc:sldMk cId="2428404075" sldId="328"/>
            <ac:grpSpMk id="11" creationId="{92AFBF86-5DAF-4D46-8786-F4C7A376C54D}"/>
          </ac:grpSpMkLst>
        </pc:grpChg>
        <pc:picChg chg="del mod">
          <ac:chgData name="Andreas Willich" userId="f1a27a91-fb80-49c6-a061-1959e15afc91" providerId="ADAL" clId="{A37FF76C-50DE-4856-BE9F-11275FFD5917}" dt="2020-03-26T19:20:47.685" v="1028"/>
          <ac:picMkLst>
            <pc:docMk/>
            <pc:sldMk cId="2428404075" sldId="328"/>
            <ac:picMk id="6" creationId="{011A3CB2-4F9B-46F0-BBE9-AA6754C04CB6}"/>
          </ac:picMkLst>
        </pc:picChg>
      </pc:sldChg>
      <pc:sldChg chg="del">
        <pc:chgData name="Andreas Willich" userId="f1a27a91-fb80-49c6-a061-1959e15afc91" providerId="ADAL" clId="{A37FF76C-50DE-4856-BE9F-11275FFD5917}" dt="2020-03-26T18:26:30.978" v="98" actId="2696"/>
        <pc:sldMkLst>
          <pc:docMk/>
          <pc:sldMk cId="3289957254" sldId="331"/>
        </pc:sldMkLst>
      </pc:sldChg>
      <pc:sldChg chg="del">
        <pc:chgData name="Andreas Willich" userId="f1a27a91-fb80-49c6-a061-1959e15afc91" providerId="ADAL" clId="{A37FF76C-50DE-4856-BE9F-11275FFD5917}" dt="2020-03-26T18:26:30.997" v="100" actId="2696"/>
        <pc:sldMkLst>
          <pc:docMk/>
          <pc:sldMk cId="3552980712" sldId="332"/>
        </pc:sldMkLst>
      </pc:sldChg>
      <pc:sldChg chg="addSp modSp add setBg">
        <pc:chgData name="Andreas Willich" userId="f1a27a91-fb80-49c6-a061-1959e15afc91" providerId="ADAL" clId="{A37FF76C-50DE-4856-BE9F-11275FFD5917}" dt="2020-03-26T19:17:22.833" v="959" actId="20577"/>
        <pc:sldMkLst>
          <pc:docMk/>
          <pc:sldMk cId="4076581664" sldId="333"/>
        </pc:sldMkLst>
        <pc:spChg chg="add mod">
          <ac:chgData name="Andreas Willich" userId="f1a27a91-fb80-49c6-a061-1959e15afc91" providerId="ADAL" clId="{A37FF76C-50DE-4856-BE9F-11275FFD5917}" dt="2020-03-26T19:17:22.833" v="959" actId="20577"/>
          <ac:spMkLst>
            <pc:docMk/>
            <pc:sldMk cId="4076581664" sldId="333"/>
            <ac:spMk id="2" creationId="{E4B46495-D030-4802-B1DF-AD04FB403543}"/>
          </ac:spMkLst>
        </pc:spChg>
        <pc:spChg chg="add mod">
          <ac:chgData name="Andreas Willich" userId="f1a27a91-fb80-49c6-a061-1959e15afc91" providerId="ADAL" clId="{A37FF76C-50DE-4856-BE9F-11275FFD5917}" dt="2020-03-26T19:06:57.529" v="647"/>
          <ac:spMkLst>
            <pc:docMk/>
            <pc:sldMk cId="4076581664" sldId="333"/>
            <ac:spMk id="3" creationId="{2393FAA2-2B5D-42DC-B577-26BB5E278A2F}"/>
          </ac:spMkLst>
        </pc:spChg>
      </pc:sldChg>
      <pc:sldChg chg="modSp add">
        <pc:chgData name="Andreas Willich" userId="f1a27a91-fb80-49c6-a061-1959e15afc91" providerId="ADAL" clId="{A37FF76C-50DE-4856-BE9F-11275FFD5917}" dt="2020-03-26T19:19:47.039" v="102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A37FF76C-50DE-4856-BE9F-11275FFD5917}" dt="2020-03-26T19:19:47.039" v="102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2409106442" sldId="336"/>
        </pc:sldMkLst>
      </pc:sldChg>
      <pc:sldChg chg="add del">
        <pc:chgData name="Andreas Willich" userId="f1a27a91-fb80-49c6-a061-1959e15afc91" providerId="ADAL" clId="{A37FF76C-50DE-4856-BE9F-11275FFD5917}" dt="2020-03-26T18:20:03.254" v="29" actId="2696"/>
        <pc:sldMkLst>
          <pc:docMk/>
          <pc:sldMk cId="3232771951" sldId="337"/>
        </pc:sldMkLst>
      </pc:sldChg>
      <pc:sldChg chg="modSp add">
        <pc:chgData name="Andreas Willich" userId="f1a27a91-fb80-49c6-a061-1959e15afc91" providerId="ADAL" clId="{A37FF76C-50DE-4856-BE9F-11275FFD5917}" dt="2020-03-26T18:20:06.375" v="36" actId="20577"/>
        <pc:sldMkLst>
          <pc:docMk/>
          <pc:sldMk cId="655518425" sldId="338"/>
        </pc:sldMkLst>
        <pc:spChg chg="mod">
          <ac:chgData name="Andreas Willich" userId="f1a27a91-fb80-49c6-a061-1959e15afc91" providerId="ADAL" clId="{A37FF76C-50DE-4856-BE9F-11275FFD5917}" dt="2020-03-26T18:20:06.375" v="36" actId="20577"/>
          <ac:spMkLst>
            <pc:docMk/>
            <pc:sldMk cId="655518425" sldId="338"/>
            <ac:spMk id="2" creationId="{00000000-0000-0000-0000-000000000000}"/>
          </ac:spMkLst>
        </pc:spChg>
      </pc:sldChg>
      <pc:sldChg chg="add del">
        <pc:chgData name="Andreas Willich" userId="f1a27a91-fb80-49c6-a061-1959e15afc91" providerId="ADAL" clId="{A37FF76C-50DE-4856-BE9F-11275FFD5917}" dt="2020-03-26T19:23:53.167" v="1043" actId="2696"/>
        <pc:sldMkLst>
          <pc:docMk/>
          <pc:sldMk cId="4087749938" sldId="339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60102468" sldId="340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95760585" sldId="341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163372477" sldId="342"/>
        </pc:sldMkLst>
      </pc:sldChg>
      <pc:sldChg chg="add del">
        <pc:chgData name="Andreas Willich" userId="f1a27a91-fb80-49c6-a061-1959e15afc91" providerId="ADAL" clId="{A37FF76C-50DE-4856-BE9F-11275FFD5917}" dt="2020-03-26T18:27:25.623" v="104" actId="2696"/>
        <pc:sldMkLst>
          <pc:docMk/>
          <pc:sldMk cId="1805489245" sldId="343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2912987150" sldId="344"/>
        </pc:sldMkLst>
      </pc:sldChg>
      <pc:sldChg chg="modSp add">
        <pc:chgData name="Andreas Willich" userId="f1a27a91-fb80-49c6-a061-1959e15afc91" providerId="ADAL" clId="{A37FF76C-50DE-4856-BE9F-11275FFD5917}" dt="2020-03-26T19:19:55.420" v="1024" actId="122"/>
        <pc:sldMkLst>
          <pc:docMk/>
          <pc:sldMk cId="3557587428" sldId="345"/>
        </pc:sldMkLst>
        <pc:spChg chg="mod">
          <ac:chgData name="Andreas Willich" userId="f1a27a91-fb80-49c6-a061-1959e15afc91" providerId="ADAL" clId="{A37FF76C-50DE-4856-BE9F-11275FFD5917}" dt="2020-03-26T19:19:55.420" v="1024" actId="122"/>
          <ac:spMkLst>
            <pc:docMk/>
            <pc:sldMk cId="3557587428" sldId="345"/>
            <ac:spMk id="2" creationId="{777F1BEC-7346-49C4-8982-028289C661FA}"/>
          </ac:spMkLst>
        </pc:spChg>
        <pc:spChg chg="mod">
          <ac:chgData name="Andreas Willich" userId="f1a27a91-fb80-49c6-a061-1959e15afc91" providerId="ADAL" clId="{A37FF76C-50DE-4856-BE9F-11275FFD5917}" dt="2020-03-26T18:27:46.226" v="105" actId="1076"/>
          <ac:spMkLst>
            <pc:docMk/>
            <pc:sldMk cId="3557587428" sldId="345"/>
            <ac:spMk id="3" creationId="{45ECB2EA-8F8A-4CFD-BE74-077FEFB374F1}"/>
          </ac:spMkLst>
        </pc:spChg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887042138" sldId="346"/>
        </pc:sldMkLst>
      </pc:sldChg>
      <pc:sldChg chg="addSp delSp modSp add">
        <pc:chgData name="Andreas Willich" userId="f1a27a91-fb80-49c6-a061-1959e15afc91" providerId="ADAL" clId="{A37FF76C-50DE-4856-BE9F-11275FFD5917}" dt="2020-03-26T19:23:24.522" v="1041" actId="122"/>
        <pc:sldMkLst>
          <pc:docMk/>
          <pc:sldMk cId="1447551412" sldId="347"/>
        </pc:sldMkLst>
        <pc:spChg chg="mod">
          <ac:chgData name="Andreas Willich" userId="f1a27a91-fb80-49c6-a061-1959e15afc91" providerId="ADAL" clId="{A37FF76C-50DE-4856-BE9F-11275FFD5917}" dt="2020-03-26T18:37:01.860" v="176" actId="20577"/>
          <ac:spMkLst>
            <pc:docMk/>
            <pc:sldMk cId="1447551412" sldId="347"/>
            <ac:spMk id="2" creationId="{37E171D2-C851-49BB-BD4D-A9D00C0C2888}"/>
          </ac:spMkLst>
        </pc:spChg>
        <pc:spChg chg="add del mod">
          <ac:chgData name="Andreas Willich" userId="f1a27a91-fb80-49c6-a061-1959e15afc91" providerId="ADAL" clId="{A37FF76C-50DE-4856-BE9F-11275FFD5917}" dt="2020-03-26T19:23:24.522" v="1041" actId="122"/>
          <ac:spMkLst>
            <pc:docMk/>
            <pc:sldMk cId="1447551412" sldId="347"/>
            <ac:spMk id="3" creationId="{75749533-675B-4072-B3D4-84538195242A}"/>
          </ac:spMkLst>
        </pc:spChg>
        <pc:spChg chg="add del mod">
          <ac:chgData name="Andreas Willich" userId="f1a27a91-fb80-49c6-a061-1959e15afc91" providerId="ADAL" clId="{A37FF76C-50DE-4856-BE9F-11275FFD5917}" dt="2020-03-26T18:37:23.785" v="184" actId="478"/>
          <ac:spMkLst>
            <pc:docMk/>
            <pc:sldMk cId="1447551412" sldId="347"/>
            <ac:spMk id="4" creationId="{5B576D65-B3AA-45B7-8A17-4EDB6B5BB928}"/>
          </ac:spMkLst>
        </pc:spChg>
        <pc:picChg chg="add del mod">
          <ac:chgData name="Andreas Willich" userId="f1a27a91-fb80-49c6-a061-1959e15afc91" providerId="ADAL" clId="{A37FF76C-50DE-4856-BE9F-11275FFD5917}" dt="2020-03-26T18:37:25.577" v="188"/>
          <ac:picMkLst>
            <pc:docMk/>
            <pc:sldMk cId="1447551412" sldId="347"/>
            <ac:picMk id="2050" creationId="{1D74339F-2CA9-4933-87E6-9F5A8DCB8B5A}"/>
          </ac:picMkLst>
        </pc:picChg>
        <pc:picChg chg="add mod">
          <ac:chgData name="Andreas Willich" userId="f1a27a91-fb80-49c6-a061-1959e15afc91" providerId="ADAL" clId="{A37FF76C-50DE-4856-BE9F-11275FFD5917}" dt="2020-03-26T18:37:37.844" v="192" actId="1076"/>
          <ac:picMkLst>
            <pc:docMk/>
            <pc:sldMk cId="1447551412" sldId="347"/>
            <ac:picMk id="2052" creationId="{15E937C9-B1E1-4E09-B91B-F8AB9F41F495}"/>
          </ac:picMkLst>
        </pc:picChg>
      </pc:sldChg>
      <pc:sldChg chg="addSp delSp modSp add mod setBg">
        <pc:chgData name="Andreas Willich" userId="f1a27a91-fb80-49c6-a061-1959e15afc91" providerId="ADAL" clId="{A37FF76C-50DE-4856-BE9F-11275FFD5917}" dt="2020-03-26T18:49:16.217" v="222" actId="20577"/>
        <pc:sldMkLst>
          <pc:docMk/>
          <pc:sldMk cId="4028352217" sldId="348"/>
        </pc:sldMkLst>
        <pc:spChg chg="del">
          <ac:chgData name="Andreas Willich" userId="f1a27a91-fb80-49c6-a061-1959e15afc91" providerId="ADAL" clId="{A37FF76C-50DE-4856-BE9F-11275FFD5917}" dt="2020-03-26T18:48:12.493" v="198"/>
          <ac:spMkLst>
            <pc:docMk/>
            <pc:sldMk cId="4028352217" sldId="348"/>
            <ac:spMk id="2" creationId="{55E80FD9-B3C8-4536-BF7F-4E1229293193}"/>
          </ac:spMkLst>
        </pc:spChg>
        <pc:spChg chg="del">
          <ac:chgData name="Andreas Willich" userId="f1a27a91-fb80-49c6-a061-1959e15afc91" providerId="ADAL" clId="{A37FF76C-50DE-4856-BE9F-11275FFD5917}" dt="2020-03-26T18:48:12.493" v="198"/>
          <ac:spMkLst>
            <pc:docMk/>
            <pc:sldMk cId="4028352217" sldId="348"/>
            <ac:spMk id="3" creationId="{92581734-989D-4726-B13B-7B6BCB14C4DB}"/>
          </ac:spMkLst>
        </pc:spChg>
        <pc:spChg chg="add mod">
          <ac:chgData name="Andreas Willich" userId="f1a27a91-fb80-49c6-a061-1959e15afc91" providerId="ADAL" clId="{A37FF76C-50DE-4856-BE9F-11275FFD5917}" dt="2020-03-26T18:49:16.217" v="222" actId="20577"/>
          <ac:spMkLst>
            <pc:docMk/>
            <pc:sldMk cId="4028352217" sldId="348"/>
            <ac:spMk id="4" creationId="{7E155F7D-7B2E-4F17-A35B-DDA6D6363367}"/>
          </ac:spMkLst>
        </pc:spChg>
        <pc:spChg chg="add mo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5" creationId="{3ECE8563-8CBC-4C90-8051-5BA249B44BFF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18" creationId="{15655827-B42D-4180-88D3-D83F25E4BD1C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0" creationId="{24ACCB06-563C-4ADE-B4D6-1FE9F723C7D9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2" creationId="{40761ECD-D92B-46AE-82CA-640023D282F9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4" creationId="{9A928607-C55C-40FD-B2DF-6CD6A7226A71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6" creationId="{400A20C1-29A4-43E0-AB15-7931F76F8C2D}"/>
          </ac:spMkLst>
        </pc:spChg>
        <pc:grpChg chg="add">
          <ac:chgData name="Andreas Willich" userId="f1a27a91-fb80-49c6-a061-1959e15afc91" providerId="ADAL" clId="{A37FF76C-50DE-4856-BE9F-11275FFD5917}" dt="2020-03-26T18:48:16.026" v="199" actId="26606"/>
          <ac:grpSpMkLst>
            <pc:docMk/>
            <pc:sldMk cId="4028352217" sldId="348"/>
            <ac:grpSpMk id="10" creationId="{E9D059B6-ADD8-488A-B346-63289E90D13F}"/>
          </ac:grpSpMkLst>
        </pc:grpChg>
      </pc:sldChg>
      <pc:sldChg chg="addSp delSp modSp add mod setBg">
        <pc:chgData name="Andreas Willich" userId="f1a27a91-fb80-49c6-a061-1959e15afc91" providerId="ADAL" clId="{A37FF76C-50DE-4856-BE9F-11275FFD5917}" dt="2020-03-26T18:49:54.611" v="258" actId="26606"/>
        <pc:sldMkLst>
          <pc:docMk/>
          <pc:sldMk cId="4276977678" sldId="349"/>
        </pc:sldMkLst>
        <pc:spChg chg="mo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" creationId="{8CFDAACF-CAA9-4AE0-9506-7EA9BFEB2726}"/>
          </ac:spMkLst>
        </pc:spChg>
        <pc:spChg chg="mo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3" creationId="{39947D2C-603C-40B6-8E56-D461F9BEA2FA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16" creationId="{15655827-B42D-4180-88D3-D83F25E4BD1C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18" creationId="{24ACCB06-563C-4ADE-B4D6-1FE9F723C7D9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0" creationId="{40761ECD-D92B-46AE-82CA-640023D282F9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2" creationId="{9A928607-C55C-40FD-B2DF-6CD6A7226A71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4" creationId="{400A20C1-29A4-43E0-AB15-7931F76F8C2D}"/>
          </ac:spMkLst>
        </pc:spChg>
        <pc:spChg chg="ad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8" creationId="{CE3D4922-3D1C-4679-9A86-15BFC1A252F0}"/>
          </ac:spMkLst>
        </pc:spChg>
        <pc:spChg chg="ad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9" creationId="{09F52C08-8FCD-4D4F-96B5-F1ED8C65A799}"/>
          </ac:spMkLst>
        </pc:spChg>
        <pc:grpChg chg="add del">
          <ac:chgData name="Andreas Willich" userId="f1a27a91-fb80-49c6-a061-1959e15afc91" providerId="ADAL" clId="{A37FF76C-50DE-4856-BE9F-11275FFD5917}" dt="2020-03-26T18:49:54.596" v="257" actId="26606"/>
          <ac:grpSpMkLst>
            <pc:docMk/>
            <pc:sldMk cId="4276977678" sldId="349"/>
            <ac:grpSpMk id="8" creationId="{E9D059B6-ADD8-488A-B346-63289E90D13F}"/>
          </ac:grpSpMkLst>
        </pc:grpChg>
        <pc:grpChg chg="add">
          <ac:chgData name="Andreas Willich" userId="f1a27a91-fb80-49c6-a061-1959e15afc91" providerId="ADAL" clId="{A37FF76C-50DE-4856-BE9F-11275FFD5917}" dt="2020-03-26T18:49:54.611" v="258" actId="26606"/>
          <ac:grpSpMkLst>
            <pc:docMk/>
            <pc:sldMk cId="4276977678" sldId="349"/>
            <ac:grpSpMk id="27" creationId="{E9D059B6-ADD8-488A-B346-63289E90D13F}"/>
          </ac:grpSpMkLst>
        </pc:grpChg>
        <pc:grpChg chg="add">
          <ac:chgData name="Andreas Willich" userId="f1a27a91-fb80-49c6-a061-1959e15afc91" providerId="ADAL" clId="{A37FF76C-50DE-4856-BE9F-11275FFD5917}" dt="2020-03-26T18:49:54.611" v="258" actId="26606"/>
          <ac:grpSpMkLst>
            <pc:docMk/>
            <pc:sldMk cId="4276977678" sldId="349"/>
            <ac:grpSpMk id="30" creationId="{32238778-9D1D-45F4-BB78-76F208A224B4}"/>
          </ac:grpSpMkLst>
        </pc:grpChg>
      </pc:sldChg>
      <pc:sldChg chg="addSp delSp modSp add">
        <pc:chgData name="Andreas Willich" userId="f1a27a91-fb80-49c6-a061-1959e15afc91" providerId="ADAL" clId="{A37FF76C-50DE-4856-BE9F-11275FFD5917}" dt="2020-03-26T18:58:09.580" v="615" actId="20577"/>
        <pc:sldMkLst>
          <pc:docMk/>
          <pc:sldMk cId="1738663836" sldId="350"/>
        </pc:sldMkLst>
        <pc:spChg chg="del">
          <ac:chgData name="Andreas Willich" userId="f1a27a91-fb80-49c6-a061-1959e15afc91" providerId="ADAL" clId="{A37FF76C-50DE-4856-BE9F-11275FFD5917}" dt="2020-03-26T18:50:21.862" v="260"/>
          <ac:spMkLst>
            <pc:docMk/>
            <pc:sldMk cId="1738663836" sldId="350"/>
            <ac:spMk id="2" creationId="{96210C20-3033-4CA0-A37B-B75B9D70A890}"/>
          </ac:spMkLst>
        </pc:spChg>
        <pc:spChg chg="del">
          <ac:chgData name="Andreas Willich" userId="f1a27a91-fb80-49c6-a061-1959e15afc91" providerId="ADAL" clId="{A37FF76C-50DE-4856-BE9F-11275FFD5917}" dt="2020-03-26T18:50:21.862" v="260"/>
          <ac:spMkLst>
            <pc:docMk/>
            <pc:sldMk cId="1738663836" sldId="350"/>
            <ac:spMk id="3" creationId="{FA85EFEC-A7D8-4EC2-831B-4397F2C5CE89}"/>
          </ac:spMkLst>
        </pc:spChg>
        <pc:spChg chg="add del mod">
          <ac:chgData name="Andreas Willich" userId="f1a27a91-fb80-49c6-a061-1959e15afc91" providerId="ADAL" clId="{A37FF76C-50DE-4856-BE9F-11275FFD5917}" dt="2020-03-26T18:50:57.615" v="261"/>
          <ac:spMkLst>
            <pc:docMk/>
            <pc:sldMk cId="1738663836" sldId="350"/>
            <ac:spMk id="4" creationId="{425890BC-C8BB-4F1F-A5A7-3C932923A95D}"/>
          </ac:spMkLst>
        </pc:spChg>
        <pc:spChg chg="add del mod">
          <ac:chgData name="Andreas Willich" userId="f1a27a91-fb80-49c6-a061-1959e15afc91" providerId="ADAL" clId="{A37FF76C-50DE-4856-BE9F-11275FFD5917}" dt="2020-03-26T18:50:57.615" v="261"/>
          <ac:spMkLst>
            <pc:docMk/>
            <pc:sldMk cId="1738663836" sldId="350"/>
            <ac:spMk id="5" creationId="{8A799B92-62EB-4FA5-B253-00D5D327D04A}"/>
          </ac:spMkLst>
        </pc:spChg>
        <pc:spChg chg="add mod">
          <ac:chgData name="Andreas Willich" userId="f1a27a91-fb80-49c6-a061-1959e15afc91" providerId="ADAL" clId="{A37FF76C-50DE-4856-BE9F-11275FFD5917}" dt="2020-03-26T18:53:08.571" v="340"/>
          <ac:spMkLst>
            <pc:docMk/>
            <pc:sldMk cId="1738663836" sldId="350"/>
            <ac:spMk id="6" creationId="{4317F6A2-1D86-4484-AC92-EA3D9E39DDE6}"/>
          </ac:spMkLst>
        </pc:spChg>
        <pc:spChg chg="add mod">
          <ac:chgData name="Andreas Willich" userId="f1a27a91-fb80-49c6-a061-1959e15afc91" providerId="ADAL" clId="{A37FF76C-50DE-4856-BE9F-11275FFD5917}" dt="2020-03-26T18:58:09.580" v="615" actId="20577"/>
          <ac:spMkLst>
            <pc:docMk/>
            <pc:sldMk cId="1738663836" sldId="350"/>
            <ac:spMk id="7" creationId="{0AB6C7F0-5DF8-4CDD-A2AF-9128EC042FD2}"/>
          </ac:spMkLst>
        </pc:spChg>
      </pc:sldChg>
      <pc:sldChg chg="modSp add">
        <pc:chgData name="Andreas Willich" userId="f1a27a91-fb80-49c6-a061-1959e15afc91" providerId="ADAL" clId="{A37FF76C-50DE-4856-BE9F-11275FFD5917}" dt="2020-03-26T18:57:46.547" v="517"/>
        <pc:sldMkLst>
          <pc:docMk/>
          <pc:sldMk cId="450079257" sldId="351"/>
        </pc:sldMkLst>
        <pc:spChg chg="mod">
          <ac:chgData name="Andreas Willich" userId="f1a27a91-fb80-49c6-a061-1959e15afc91" providerId="ADAL" clId="{A37FF76C-50DE-4856-BE9F-11275FFD5917}" dt="2020-03-26T18:57:33.678" v="515"/>
          <ac:spMkLst>
            <pc:docMk/>
            <pc:sldMk cId="450079257" sldId="351"/>
            <ac:spMk id="2" creationId="{19137142-E224-4867-B300-2A02026A5D6A}"/>
          </ac:spMkLst>
        </pc:spChg>
        <pc:spChg chg="mod">
          <ac:chgData name="Andreas Willich" userId="f1a27a91-fb80-49c6-a061-1959e15afc91" providerId="ADAL" clId="{A37FF76C-50DE-4856-BE9F-11275FFD5917}" dt="2020-03-26T18:57:46.547" v="517"/>
          <ac:spMkLst>
            <pc:docMk/>
            <pc:sldMk cId="450079257" sldId="351"/>
            <ac:spMk id="3" creationId="{22A60651-B9D7-4FAB-93CE-2526D405C39D}"/>
          </ac:spMkLst>
        </pc:spChg>
      </pc:sldChg>
      <pc:sldChg chg="addSp delSp modSp add">
        <pc:chgData name="Andreas Willich" userId="f1a27a91-fb80-49c6-a061-1959e15afc91" providerId="ADAL" clId="{A37FF76C-50DE-4856-BE9F-11275FFD5917}" dt="2020-03-26T19:04:45.722" v="646" actId="14100"/>
        <pc:sldMkLst>
          <pc:docMk/>
          <pc:sldMk cId="858860655" sldId="352"/>
        </pc:sldMkLst>
        <pc:spChg chg="mod">
          <ac:chgData name="Andreas Willich" userId="f1a27a91-fb80-49c6-a061-1959e15afc91" providerId="ADAL" clId="{A37FF76C-50DE-4856-BE9F-11275FFD5917}" dt="2020-03-26T19:04:15.326" v="638" actId="20577"/>
          <ac:spMkLst>
            <pc:docMk/>
            <pc:sldMk cId="858860655" sldId="352"/>
            <ac:spMk id="2" creationId="{E36E7E56-54A9-49E0-A793-7D6AB13E535E}"/>
          </ac:spMkLst>
        </pc:spChg>
        <pc:spChg chg="del">
          <ac:chgData name="Andreas Willich" userId="f1a27a91-fb80-49c6-a061-1959e15afc91" providerId="ADAL" clId="{A37FF76C-50DE-4856-BE9F-11275FFD5917}" dt="2020-03-26T19:04:23.216" v="642" actId="478"/>
          <ac:spMkLst>
            <pc:docMk/>
            <pc:sldMk cId="858860655" sldId="352"/>
            <ac:spMk id="3" creationId="{DF04266E-201A-46E8-9C15-D871E92E3E6C}"/>
          </ac:spMkLst>
        </pc:spChg>
        <pc:picChg chg="add mod">
          <ac:chgData name="Andreas Willich" userId="f1a27a91-fb80-49c6-a061-1959e15afc91" providerId="ADAL" clId="{A37FF76C-50DE-4856-BE9F-11275FFD5917}" dt="2020-03-26T19:04:21.702" v="641" actId="1076"/>
          <ac:picMkLst>
            <pc:docMk/>
            <pc:sldMk cId="858860655" sldId="352"/>
            <ac:picMk id="4" creationId="{F6240F92-8D1A-482E-95AD-5C52B6624AB9}"/>
          </ac:picMkLst>
        </pc:picChg>
        <pc:picChg chg="add mod">
          <ac:chgData name="Andreas Willich" userId="f1a27a91-fb80-49c6-a061-1959e15afc91" providerId="ADAL" clId="{A37FF76C-50DE-4856-BE9F-11275FFD5917}" dt="2020-03-26T19:04:45.722" v="646" actId="14100"/>
          <ac:picMkLst>
            <pc:docMk/>
            <pc:sldMk cId="858860655" sldId="352"/>
            <ac:picMk id="5" creationId="{230C0B41-4FD6-44D3-ABBF-714DA56629FF}"/>
          </ac:picMkLst>
        </pc:picChg>
      </pc:sldChg>
      <pc:sldChg chg="modSp add">
        <pc:chgData name="Andreas Willich" userId="f1a27a91-fb80-49c6-a061-1959e15afc91" providerId="ADAL" clId="{A37FF76C-50DE-4856-BE9F-11275FFD5917}" dt="2020-03-26T19:07:44.399" v="701" actId="27636"/>
        <pc:sldMkLst>
          <pc:docMk/>
          <pc:sldMk cId="3274012398" sldId="353"/>
        </pc:sldMkLst>
        <pc:spChg chg="mod">
          <ac:chgData name="Andreas Willich" userId="f1a27a91-fb80-49c6-a061-1959e15afc91" providerId="ADAL" clId="{A37FF76C-50DE-4856-BE9F-11275FFD5917}" dt="2020-03-26T19:07:20.172" v="676"/>
          <ac:spMkLst>
            <pc:docMk/>
            <pc:sldMk cId="3274012398" sldId="353"/>
            <ac:spMk id="2" creationId="{F1961AEB-2069-4ED0-8355-F0501FD7630C}"/>
          </ac:spMkLst>
        </pc:spChg>
        <pc:spChg chg="mod">
          <ac:chgData name="Andreas Willich" userId="f1a27a91-fb80-49c6-a061-1959e15afc91" providerId="ADAL" clId="{A37FF76C-50DE-4856-BE9F-11275FFD5917}" dt="2020-03-26T19:07:44.399" v="701" actId="27636"/>
          <ac:spMkLst>
            <pc:docMk/>
            <pc:sldMk cId="3274012398" sldId="353"/>
            <ac:spMk id="3" creationId="{43D42CB3-95DE-4989-9C5A-9951AA9AA4A6}"/>
          </ac:spMkLst>
        </pc:spChg>
      </pc:sldChg>
      <pc:sldChg chg="modSp add modAnim">
        <pc:chgData name="Andreas Willich" userId="f1a27a91-fb80-49c6-a061-1959e15afc91" providerId="ADAL" clId="{A37FF76C-50DE-4856-BE9F-11275FFD5917}" dt="2020-03-26T19:17:05.765" v="957"/>
        <pc:sldMkLst>
          <pc:docMk/>
          <pc:sldMk cId="1742375197" sldId="354"/>
        </pc:sldMkLst>
        <pc:spChg chg="mod">
          <ac:chgData name="Andreas Willich" userId="f1a27a91-fb80-49c6-a061-1959e15afc91" providerId="ADAL" clId="{A37FF76C-50DE-4856-BE9F-11275FFD5917}" dt="2020-03-26T19:08:56.375" v="703"/>
          <ac:spMkLst>
            <pc:docMk/>
            <pc:sldMk cId="1742375197" sldId="354"/>
            <ac:spMk id="2" creationId="{3832A29A-050E-4AA4-99D9-E827C3A0D5BA}"/>
          </ac:spMkLst>
        </pc:spChg>
        <pc:spChg chg="mod">
          <ac:chgData name="Andreas Willich" userId="f1a27a91-fb80-49c6-a061-1959e15afc91" providerId="ADAL" clId="{A37FF76C-50DE-4856-BE9F-11275FFD5917}" dt="2020-03-26T19:12:51.874" v="954" actId="20577"/>
          <ac:spMkLst>
            <pc:docMk/>
            <pc:sldMk cId="1742375197" sldId="354"/>
            <ac:spMk id="3" creationId="{A9D582FE-64E4-409B-B9DA-B763C1386AAE}"/>
          </ac:spMkLst>
        </pc:spChg>
      </pc:sldChg>
      <pc:sldChg chg="addSp delSp modSp add mod setBg">
        <pc:chgData name="Andreas Willich" userId="f1a27a91-fb80-49c6-a061-1959e15afc91" providerId="ADAL" clId="{A37FF76C-50DE-4856-BE9F-11275FFD5917}" dt="2020-03-26T19:17:46.926" v="979" actId="26606"/>
        <pc:sldMkLst>
          <pc:docMk/>
          <pc:sldMk cId="3284965958" sldId="355"/>
        </pc:sldMkLst>
        <pc:spChg chg="mo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2" creationId="{77F24F1A-CD7B-4CB1-887E-C1D7E5EDD570}"/>
          </ac:spMkLst>
        </pc:spChg>
        <pc:spChg chg="del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3" creationId="{77099C48-FE1B-45D9-BA16-3A9E9B0778AA}"/>
          </ac:spMkLst>
        </pc:spChg>
        <pc:spChg chg="ad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18" creationId="{1D4477A3-7936-4C6B-B46C-52E99531272A}"/>
          </ac:spMkLst>
        </pc:spChg>
        <pc:spChg chg="ad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28" creationId="{C29A1D40-470D-401E-8548-6FF3CF37797D}"/>
          </ac:spMkLst>
        </pc:spChg>
        <pc:grpChg chg="add">
          <ac:chgData name="Andreas Willich" userId="f1a27a91-fb80-49c6-a061-1959e15afc91" providerId="ADAL" clId="{A37FF76C-50DE-4856-BE9F-11275FFD5917}" dt="2020-03-26T19:17:46.926" v="979" actId="26606"/>
          <ac:grpSpMkLst>
            <pc:docMk/>
            <pc:sldMk cId="3284965958" sldId="355"/>
            <ac:grpSpMk id="10" creationId="{C616B3DC-C165-433D-9187-62DCC0E317D3}"/>
          </ac:grpSpMkLst>
        </pc:grpChg>
        <pc:grpChg chg="add">
          <ac:chgData name="Andreas Willich" userId="f1a27a91-fb80-49c6-a061-1959e15afc91" providerId="ADAL" clId="{A37FF76C-50DE-4856-BE9F-11275FFD5917}" dt="2020-03-26T19:17:46.926" v="979" actId="26606"/>
          <ac:grpSpMkLst>
            <pc:docMk/>
            <pc:sldMk cId="3284965958" sldId="355"/>
            <ac:grpSpMk id="20" creationId="{F44DEACC-B2E6-413E-B2B5-320225952713}"/>
          </ac:grpSpMkLst>
        </pc:grpChg>
        <pc:picChg chg="add">
          <ac:chgData name="Andreas Willich" userId="f1a27a91-fb80-49c6-a061-1959e15afc91" providerId="ADAL" clId="{A37FF76C-50DE-4856-BE9F-11275FFD5917}" dt="2020-03-26T19:17:46.926" v="979" actId="26606"/>
          <ac:picMkLst>
            <pc:docMk/>
            <pc:sldMk cId="3284965958" sldId="355"/>
            <ac:picMk id="7" creationId="{F8AB178E-D2E7-4EEC-921D-D4ABB9A4F1E6}"/>
          </ac:picMkLst>
        </pc:picChg>
      </pc:sldChg>
      <pc:sldChg chg="addSp delSp modSp add">
        <pc:chgData name="Andreas Willich" userId="f1a27a91-fb80-49c6-a061-1959e15afc91" providerId="ADAL" clId="{A37FF76C-50DE-4856-BE9F-11275FFD5917}" dt="2020-03-26T19:23:16.362" v="1040" actId="1076"/>
        <pc:sldMkLst>
          <pc:docMk/>
          <pc:sldMk cId="3757817415" sldId="356"/>
        </pc:sldMkLst>
        <pc:spChg chg="del">
          <ac:chgData name="Andreas Willich" userId="f1a27a91-fb80-49c6-a061-1959e15afc91" providerId="ADAL" clId="{A37FF76C-50DE-4856-BE9F-11275FFD5917}" dt="2020-03-26T19:21:09.012" v="1031" actId="478"/>
          <ac:spMkLst>
            <pc:docMk/>
            <pc:sldMk cId="3757817415" sldId="356"/>
            <ac:spMk id="3" creationId="{75749533-675B-4072-B3D4-84538195242A}"/>
          </ac:spMkLst>
        </pc:spChg>
        <pc:spChg chg="add del mod">
          <ac:chgData name="Andreas Willich" userId="f1a27a91-fb80-49c6-a061-1959e15afc91" providerId="ADAL" clId="{A37FF76C-50DE-4856-BE9F-11275FFD5917}" dt="2020-03-26T19:21:14.412" v="1033" actId="478"/>
          <ac:spMkLst>
            <pc:docMk/>
            <pc:sldMk cId="3757817415" sldId="356"/>
            <ac:spMk id="5" creationId="{4E03F88D-494F-4F49-BC2B-16E2867BC13E}"/>
          </ac:spMkLst>
        </pc:spChg>
        <pc:picChg chg="add mod">
          <ac:chgData name="Andreas Willich" userId="f1a27a91-fb80-49c6-a061-1959e15afc91" providerId="ADAL" clId="{A37FF76C-50DE-4856-BE9F-11275FFD5917}" dt="2020-03-26T19:23:16.362" v="1040" actId="1076"/>
          <ac:picMkLst>
            <pc:docMk/>
            <pc:sldMk cId="3757817415" sldId="356"/>
            <ac:picMk id="6" creationId="{BDAB3D8A-A002-46A9-B003-B2FD48C9C92F}"/>
          </ac:picMkLst>
        </pc:picChg>
        <pc:picChg chg="del">
          <ac:chgData name="Andreas Willich" userId="f1a27a91-fb80-49c6-a061-1959e15afc91" providerId="ADAL" clId="{A37FF76C-50DE-4856-BE9F-11275FFD5917}" dt="2020-03-26T19:21:11.335" v="1032" actId="478"/>
          <ac:picMkLst>
            <pc:docMk/>
            <pc:sldMk cId="3757817415" sldId="356"/>
            <ac:picMk id="2052" creationId="{15E937C9-B1E1-4E09-B91B-F8AB9F41F495}"/>
          </ac:picMkLst>
        </pc:picChg>
      </pc:sldChg>
      <pc:sldChg chg="add">
        <pc:chgData name="Andreas Willich" userId="f1a27a91-fb80-49c6-a061-1959e15afc91" providerId="ADAL" clId="{A37FF76C-50DE-4856-BE9F-11275FFD5917}" dt="2020-03-26T19:23:51.592" v="1042"/>
        <pc:sldMkLst>
          <pc:docMk/>
          <pc:sldMk cId="537529604" sldId="357"/>
        </pc:sldMkLst>
      </pc:sldChg>
    </pc:docChg>
  </pc:docChgLst>
  <pc:docChgLst>
    <pc:chgData name="Andreas Willich" userId="f1a27a91-fb80-49c6-a061-1959e15afc91" providerId="ADAL" clId="{A5F7B963-56E8-4401-B90C-27CA5A5A6C7E}"/>
    <pc:docChg chg="modSld">
      <pc:chgData name="Andreas Willich" userId="f1a27a91-fb80-49c6-a061-1959e15afc91" providerId="ADAL" clId="{A5F7B963-56E8-4401-B90C-27CA5A5A6C7E}" dt="2021-07-27T15:10:44.764" v="0" actId="729"/>
      <pc:docMkLst>
        <pc:docMk/>
      </pc:docMkLst>
      <pc:sldChg chg="mod modShow">
        <pc:chgData name="Andreas Willich" userId="f1a27a91-fb80-49c6-a061-1959e15afc91" providerId="ADAL" clId="{A5F7B963-56E8-4401-B90C-27CA5A5A6C7E}" dt="2021-07-27T15:10:44.764" v="0" actId="729"/>
        <pc:sldMkLst>
          <pc:docMk/>
          <pc:sldMk cId="3611784228" sldId="2076136300"/>
        </pc:sldMkLst>
      </pc:sldChg>
    </pc:docChg>
  </pc:docChgLst>
  <pc:docChgLst>
    <pc:chgData name="Andreas Willich" userId="f1a27a91-fb80-49c6-a061-1959e15afc91" providerId="ADAL" clId="{D2B6665E-132D-49BC-AF03-1C721872FC97}"/>
    <pc:docChg chg="custSel addSld modSld">
      <pc:chgData name="Andreas Willich" userId="f1a27a91-fb80-49c6-a061-1959e15afc91" providerId="ADAL" clId="{D2B6665E-132D-49BC-AF03-1C721872FC97}" dt="2022-08-16T15:48:27.782" v="181" actId="20577"/>
      <pc:docMkLst>
        <pc:docMk/>
      </pc:docMkLst>
      <pc:sldChg chg="modSp mod">
        <pc:chgData name="Andreas Willich" userId="f1a27a91-fb80-49c6-a061-1959e15afc91" providerId="ADAL" clId="{D2B6665E-132D-49BC-AF03-1C721872FC97}" dt="2022-08-16T15:36:09.621" v="5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D2B6665E-132D-49BC-AF03-1C721872FC97}" dt="2022-08-16T15:36:09.621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D2B6665E-132D-49BC-AF03-1C721872FC97}" dt="2022-08-16T15:36:31.256" v="37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D2B6665E-132D-49BC-AF03-1C721872FC97}" dt="2022-08-16T15:36:31.256" v="37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D2B6665E-132D-49BC-AF03-1C721872FC97}" dt="2022-08-16T15:43:26.977" v="65" actId="1076"/>
        <pc:sldMkLst>
          <pc:docMk/>
          <pc:sldMk cId="820736664" sldId="321"/>
        </pc:sldMkLst>
        <pc:spChg chg="mod">
          <ac:chgData name="Andreas Willich" userId="f1a27a91-fb80-49c6-a061-1959e15afc91" providerId="ADAL" clId="{D2B6665E-132D-49BC-AF03-1C721872FC97}" dt="2022-08-16T15:39:25.151" v="62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D2B6665E-132D-49BC-AF03-1C721872FC97}" dt="2022-08-16T15:43:26.977" v="65" actId="1076"/>
          <ac:picMkLst>
            <pc:docMk/>
            <pc:sldMk cId="820736664" sldId="321"/>
            <ac:picMk id="4" creationId="{B70B8707-8AF2-CF79-5ECB-5269AE26699A}"/>
          </ac:picMkLst>
        </pc:picChg>
        <pc:picChg chg="del">
          <ac:chgData name="Andreas Willich" userId="f1a27a91-fb80-49c6-a061-1959e15afc91" providerId="ADAL" clId="{D2B6665E-132D-49BC-AF03-1C721872FC97}" dt="2022-08-16T15:43:23.805" v="63" actId="478"/>
          <ac:picMkLst>
            <pc:docMk/>
            <pc:sldMk cId="820736664" sldId="321"/>
            <ac:picMk id="1026" creationId="{6C50CA35-DB39-6327-B5D5-407A1DE0E97B}"/>
          </ac:picMkLst>
        </pc:picChg>
      </pc:sldChg>
      <pc:sldChg chg="modSp">
        <pc:chgData name="Andreas Willich" userId="f1a27a91-fb80-49c6-a061-1959e15afc91" providerId="ADAL" clId="{D2B6665E-132D-49BC-AF03-1C721872FC97}" dt="2022-08-16T15:37:17.998" v="60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D2B6665E-132D-49BC-AF03-1C721872FC97}" dt="2022-08-16T15:37:17.998" v="60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 new mod modClrScheme chgLayout">
        <pc:chgData name="Andreas Willich" userId="f1a27a91-fb80-49c6-a061-1959e15afc91" providerId="ADAL" clId="{D2B6665E-132D-49BC-AF03-1C721872FC97}" dt="2022-08-16T15:44:05.170" v="109" actId="700"/>
        <pc:sldMkLst>
          <pc:docMk/>
          <pc:sldMk cId="3949444609" sldId="2076136926"/>
        </pc:sldMkLst>
        <pc:spChg chg="mod ord">
          <ac:chgData name="Andreas Willich" userId="f1a27a91-fb80-49c6-a061-1959e15afc91" providerId="ADAL" clId="{D2B6665E-132D-49BC-AF03-1C721872FC97}" dt="2022-08-16T15:44:05.170" v="109" actId="700"/>
          <ac:spMkLst>
            <pc:docMk/>
            <pc:sldMk cId="3949444609" sldId="2076136926"/>
            <ac:spMk id="2" creationId="{6A57977E-6B81-A588-9949-FC98F415C175}"/>
          </ac:spMkLst>
        </pc:spChg>
        <pc:spChg chg="add mod ord">
          <ac:chgData name="Andreas Willich" userId="f1a27a91-fb80-49c6-a061-1959e15afc91" providerId="ADAL" clId="{D2B6665E-132D-49BC-AF03-1C721872FC97}" dt="2022-08-16T15:44:05.170" v="109" actId="700"/>
          <ac:spMkLst>
            <pc:docMk/>
            <pc:sldMk cId="3949444609" sldId="2076136926"/>
            <ac:spMk id="3" creationId="{A6D47E84-562F-B6D8-DAD5-116341C5373A}"/>
          </ac:spMkLst>
        </pc:spChg>
      </pc:sldChg>
      <pc:sldChg chg="addSp modSp new mod">
        <pc:chgData name="Andreas Willich" userId="f1a27a91-fb80-49c6-a061-1959e15afc91" providerId="ADAL" clId="{D2B6665E-132D-49BC-AF03-1C721872FC97}" dt="2022-08-16T15:48:27.782" v="181" actId="20577"/>
        <pc:sldMkLst>
          <pc:docMk/>
          <pc:sldMk cId="1364909900" sldId="2076136927"/>
        </pc:sldMkLst>
        <pc:spChg chg="mod">
          <ac:chgData name="Andreas Willich" userId="f1a27a91-fb80-49c6-a061-1959e15afc91" providerId="ADAL" clId="{D2B6665E-132D-49BC-AF03-1C721872FC97}" dt="2022-08-16T15:44:37.252" v="130" actId="20577"/>
          <ac:spMkLst>
            <pc:docMk/>
            <pc:sldMk cId="1364909900" sldId="2076136927"/>
            <ac:spMk id="2" creationId="{4CBFB7BE-2D9B-0C83-1408-AB086F448577}"/>
          </ac:spMkLst>
        </pc:spChg>
        <pc:spChg chg="add mod">
          <ac:chgData name="Andreas Willich" userId="f1a27a91-fb80-49c6-a061-1959e15afc91" providerId="ADAL" clId="{D2B6665E-132D-49BC-AF03-1C721872FC97}" dt="2022-08-16T15:48:27.782" v="181" actId="20577"/>
          <ac:spMkLst>
            <pc:docMk/>
            <pc:sldMk cId="1364909900" sldId="2076136927"/>
            <ac:spMk id="4" creationId="{E1B017E0-C136-2949-5E67-516003941959}"/>
          </ac:spMkLst>
        </pc:spChg>
        <pc:picChg chg="add mod">
          <ac:chgData name="Andreas Willich" userId="f1a27a91-fb80-49c6-a061-1959e15afc91" providerId="ADAL" clId="{D2B6665E-132D-49BC-AF03-1C721872FC97}" dt="2022-08-16T15:44:43.269" v="134" actId="1076"/>
          <ac:picMkLst>
            <pc:docMk/>
            <pc:sldMk cId="1364909900" sldId="2076136927"/>
            <ac:picMk id="2050" creationId="{FCDFF627-5876-486B-717E-E49ED8A61DB2}"/>
          </ac:picMkLst>
        </pc:picChg>
        <pc:picChg chg="add mod">
          <ac:chgData name="Andreas Willich" userId="f1a27a91-fb80-49c6-a061-1959e15afc91" providerId="ADAL" clId="{D2B6665E-132D-49BC-AF03-1C721872FC97}" dt="2022-08-16T15:45:23.436" v="142" actId="1076"/>
          <ac:picMkLst>
            <pc:docMk/>
            <pc:sldMk cId="1364909900" sldId="2076136927"/>
            <ac:picMk id="2052" creationId="{25AF6DB7-2E81-8210-8419-FD3BCA49092B}"/>
          </ac:picMkLst>
        </pc:picChg>
      </pc:sldChg>
      <pc:sldChg chg="addSp modSp new mod">
        <pc:chgData name="Andreas Willich" userId="f1a27a91-fb80-49c6-a061-1959e15afc91" providerId="ADAL" clId="{D2B6665E-132D-49BC-AF03-1C721872FC97}" dt="2022-08-16T15:46:51.377" v="173" actId="122"/>
        <pc:sldMkLst>
          <pc:docMk/>
          <pc:sldMk cId="2969499508" sldId="2076136928"/>
        </pc:sldMkLst>
        <pc:spChg chg="mod">
          <ac:chgData name="Andreas Willich" userId="f1a27a91-fb80-49c6-a061-1959e15afc91" providerId="ADAL" clId="{D2B6665E-132D-49BC-AF03-1C721872FC97}" dt="2022-08-16T15:45:55.751" v="157" actId="20577"/>
          <ac:spMkLst>
            <pc:docMk/>
            <pc:sldMk cId="2969499508" sldId="2076136928"/>
            <ac:spMk id="2" creationId="{159C33B2-CEB7-46EB-33F2-C3020779B278}"/>
          </ac:spMkLst>
        </pc:spChg>
        <pc:spChg chg="add mod">
          <ac:chgData name="Andreas Willich" userId="f1a27a91-fb80-49c6-a061-1959e15afc91" providerId="ADAL" clId="{D2B6665E-132D-49BC-AF03-1C721872FC97}" dt="2022-08-16T15:46:51.377" v="173" actId="122"/>
          <ac:spMkLst>
            <pc:docMk/>
            <pc:sldMk cId="2969499508" sldId="2076136928"/>
            <ac:spMk id="4" creationId="{07E6F682-1C44-52A6-59BE-166D2005D9A7}"/>
          </ac:spMkLst>
        </pc:spChg>
        <pc:picChg chg="add mod">
          <ac:chgData name="Andreas Willich" userId="f1a27a91-fb80-49c6-a061-1959e15afc91" providerId="ADAL" clId="{D2B6665E-132D-49BC-AF03-1C721872FC97}" dt="2022-08-16T15:46:03.930" v="161" actId="1076"/>
          <ac:picMkLst>
            <pc:docMk/>
            <pc:sldMk cId="2969499508" sldId="2076136928"/>
            <ac:picMk id="3074" creationId="{33D63BC5-CD44-04DB-E57C-4F2A47589747}"/>
          </ac:picMkLst>
        </pc:picChg>
        <pc:picChg chg="add mod">
          <ac:chgData name="Andreas Willich" userId="f1a27a91-fb80-49c6-a061-1959e15afc91" providerId="ADAL" clId="{D2B6665E-132D-49BC-AF03-1C721872FC97}" dt="2022-08-16T15:46:39.674" v="167" actId="1076"/>
          <ac:picMkLst>
            <pc:docMk/>
            <pc:sldMk cId="2969499508" sldId="2076136928"/>
            <ac:picMk id="3076" creationId="{92905844-8C39-40D5-4B00-ED8AE27E3EFB}"/>
          </ac:picMkLst>
        </pc:picChg>
      </pc:sldChg>
    </pc:docChg>
  </pc:docChgLst>
  <pc:docChgLst>
    <pc:chgData name="Andreas Willich" userId="f1a27a91-fb80-49c6-a061-1959e15afc91" providerId="ADAL" clId="{FB8AF7FD-A0BE-44E6-9139-F81016C21332}"/>
    <pc:docChg chg="custSel addSld delSld modSld">
      <pc:chgData name="Andreas Willich" userId="f1a27a91-fb80-49c6-a061-1959e15afc91" providerId="ADAL" clId="{FB8AF7FD-A0BE-44E6-9139-F81016C21332}" dt="2021-01-19T16:29:09.851" v="68" actId="20577"/>
      <pc:docMkLst>
        <pc:docMk/>
      </pc:docMkLst>
      <pc:sldChg chg="modSp mod">
        <pc:chgData name="Andreas Willich" userId="f1a27a91-fb80-49c6-a061-1959e15afc91" providerId="ADAL" clId="{FB8AF7FD-A0BE-44E6-9139-F81016C21332}" dt="2021-01-17T16:52:08.343" v="53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B8AF7FD-A0BE-44E6-9139-F81016C21332}" dt="2021-01-17T16:52:08.343" v="5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FB8AF7FD-A0BE-44E6-9139-F81016C21332}" dt="2021-01-19T16:29:05.182" v="66"/>
        <pc:sldMkLst>
          <pc:docMk/>
          <pc:sldMk cId="1406265366" sldId="319"/>
        </pc:sldMkLst>
        <pc:spChg chg="mod">
          <ac:chgData name="Andreas Willich" userId="f1a27a91-fb80-49c6-a061-1959e15afc91" providerId="ADAL" clId="{FB8AF7FD-A0BE-44E6-9139-F81016C21332}" dt="2021-01-19T16:29:05.182" v="6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FB8AF7FD-A0BE-44E6-9139-F81016C21332}" dt="2021-01-17T16:51:43.452" v="52"/>
        <pc:sldMkLst>
          <pc:docMk/>
          <pc:sldMk cId="820736664" sldId="321"/>
        </pc:sldMkLst>
        <pc:spChg chg="mod">
          <ac:chgData name="Andreas Willich" userId="f1a27a91-fb80-49c6-a061-1959e15afc91" providerId="ADAL" clId="{FB8AF7FD-A0BE-44E6-9139-F81016C21332}" dt="2021-01-17T16:51:43.452" v="5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FB8AF7FD-A0BE-44E6-9139-F81016C21332}" dt="2021-01-17T16:51:39.799" v="51" actId="1076"/>
          <ac:picMkLst>
            <pc:docMk/>
            <pc:sldMk cId="820736664" sldId="321"/>
            <ac:picMk id="4" creationId="{FB03BE69-D9AE-47EE-A2A1-BCE8D76F3BDF}"/>
          </ac:picMkLst>
        </pc:picChg>
        <pc:picChg chg="del">
          <ac:chgData name="Andreas Willich" userId="f1a27a91-fb80-49c6-a061-1959e15afc91" providerId="ADAL" clId="{FB8AF7FD-A0BE-44E6-9139-F81016C21332}" dt="2021-01-17T16:51:36.108" v="49" actId="478"/>
          <ac:picMkLst>
            <pc:docMk/>
            <pc:sldMk cId="820736664" sldId="321"/>
            <ac:picMk id="1026" creationId="{5DBEB03C-1543-4C07-A216-6A589B7A0B2C}"/>
          </ac:picMkLst>
        </pc:picChg>
      </pc:sldChg>
      <pc:sldChg chg="modSp">
        <pc:chgData name="Andreas Willich" userId="f1a27a91-fb80-49c6-a061-1959e15afc91" providerId="ADAL" clId="{FB8AF7FD-A0BE-44E6-9139-F81016C21332}" dt="2021-01-17T16:48:25.724" v="4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FB8AF7FD-A0BE-44E6-9139-F81016C21332}" dt="2021-01-17T16:48:25.724" v="4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">
        <pc:chgData name="Andreas Willich" userId="f1a27a91-fb80-49c6-a061-1959e15afc91" providerId="ADAL" clId="{FB8AF7FD-A0BE-44E6-9139-F81016C21332}" dt="2021-01-17T16:46:42.137" v="15" actId="962"/>
        <pc:sldMkLst>
          <pc:docMk/>
          <pc:sldMk cId="3757817415" sldId="356"/>
        </pc:sldMkLst>
        <pc:picChg chg="del">
          <ac:chgData name="Andreas Willich" userId="f1a27a91-fb80-49c6-a061-1959e15afc91" providerId="ADAL" clId="{FB8AF7FD-A0BE-44E6-9139-F81016C21332}" dt="2021-01-17T16:46:24.663" v="11" actId="478"/>
          <ac:picMkLst>
            <pc:docMk/>
            <pc:sldMk cId="3757817415" sldId="356"/>
            <ac:picMk id="5" creationId="{6713526C-4F2E-437B-AA82-01EB840C42A0}"/>
          </ac:picMkLst>
        </pc:picChg>
        <pc:picChg chg="add mod">
          <ac:chgData name="Andreas Willich" userId="f1a27a91-fb80-49c6-a061-1959e15afc91" providerId="ADAL" clId="{FB8AF7FD-A0BE-44E6-9139-F81016C21332}" dt="2021-01-17T16:46:42.137" v="15" actId="962"/>
          <ac:picMkLst>
            <pc:docMk/>
            <pc:sldMk cId="3757817415" sldId="356"/>
            <ac:picMk id="8" creationId="{5AA3188D-796E-474A-9934-389E96FA04EB}"/>
          </ac:picMkLst>
        </pc:picChg>
      </pc:sldChg>
      <pc:sldChg chg="modSp mod">
        <pc:chgData name="Andreas Willich" userId="f1a27a91-fb80-49c6-a061-1959e15afc91" providerId="ADAL" clId="{FB8AF7FD-A0BE-44E6-9139-F81016C21332}" dt="2021-01-19T16:29:09.851" v="68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FB8AF7FD-A0BE-44E6-9139-F81016C21332}" dt="2021-01-19T16:29:09.851" v="6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FB8AF7FD-A0BE-44E6-9139-F81016C21332}" dt="2021-01-17T16:48:37.435" v="48" actId="47"/>
        <pc:sldMkLst>
          <pc:docMk/>
          <pc:sldMk cId="363290704" sldId="2076136306"/>
        </pc:sldMkLst>
      </pc:sldChg>
      <pc:sldChg chg="addSp delSp modSp mod">
        <pc:chgData name="Andreas Willich" userId="f1a27a91-fb80-49c6-a061-1959e15afc91" providerId="ADAL" clId="{FB8AF7FD-A0BE-44E6-9139-F81016C21332}" dt="2021-01-17T16:48:16.482" v="46"/>
        <pc:sldMkLst>
          <pc:docMk/>
          <pc:sldMk cId="2587979808" sldId="2076136917"/>
        </pc:sldMkLst>
        <pc:picChg chg="del">
          <ac:chgData name="Andreas Willich" userId="f1a27a91-fb80-49c6-a061-1959e15afc91" providerId="ADAL" clId="{FB8AF7FD-A0BE-44E6-9139-F81016C21332}" dt="2021-01-17T16:48:15.630" v="45" actId="478"/>
          <ac:picMkLst>
            <pc:docMk/>
            <pc:sldMk cId="2587979808" sldId="2076136917"/>
            <ac:picMk id="5" creationId="{6713526C-4F2E-437B-AA82-01EB840C42A0}"/>
          </ac:picMkLst>
        </pc:picChg>
        <pc:picChg chg="add mod">
          <ac:chgData name="Andreas Willich" userId="f1a27a91-fb80-49c6-a061-1959e15afc91" providerId="ADAL" clId="{FB8AF7FD-A0BE-44E6-9139-F81016C21332}" dt="2021-01-17T16:48:16.482" v="46"/>
          <ac:picMkLst>
            <pc:docMk/>
            <pc:sldMk cId="2587979808" sldId="2076136917"/>
            <ac:picMk id="19" creationId="{0858C95F-7F2C-44DF-8671-2437DAEDF13A}"/>
          </ac:picMkLst>
        </pc:picChg>
      </pc:sldChg>
      <pc:sldChg chg="delSp add del setBg delDesignElem">
        <pc:chgData name="Andreas Willich" userId="f1a27a91-fb80-49c6-a061-1959e15afc91" providerId="ADAL" clId="{FB8AF7FD-A0BE-44E6-9139-F81016C21332}" dt="2021-01-17T16:48:12.849" v="43" actId="47"/>
        <pc:sldMkLst>
          <pc:docMk/>
          <pc:sldMk cId="2136405862" sldId="2076136918"/>
        </pc:sldMkLst>
        <pc:spChg chg="del">
          <ac:chgData name="Andreas Willich" userId="f1a27a91-fb80-49c6-a061-1959e15afc91" providerId="ADAL" clId="{FB8AF7FD-A0BE-44E6-9139-F81016C21332}" dt="2021-01-17T16:47:58.528" v="40"/>
          <ac:spMkLst>
            <pc:docMk/>
            <pc:sldMk cId="2136405862" sldId="2076136918"/>
            <ac:spMk id="20" creationId="{5CD072FB-CD64-4E20-B8AA-375F843567EF}"/>
          </ac:spMkLst>
        </pc:spChg>
        <pc:grpChg chg="del">
          <ac:chgData name="Andreas Willich" userId="f1a27a91-fb80-49c6-a061-1959e15afc91" providerId="ADAL" clId="{FB8AF7FD-A0BE-44E6-9139-F81016C21332}" dt="2021-01-17T16:47:58.528" v="40"/>
          <ac:grpSpMkLst>
            <pc:docMk/>
            <pc:sldMk cId="2136405862" sldId="2076136918"/>
            <ac:grpSpMk id="12" creationId="{DE831112-FBC4-43D2-9D35-A250B9B5DFE6}"/>
          </ac:grpSpMkLst>
        </pc:grpChg>
      </pc:sldChg>
      <pc:sldChg chg="delSp add del setBg delDesignElem">
        <pc:chgData name="Andreas Willich" userId="f1a27a91-fb80-49c6-a061-1959e15afc91" providerId="ADAL" clId="{FB8AF7FD-A0BE-44E6-9139-F81016C21332}" dt="2021-01-17T16:48:13.835" v="44" actId="47"/>
        <pc:sldMkLst>
          <pc:docMk/>
          <pc:sldMk cId="3747654368" sldId="2076136919"/>
        </pc:sldMkLst>
        <pc:spChg chg="del">
          <ac:chgData name="Andreas Willich" userId="f1a27a91-fb80-49c6-a061-1959e15afc91" providerId="ADAL" clId="{FB8AF7FD-A0BE-44E6-9139-F81016C21332}" dt="2021-01-17T16:48:07.342" v="42"/>
          <ac:spMkLst>
            <pc:docMk/>
            <pc:sldMk cId="3747654368" sldId="2076136919"/>
            <ac:spMk id="20" creationId="{5CD072FB-CD64-4E20-B8AA-375F843567EF}"/>
          </ac:spMkLst>
        </pc:spChg>
        <pc:grpChg chg="del">
          <ac:chgData name="Andreas Willich" userId="f1a27a91-fb80-49c6-a061-1959e15afc91" providerId="ADAL" clId="{FB8AF7FD-A0BE-44E6-9139-F81016C21332}" dt="2021-01-17T16:48:07.342" v="42"/>
          <ac:grpSpMkLst>
            <pc:docMk/>
            <pc:sldMk cId="3747654368" sldId="2076136919"/>
            <ac:grpSpMk id="12" creationId="{DE831112-FBC4-43D2-9D35-A250B9B5DFE6}"/>
          </ac:grpSpMkLst>
        </pc:grpChg>
      </pc:sldChg>
    </pc:docChg>
  </pc:docChgLst>
  <pc:docChgLst>
    <pc:chgData name="Andreas Willich" userId="f1a27a91-fb80-49c6-a061-1959e15afc91" providerId="ADAL" clId="{7A8E41A7-9183-4EB4-9783-DEBB31C9AA80}"/>
    <pc:docChg chg="custSel addSld delSld modSld">
      <pc:chgData name="Andreas Willich" userId="f1a27a91-fb80-49c6-a061-1959e15afc91" providerId="ADAL" clId="{7A8E41A7-9183-4EB4-9783-DEBB31C9AA80}" dt="2020-01-19T16:01:56.615" v="760" actId="14"/>
      <pc:docMkLst>
        <pc:docMk/>
      </pc:docMkLst>
      <pc:sldChg chg="del">
        <pc:chgData name="Andreas Willich" userId="f1a27a91-fb80-49c6-a061-1959e15afc91" providerId="ADAL" clId="{7A8E41A7-9183-4EB4-9783-DEBB31C9AA80}" dt="2020-01-19T14:39:18.192" v="16" actId="2696"/>
        <pc:sldMkLst>
          <pc:docMk/>
          <pc:sldMk cId="4009951914" sldId="311"/>
        </pc:sldMkLst>
      </pc:sldChg>
      <pc:sldChg chg="modSp">
        <pc:chgData name="Andreas Willich" userId="f1a27a91-fb80-49c6-a061-1959e15afc91" providerId="ADAL" clId="{7A8E41A7-9183-4EB4-9783-DEBB31C9AA80}" dt="2020-01-19T14:41:10.210" v="165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7A8E41A7-9183-4EB4-9783-DEBB31C9AA80}" dt="2020-01-19T14:41:10.210" v="165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A8E41A7-9183-4EB4-9783-DEBB31C9AA80}" dt="2020-01-19T14:44:47.929" v="245" actId="113"/>
        <pc:sldMkLst>
          <pc:docMk/>
          <pc:sldMk cId="816153105" sldId="313"/>
        </pc:sldMkLst>
        <pc:spChg chg="mod">
          <ac:chgData name="Andreas Willich" userId="f1a27a91-fb80-49c6-a061-1959e15afc91" providerId="ADAL" clId="{7A8E41A7-9183-4EB4-9783-DEBB31C9AA80}" dt="2020-01-19T14:44:47.929" v="245" actId="113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A8E41A7-9183-4EB4-9783-DEBB31C9AA80}" dt="2020-01-19T14:39:08.257" v="1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7A8E41A7-9183-4EB4-9783-DEBB31C9AA80}" dt="2020-01-19T14:39:08.257" v="1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7A8E41A7-9183-4EB4-9783-DEBB31C9AA80}" dt="2020-01-19T14:45:58.452" v="285"/>
        <pc:sldMkLst>
          <pc:docMk/>
          <pc:sldMk cId="1878672232" sldId="316"/>
        </pc:sldMkLst>
        <pc:spChg chg="mod">
          <ac:chgData name="Andreas Willich" userId="f1a27a91-fb80-49c6-a061-1959e15afc91" providerId="ADAL" clId="{7A8E41A7-9183-4EB4-9783-DEBB31C9AA80}" dt="2020-01-19T14:45:58.452" v="285"/>
          <ac:spMkLst>
            <pc:docMk/>
            <pc:sldMk cId="1878672232" sldId="316"/>
            <ac:spMk id="3" creationId="{183F6854-477B-47BA-A625-FE388215D100}"/>
          </ac:spMkLst>
        </pc:spChg>
      </pc:sldChg>
      <pc:sldChg chg="del">
        <pc:chgData name="Andreas Willich" userId="f1a27a91-fb80-49c6-a061-1959e15afc91" providerId="ADAL" clId="{7A8E41A7-9183-4EB4-9783-DEBB31C9AA80}" dt="2020-01-19T14:39:18.187" v="15" actId="2696"/>
        <pc:sldMkLst>
          <pc:docMk/>
          <pc:sldMk cId="836915040" sldId="317"/>
        </pc:sldMkLst>
      </pc:sldChg>
      <pc:sldChg chg="modSp">
        <pc:chgData name="Andreas Willich" userId="f1a27a91-fb80-49c6-a061-1959e15afc91" providerId="ADAL" clId="{7A8E41A7-9183-4EB4-9783-DEBB31C9AA80}" dt="2020-01-19T14:46:41.915" v="289" actId="5793"/>
        <pc:sldMkLst>
          <pc:docMk/>
          <pc:sldMk cId="1406265366" sldId="319"/>
        </pc:sldMkLst>
        <pc:spChg chg="mod">
          <ac:chgData name="Andreas Willich" userId="f1a27a91-fb80-49c6-a061-1959e15afc91" providerId="ADAL" clId="{7A8E41A7-9183-4EB4-9783-DEBB31C9AA80}" dt="2020-01-19T14:46:41.915" v="289" actId="5793"/>
          <ac:spMkLst>
            <pc:docMk/>
            <pc:sldMk cId="1406265366" sldId="319"/>
            <ac:spMk id="2" creationId="{C7CF4C79-936C-42D0-BDD1-5E60E01898F1}"/>
          </ac:spMkLst>
        </pc:spChg>
      </pc:sldChg>
      <pc:sldChg chg="modSp add">
        <pc:chgData name="Andreas Willich" userId="f1a27a91-fb80-49c6-a061-1959e15afc91" providerId="ADAL" clId="{7A8E41A7-9183-4EB4-9783-DEBB31C9AA80}" dt="2020-01-19T14:39:37.533" v="47" actId="20577"/>
        <pc:sldMkLst>
          <pc:docMk/>
          <pc:sldMk cId="4012844004" sldId="320"/>
        </pc:sldMkLst>
        <pc:spChg chg="mod">
          <ac:chgData name="Andreas Willich" userId="f1a27a91-fb80-49c6-a061-1959e15afc91" providerId="ADAL" clId="{7A8E41A7-9183-4EB4-9783-DEBB31C9AA80}" dt="2020-01-19T14:39:37.533" v="47" actId="20577"/>
          <ac:spMkLst>
            <pc:docMk/>
            <pc:sldMk cId="4012844004" sldId="320"/>
            <ac:spMk id="2" creationId="{254A830C-96FC-4FC1-867C-29EEA29E076A}"/>
          </ac:spMkLst>
        </pc:spChg>
      </pc:sldChg>
      <pc:sldChg chg="modSp add">
        <pc:chgData name="Andreas Willich" userId="f1a27a91-fb80-49c6-a061-1959e15afc91" providerId="ADAL" clId="{7A8E41A7-9183-4EB4-9783-DEBB31C9AA80}" dt="2020-01-19T14:54:36.149" v="317" actId="20577"/>
        <pc:sldMkLst>
          <pc:docMk/>
          <pc:sldMk cId="1692819872" sldId="321"/>
        </pc:sldMkLst>
        <pc:spChg chg="mod">
          <ac:chgData name="Andreas Willich" userId="f1a27a91-fb80-49c6-a061-1959e15afc91" providerId="ADAL" clId="{7A8E41A7-9183-4EB4-9783-DEBB31C9AA80}" dt="2020-01-19T14:54:36.149" v="317" actId="20577"/>
          <ac:spMkLst>
            <pc:docMk/>
            <pc:sldMk cId="1692819872" sldId="321"/>
            <ac:spMk id="2" creationId="{7FE4FD5B-3673-41BE-89F5-F63FBCF5D3F6}"/>
          </ac:spMkLst>
        </pc:spChg>
      </pc:sldChg>
      <pc:sldChg chg="addSp delSp modSp add">
        <pc:chgData name="Andreas Willich" userId="f1a27a91-fb80-49c6-a061-1959e15afc91" providerId="ADAL" clId="{7A8E41A7-9183-4EB4-9783-DEBB31C9AA80}" dt="2020-01-19T15:22:33.152" v="381" actId="20577"/>
        <pc:sldMkLst>
          <pc:docMk/>
          <pc:sldMk cId="1636694058" sldId="322"/>
        </pc:sldMkLst>
        <pc:spChg chg="del">
          <ac:chgData name="Andreas Willich" userId="f1a27a91-fb80-49c6-a061-1959e15afc91" providerId="ADAL" clId="{7A8E41A7-9183-4EB4-9783-DEBB31C9AA80}" dt="2020-01-19T14:58:02.558" v="319"/>
          <ac:spMkLst>
            <pc:docMk/>
            <pc:sldMk cId="1636694058" sldId="322"/>
            <ac:spMk id="2" creationId="{342C6BA2-6074-4AA1-89D7-416CAD8DDB99}"/>
          </ac:spMkLst>
        </pc:spChg>
        <pc:spChg chg="del">
          <ac:chgData name="Andreas Willich" userId="f1a27a91-fb80-49c6-a061-1959e15afc91" providerId="ADAL" clId="{7A8E41A7-9183-4EB4-9783-DEBB31C9AA80}" dt="2020-01-19T14:58:02.558" v="319"/>
          <ac:spMkLst>
            <pc:docMk/>
            <pc:sldMk cId="1636694058" sldId="322"/>
            <ac:spMk id="3" creationId="{1A3C68FC-76DF-4381-8BCD-61245A01EFE1}"/>
          </ac:spMkLst>
        </pc:spChg>
        <pc:spChg chg="add mod">
          <ac:chgData name="Andreas Willich" userId="f1a27a91-fb80-49c6-a061-1959e15afc91" providerId="ADAL" clId="{7A8E41A7-9183-4EB4-9783-DEBB31C9AA80}" dt="2020-01-19T15:22:33.152" v="381" actId="20577"/>
          <ac:spMkLst>
            <pc:docMk/>
            <pc:sldMk cId="1636694058" sldId="322"/>
            <ac:spMk id="4" creationId="{BDE20149-5885-4758-B2B4-2FFE5211AA4E}"/>
          </ac:spMkLst>
        </pc:spChg>
        <pc:spChg chg="add mod">
          <ac:chgData name="Andreas Willich" userId="f1a27a91-fb80-49c6-a061-1959e15afc91" providerId="ADAL" clId="{7A8E41A7-9183-4EB4-9783-DEBB31C9AA80}" dt="2020-01-19T14:58:09.448" v="323" actId="20577"/>
          <ac:spMkLst>
            <pc:docMk/>
            <pc:sldMk cId="1636694058" sldId="322"/>
            <ac:spMk id="5" creationId="{B233A8AE-4568-47B5-A29B-1DBD5BE1DB98}"/>
          </ac:spMkLst>
        </pc:spChg>
      </pc:sldChg>
      <pc:sldChg chg="modSp add">
        <pc:chgData name="Andreas Willich" userId="f1a27a91-fb80-49c6-a061-1959e15afc91" providerId="ADAL" clId="{7A8E41A7-9183-4EB4-9783-DEBB31C9AA80}" dt="2020-01-19T15:23:54.243" v="439"/>
        <pc:sldMkLst>
          <pc:docMk/>
          <pc:sldMk cId="3384348233" sldId="323"/>
        </pc:sldMkLst>
        <pc:spChg chg="mod">
          <ac:chgData name="Andreas Willich" userId="f1a27a91-fb80-49c6-a061-1959e15afc91" providerId="ADAL" clId="{7A8E41A7-9183-4EB4-9783-DEBB31C9AA80}" dt="2020-01-19T15:22:27.456" v="368" actId="20577"/>
          <ac:spMkLst>
            <pc:docMk/>
            <pc:sldMk cId="3384348233" sldId="323"/>
            <ac:spMk id="2" creationId="{C444F09C-C3AE-47AB-B289-7FC7634A2582}"/>
          </ac:spMkLst>
        </pc:spChg>
        <pc:spChg chg="mod">
          <ac:chgData name="Andreas Willich" userId="f1a27a91-fb80-49c6-a061-1959e15afc91" providerId="ADAL" clId="{7A8E41A7-9183-4EB4-9783-DEBB31C9AA80}" dt="2020-01-19T15:23:54.243" v="439"/>
          <ac:spMkLst>
            <pc:docMk/>
            <pc:sldMk cId="3384348233" sldId="323"/>
            <ac:spMk id="3" creationId="{289E3AF7-7970-4C4F-817F-AC811F0C78F9}"/>
          </ac:spMkLst>
        </pc:spChg>
      </pc:sldChg>
      <pc:sldChg chg="modSp add">
        <pc:chgData name="Andreas Willich" userId="f1a27a91-fb80-49c6-a061-1959e15afc91" providerId="ADAL" clId="{7A8E41A7-9183-4EB4-9783-DEBB31C9AA80}" dt="2020-01-19T15:35:57.771" v="542" actId="20577"/>
        <pc:sldMkLst>
          <pc:docMk/>
          <pc:sldMk cId="2241390148" sldId="324"/>
        </pc:sldMkLst>
        <pc:spChg chg="mod">
          <ac:chgData name="Andreas Willich" userId="f1a27a91-fb80-49c6-a061-1959e15afc91" providerId="ADAL" clId="{7A8E41A7-9183-4EB4-9783-DEBB31C9AA80}" dt="2020-01-19T15:35:57.771" v="542" actId="20577"/>
          <ac:spMkLst>
            <pc:docMk/>
            <pc:sldMk cId="2241390148" sldId="324"/>
            <ac:spMk id="3" creationId="{289E3AF7-7970-4C4F-817F-AC811F0C78F9}"/>
          </ac:spMkLst>
        </pc:spChg>
      </pc:sldChg>
      <pc:sldChg chg="modSp add">
        <pc:chgData name="Andreas Willich" userId="f1a27a91-fb80-49c6-a061-1959e15afc91" providerId="ADAL" clId="{7A8E41A7-9183-4EB4-9783-DEBB31C9AA80}" dt="2020-01-19T16:01:56.615" v="760" actId="14"/>
        <pc:sldMkLst>
          <pc:docMk/>
          <pc:sldMk cId="1300036468" sldId="325"/>
        </pc:sldMkLst>
        <pc:spChg chg="mod">
          <ac:chgData name="Andreas Willich" userId="f1a27a91-fb80-49c6-a061-1959e15afc91" providerId="ADAL" clId="{7A8E41A7-9183-4EB4-9783-DEBB31C9AA80}" dt="2020-01-19T15:36:56.471" v="558" actId="20577"/>
          <ac:spMkLst>
            <pc:docMk/>
            <pc:sldMk cId="1300036468" sldId="325"/>
            <ac:spMk id="2" creationId="{B86CBDC5-C8D8-4F3F-A4E9-D4FDEA988490}"/>
          </ac:spMkLst>
        </pc:spChg>
        <pc:spChg chg="mod">
          <ac:chgData name="Andreas Willich" userId="f1a27a91-fb80-49c6-a061-1959e15afc91" providerId="ADAL" clId="{7A8E41A7-9183-4EB4-9783-DEBB31C9AA80}" dt="2020-01-19T16:01:56.615" v="760" actId="14"/>
          <ac:spMkLst>
            <pc:docMk/>
            <pc:sldMk cId="1300036468" sldId="325"/>
            <ac:spMk id="3" creationId="{9ED813F3-64BC-4BF8-A136-EDE646FF5E91}"/>
          </ac:spMkLst>
        </pc:spChg>
      </pc:sldChg>
    </pc:docChg>
  </pc:docChgLst>
  <pc:docChgLst>
    <pc:chgData name="Andreas Willich" userId="f1a27a91-fb80-49c6-a061-1959e15afc91" providerId="ADAL" clId="{94401715-A8A7-4F3F-AC84-74E2A50DC6ED}"/>
    <pc:docChg chg="custSel mod addSld delSld modSld">
      <pc:chgData name="Andreas Willich" userId="f1a27a91-fb80-49c6-a061-1959e15afc91" providerId="ADAL" clId="{94401715-A8A7-4F3F-AC84-74E2A50DC6ED}" dt="2020-11-23T13:51:19.346" v="197"/>
      <pc:docMkLst>
        <pc:docMk/>
      </pc:docMkLst>
      <pc:sldChg chg="modSp">
        <pc:chgData name="Andreas Willich" userId="f1a27a91-fb80-49c6-a061-1959e15afc91" providerId="ADAL" clId="{94401715-A8A7-4F3F-AC84-74E2A50DC6ED}" dt="2020-11-23T13:28:59.580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94401715-A8A7-4F3F-AC84-74E2A50DC6ED}" dt="2020-11-23T13:28:59.580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94401715-A8A7-4F3F-AC84-74E2A50DC6ED}" dt="2020-11-23T13:42:13.882" v="11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94401715-A8A7-4F3F-AC84-74E2A50DC6ED}" dt="2020-11-23T13:42:13.882" v="11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94401715-A8A7-4F3F-AC84-74E2A50DC6ED}" dt="2020-11-23T13:45:32.716" v="132"/>
        <pc:sldMkLst>
          <pc:docMk/>
          <pc:sldMk cId="820736664" sldId="321"/>
        </pc:sldMkLst>
        <pc:spChg chg="mod">
          <ac:chgData name="Andreas Willich" userId="f1a27a91-fb80-49c6-a061-1959e15afc91" providerId="ADAL" clId="{94401715-A8A7-4F3F-AC84-74E2A50DC6ED}" dt="2020-11-23T13:45:32.716" v="13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94401715-A8A7-4F3F-AC84-74E2A50DC6ED}" dt="2020-11-23T13:44:22.762" v="131" actId="1076"/>
          <ac:picMkLst>
            <pc:docMk/>
            <pc:sldMk cId="820736664" sldId="321"/>
            <ac:picMk id="4" creationId="{C5D9D54F-0957-4A68-B5BB-1B37FA059850}"/>
          </ac:picMkLst>
        </pc:picChg>
        <pc:picChg chg="del">
          <ac:chgData name="Andreas Willich" userId="f1a27a91-fb80-49c6-a061-1959e15afc91" providerId="ADAL" clId="{94401715-A8A7-4F3F-AC84-74E2A50DC6ED}" dt="2020-11-23T13:44:15.958" v="128" actId="478"/>
          <ac:picMkLst>
            <pc:docMk/>
            <pc:sldMk cId="820736664" sldId="321"/>
            <ac:picMk id="1026" creationId="{FD382090-8B26-425A-81D6-47CFA04E662A}"/>
          </ac:picMkLst>
        </pc:picChg>
      </pc:sldChg>
      <pc:sldChg chg="modSp">
        <pc:chgData name="Andreas Willich" userId="f1a27a91-fb80-49c6-a061-1959e15afc91" providerId="ADAL" clId="{94401715-A8A7-4F3F-AC84-74E2A50DC6ED}" dt="2020-11-23T13:42:48.645" v="12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94401715-A8A7-4F3F-AC84-74E2A50DC6ED}" dt="2020-11-23T13:42:48.645" v="12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 mod setBg">
        <pc:chgData name="Andreas Willich" userId="f1a27a91-fb80-49c6-a061-1959e15afc91" providerId="ADAL" clId="{94401715-A8A7-4F3F-AC84-74E2A50DC6ED}" dt="2020-11-23T13:47:21.396" v="142" actId="26606"/>
        <pc:sldMkLst>
          <pc:docMk/>
          <pc:sldMk cId="3757817415" sldId="356"/>
        </pc:sldMkLst>
        <pc:spChg chg="mod">
          <ac:chgData name="Andreas Willich" userId="f1a27a91-fb80-49c6-a061-1959e15afc91" providerId="ADAL" clId="{94401715-A8A7-4F3F-AC84-74E2A50DC6ED}" dt="2020-11-23T13:47:21.396" v="142" actId="26606"/>
          <ac:spMkLst>
            <pc:docMk/>
            <pc:sldMk cId="3757817415" sldId="356"/>
            <ac:spMk id="2" creationId="{37E171D2-C851-49BB-BD4D-A9D00C0C2888}"/>
          </ac:spMkLst>
        </pc:spChg>
        <pc:spChg chg="add">
          <ac:chgData name="Andreas Willich" userId="f1a27a91-fb80-49c6-a061-1959e15afc91" providerId="ADAL" clId="{94401715-A8A7-4F3F-AC84-74E2A50DC6ED}" dt="2020-11-23T13:47:21.396" v="142" actId="26606"/>
          <ac:spMkLst>
            <pc:docMk/>
            <pc:sldMk cId="3757817415" sldId="356"/>
            <ac:spMk id="20" creationId="{5CD072FB-CD64-4E20-B8AA-375F843567EF}"/>
          </ac:spMkLst>
        </pc:spChg>
        <pc:grpChg chg="add">
          <ac:chgData name="Andreas Willich" userId="f1a27a91-fb80-49c6-a061-1959e15afc91" providerId="ADAL" clId="{94401715-A8A7-4F3F-AC84-74E2A50DC6ED}" dt="2020-11-23T13:47:21.396" v="142" actId="26606"/>
          <ac:grpSpMkLst>
            <pc:docMk/>
            <pc:sldMk cId="3757817415" sldId="356"/>
            <ac:grpSpMk id="12" creationId="{DE831112-FBC4-43D2-9D35-A250B9B5DFE6}"/>
          </ac:grpSpMkLst>
        </pc:grp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4" creationId="{09740D33-19F0-40FB-BA26-AE70E472C50E}"/>
          </ac:picMkLst>
        </pc:picChg>
        <pc:picChg chg="add mod or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5" creationId="{6713526C-4F2E-437B-AA82-01EB840C42A0}"/>
          </ac:picMkLst>
        </pc:pic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6" creationId="{BDAB3D8A-A002-46A9-B003-B2FD48C9C92F}"/>
          </ac:picMkLst>
        </pc:pic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7" creationId="{537F4741-5D55-4510-8571-8123A30691EE}"/>
          </ac:picMkLst>
        </pc:picChg>
      </pc:sldChg>
      <pc:sldChg chg="modSp">
        <pc:chgData name="Andreas Willich" userId="f1a27a91-fb80-49c6-a061-1959e15afc91" providerId="ADAL" clId="{94401715-A8A7-4F3F-AC84-74E2A50DC6ED}" dt="2020-11-23T13:51:19.346" v="197"/>
        <pc:sldMkLst>
          <pc:docMk/>
          <pc:sldMk cId="3611784228" sldId="2076136300"/>
        </pc:sldMkLst>
        <pc:spChg chg="mod">
          <ac:chgData name="Andreas Willich" userId="f1a27a91-fb80-49c6-a061-1959e15afc91" providerId="ADAL" clId="{94401715-A8A7-4F3F-AC84-74E2A50DC6ED}" dt="2020-11-23T13:51:19.346" v="197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Sp delSp modSp mod setBg">
        <pc:chgData name="Andreas Willich" userId="f1a27a91-fb80-49c6-a061-1959e15afc91" providerId="ADAL" clId="{94401715-A8A7-4F3F-AC84-74E2A50DC6ED}" dt="2020-11-23T13:47:52.151" v="145" actId="26606"/>
        <pc:sldMkLst>
          <pc:docMk/>
          <pc:sldMk cId="602454855" sldId="2076136301"/>
        </pc:sldMkLst>
        <pc:spChg chg="mo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2" creationId="{00000000-0000-0000-0000-000000000000}"/>
          </ac:spMkLst>
        </pc:spChg>
        <pc:spChg chg="del">
          <ac:chgData name="Andreas Willich" userId="f1a27a91-fb80-49c6-a061-1959e15afc91" providerId="ADAL" clId="{94401715-A8A7-4F3F-AC84-74E2A50DC6ED}" dt="2020-11-23T13:47:49.762" v="144" actId="478"/>
          <ac:spMkLst>
            <pc:docMk/>
            <pc:sldMk cId="602454855" sldId="2076136301"/>
            <ac:spMk id="3" creationId="{00000000-0000-0000-0000-000000000000}"/>
          </ac:spMkLst>
        </pc:spChg>
        <pc:spChg chg="ad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15" creationId="{CE3D4922-3D1C-4679-9A86-15BFC1A252F0}"/>
          </ac:spMkLst>
        </pc:spChg>
        <pc:spChg chg="ad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17" creationId="{164E9BCF-1B67-4514-808C-A5DCBDEB4A85}"/>
          </ac:spMkLst>
        </pc:spChg>
        <pc:grpChg chg="add">
          <ac:chgData name="Andreas Willich" userId="f1a27a91-fb80-49c6-a061-1959e15afc91" providerId="ADAL" clId="{94401715-A8A7-4F3F-AC84-74E2A50DC6ED}" dt="2020-11-23T13:47:52.151" v="145" actId="26606"/>
          <ac:grpSpMkLst>
            <pc:docMk/>
            <pc:sldMk cId="602454855" sldId="2076136301"/>
            <ac:grpSpMk id="7" creationId="{E9D059B6-ADD8-488A-B346-63289E90D13F}"/>
          </ac:grpSpMkLst>
        </pc:grpChg>
        <pc:grpChg chg="add">
          <ac:chgData name="Andreas Willich" userId="f1a27a91-fb80-49c6-a061-1959e15afc91" providerId="ADAL" clId="{94401715-A8A7-4F3F-AC84-74E2A50DC6ED}" dt="2020-11-23T13:47:52.151" v="145" actId="26606"/>
          <ac:grpSpMkLst>
            <pc:docMk/>
            <pc:sldMk cId="602454855" sldId="2076136301"/>
            <ac:grpSpMk id="19" creationId="{32238778-9D1D-45F4-BB78-76F208A224B4}"/>
          </ac:grpSpMkLst>
        </pc:grpChg>
      </pc:sldChg>
      <pc:sldChg chg="addSp modSp mod setBg">
        <pc:chgData name="Andreas Willich" userId="f1a27a91-fb80-49c6-a061-1959e15afc91" providerId="ADAL" clId="{94401715-A8A7-4F3F-AC84-74E2A50DC6ED}" dt="2020-11-23T13:46:14.579" v="141" actId="26606"/>
        <pc:sldMkLst>
          <pc:docMk/>
          <pc:sldMk cId="363290704" sldId="2076136306"/>
        </pc:sldMkLst>
        <pc:spChg chg="mo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2" creationId="{9FA355AB-0459-4D79-B918-3DCE696E092C}"/>
          </ac:spMkLst>
        </pc:spChg>
        <pc:spChg chg="mo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3" creationId="{023A6FCC-F2F2-40E2-9047-052EF4B30FDD}"/>
          </ac:spMkLst>
        </pc:spChg>
        <pc:spChg chg="ad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18" creationId="{260615AE-7DBC-4FF7-9107-9FE957695B02}"/>
          </ac:spMkLst>
        </pc:spChg>
        <pc:grpChg chg="add">
          <ac:chgData name="Andreas Willich" userId="f1a27a91-fb80-49c6-a061-1959e15afc91" providerId="ADAL" clId="{94401715-A8A7-4F3F-AC84-74E2A50DC6ED}" dt="2020-11-23T13:46:14.579" v="141" actId="26606"/>
          <ac:grpSpMkLst>
            <pc:docMk/>
            <pc:sldMk cId="363290704" sldId="2076136306"/>
            <ac:grpSpMk id="10" creationId="{C616B3DC-C165-433D-9187-62DCC0E317D3}"/>
          </ac:grpSpMkLst>
        </pc:grpChg>
        <pc:picChg chg="add">
          <ac:chgData name="Andreas Willich" userId="f1a27a91-fb80-49c6-a061-1959e15afc91" providerId="ADAL" clId="{94401715-A8A7-4F3F-AC84-74E2A50DC6ED}" dt="2020-11-23T13:46:14.579" v="141" actId="26606"/>
          <ac:picMkLst>
            <pc:docMk/>
            <pc:sldMk cId="363290704" sldId="2076136306"/>
            <ac:picMk id="7" creationId="{B5C3F302-13FB-41A4-A57A-4CC152E73D25}"/>
          </ac:picMkLst>
        </pc:picChg>
      </pc:sldChg>
      <pc:sldChg chg="del">
        <pc:chgData name="Andreas Willich" userId="f1a27a91-fb80-49c6-a061-1959e15afc91" providerId="ADAL" clId="{94401715-A8A7-4F3F-AC84-74E2A50DC6ED}" dt="2020-11-23T13:40:56.796" v="20" actId="2696"/>
        <pc:sldMkLst>
          <pc:docMk/>
          <pc:sldMk cId="1849694684" sldId="2076136309"/>
        </pc:sldMkLst>
      </pc:sldChg>
      <pc:sldChg chg="addSp modSp add mod setBg">
        <pc:chgData name="Andreas Willich" userId="f1a27a91-fb80-49c6-a061-1959e15afc91" providerId="ADAL" clId="{94401715-A8A7-4F3F-AC84-74E2A50DC6ED}" dt="2020-11-23T13:47:31.607" v="143" actId="26606"/>
        <pc:sldMkLst>
          <pc:docMk/>
          <pc:sldMk cId="2587979808" sldId="2076136917"/>
        </pc:sldMkLst>
        <pc:spChg chg="mod">
          <ac:chgData name="Andreas Willich" userId="f1a27a91-fb80-49c6-a061-1959e15afc91" providerId="ADAL" clId="{94401715-A8A7-4F3F-AC84-74E2A50DC6ED}" dt="2020-11-23T13:47:31.607" v="143" actId="26606"/>
          <ac:spMkLst>
            <pc:docMk/>
            <pc:sldMk cId="2587979808" sldId="2076136917"/>
            <ac:spMk id="2" creationId="{37E171D2-C851-49BB-BD4D-A9D00C0C2888}"/>
          </ac:spMkLst>
        </pc:spChg>
        <pc:spChg chg="add">
          <ac:chgData name="Andreas Willich" userId="f1a27a91-fb80-49c6-a061-1959e15afc91" providerId="ADAL" clId="{94401715-A8A7-4F3F-AC84-74E2A50DC6ED}" dt="2020-11-23T13:47:31.607" v="143" actId="26606"/>
          <ac:spMkLst>
            <pc:docMk/>
            <pc:sldMk cId="2587979808" sldId="2076136917"/>
            <ac:spMk id="20" creationId="{5CD072FB-CD64-4E20-B8AA-375F843567EF}"/>
          </ac:spMkLst>
        </pc:spChg>
        <pc:grpChg chg="add">
          <ac:chgData name="Andreas Willich" userId="f1a27a91-fb80-49c6-a061-1959e15afc91" providerId="ADAL" clId="{94401715-A8A7-4F3F-AC84-74E2A50DC6ED}" dt="2020-11-23T13:47:31.607" v="143" actId="26606"/>
          <ac:grpSpMkLst>
            <pc:docMk/>
            <pc:sldMk cId="2587979808" sldId="2076136917"/>
            <ac:grpSpMk id="12" creationId="{DE831112-FBC4-43D2-9D35-A250B9B5DFE6}"/>
          </ac:grpSpMkLst>
        </pc:grp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4" creationId="{09740D33-19F0-40FB-BA26-AE70E472C50E}"/>
          </ac:picMkLst>
        </pc:picChg>
        <pc:picChg chg="mod or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5" creationId="{6713526C-4F2E-437B-AA82-01EB840C42A0}"/>
          </ac:picMkLst>
        </pc:pic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6" creationId="{BDAB3D8A-A002-46A9-B003-B2FD48C9C92F}"/>
          </ac:picMkLst>
        </pc:pic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7" creationId="{537F4741-5D55-4510-8571-8123A30691EE}"/>
          </ac:picMkLst>
        </pc:picChg>
      </pc:sldChg>
    </pc:docChg>
  </pc:docChgLst>
  <pc:docChgLst>
    <pc:chgData name="Andreas Willich" userId="f1a27a91-fb80-49c6-a061-1959e15afc91" providerId="ADAL" clId="{D5AA8B8A-5C15-4ED1-BA9A-7010934C5914}"/>
    <pc:docChg chg="undo custSel addSld delSld modSld">
      <pc:chgData name="Andreas Willich" userId="f1a27a91-fb80-49c6-a061-1959e15afc91" providerId="ADAL" clId="{D5AA8B8A-5C15-4ED1-BA9A-7010934C5914}" dt="2021-11-09T16:56:37.183" v="148" actId="20577"/>
      <pc:docMkLst>
        <pc:docMk/>
      </pc:docMkLst>
      <pc:sldChg chg="modSp mod">
        <pc:chgData name="Andreas Willich" userId="f1a27a91-fb80-49c6-a061-1959e15afc91" providerId="ADAL" clId="{D5AA8B8A-5C15-4ED1-BA9A-7010934C5914}" dt="2021-11-09T08:34:27.345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D5AA8B8A-5C15-4ED1-BA9A-7010934C5914}" dt="2021-11-09T08:34:27.345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D5AA8B8A-5C15-4ED1-BA9A-7010934C5914}" dt="2021-11-09T08:34:59.106" v="15"/>
        <pc:sldMkLst>
          <pc:docMk/>
          <pc:sldMk cId="1406265366" sldId="319"/>
        </pc:sldMkLst>
        <pc:spChg chg="mod">
          <ac:chgData name="Andreas Willich" userId="f1a27a91-fb80-49c6-a061-1959e15afc91" providerId="ADAL" clId="{D5AA8B8A-5C15-4ED1-BA9A-7010934C5914}" dt="2021-11-09T08:34:59.106" v="15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D5AA8B8A-5C15-4ED1-BA9A-7010934C5914}" dt="2021-11-09T16:56:37.183" v="148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D5AA8B8A-5C15-4ED1-BA9A-7010934C5914}" dt="2021-11-09T16:56:37.183" v="148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D5AA8B8A-5C15-4ED1-BA9A-7010934C5914}" dt="2021-11-09T08:57:52.156" v="125" actId="1076"/>
          <ac:picMkLst>
            <pc:docMk/>
            <pc:sldMk cId="820736664" sldId="321"/>
            <ac:picMk id="4" creationId="{F452DA56-C49D-4913-8CF1-FA9E79A5104E}"/>
          </ac:picMkLst>
        </pc:picChg>
        <pc:picChg chg="del">
          <ac:chgData name="Andreas Willich" userId="f1a27a91-fb80-49c6-a061-1959e15afc91" providerId="ADAL" clId="{D5AA8B8A-5C15-4ED1-BA9A-7010934C5914}" dt="2021-11-09T08:57:43.768" v="123" actId="478"/>
          <ac:picMkLst>
            <pc:docMk/>
            <pc:sldMk cId="820736664" sldId="321"/>
            <ac:picMk id="1026" creationId="{A15A154A-160A-4478-9A28-B546D26F2B7C}"/>
          </ac:picMkLst>
        </pc:picChg>
      </pc:sldChg>
      <pc:sldChg chg="modSp">
        <pc:chgData name="Andreas Willich" userId="f1a27a91-fb80-49c6-a061-1959e15afc91" providerId="ADAL" clId="{D5AA8B8A-5C15-4ED1-BA9A-7010934C5914}" dt="2021-11-09T08:37:34.552" v="4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D5AA8B8A-5C15-4ED1-BA9A-7010934C5914}" dt="2021-11-09T08:37:34.552" v="4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 modShow">
        <pc:chgData name="Andreas Willich" userId="f1a27a91-fb80-49c6-a061-1959e15afc91" providerId="ADAL" clId="{D5AA8B8A-5C15-4ED1-BA9A-7010934C5914}" dt="2021-11-09T08:35:22.753" v="21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D5AA8B8A-5C15-4ED1-BA9A-7010934C5914}" dt="2021-11-09T08:35:22.753" v="21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60090912" sldId="2076136919"/>
        </pc:sldMkLst>
      </pc:sldChg>
      <pc:sldChg chg="modSp new mod">
        <pc:chgData name="Andreas Willich" userId="f1a27a91-fb80-49c6-a061-1959e15afc91" providerId="ADAL" clId="{D5AA8B8A-5C15-4ED1-BA9A-7010934C5914}" dt="2021-11-09T08:43:58.171" v="122" actId="122"/>
        <pc:sldMkLst>
          <pc:docMk/>
          <pc:sldMk cId="3922880426" sldId="2076136919"/>
        </pc:sldMkLst>
        <pc:spChg chg="mod">
          <ac:chgData name="Andreas Willich" userId="f1a27a91-fb80-49c6-a061-1959e15afc91" providerId="ADAL" clId="{D5AA8B8A-5C15-4ED1-BA9A-7010934C5914}" dt="2021-11-09T08:41:21.945" v="97" actId="20577"/>
          <ac:spMkLst>
            <pc:docMk/>
            <pc:sldMk cId="3922880426" sldId="2076136919"/>
            <ac:spMk id="2" creationId="{2A807AFA-DB59-4662-A7F7-E6B284CF30EE}"/>
          </ac:spMkLst>
        </pc:spChg>
        <pc:spChg chg="mod">
          <ac:chgData name="Andreas Willich" userId="f1a27a91-fb80-49c6-a061-1959e15afc91" providerId="ADAL" clId="{D5AA8B8A-5C15-4ED1-BA9A-7010934C5914}" dt="2021-11-09T08:43:58.171" v="122" actId="122"/>
          <ac:spMkLst>
            <pc:docMk/>
            <pc:sldMk cId="3922880426" sldId="2076136919"/>
            <ac:spMk id="3" creationId="{D4BEED32-23EC-46F0-956A-6402430FC6C1}"/>
          </ac:spMkLst>
        </pc:spChg>
      </pc:sldChg>
      <pc:sldChg chg="addSp delSp modSp new mod setBg setClrOvrMap">
        <pc:chgData name="Andreas Willich" userId="f1a27a91-fb80-49c6-a061-1959e15afc91" providerId="ADAL" clId="{D5AA8B8A-5C15-4ED1-BA9A-7010934C5914}" dt="2021-11-09T09:01:20.961" v="146" actId="26606"/>
        <pc:sldMkLst>
          <pc:docMk/>
          <pc:sldMk cId="502328727" sldId="2076136920"/>
        </pc:sldMkLst>
        <pc:spChg chg="del mod ord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2" creationId="{B818E44E-6EF0-46D7-9964-3459BEE46BB1}"/>
          </ac:spMkLst>
        </pc:spChg>
        <pc:spChg chg="del">
          <ac:chgData name="Andreas Willich" userId="f1a27a91-fb80-49c6-a061-1959e15afc91" providerId="ADAL" clId="{D5AA8B8A-5C15-4ED1-BA9A-7010934C5914}" dt="2021-11-09T08:59:03.548" v="138"/>
          <ac:spMkLst>
            <pc:docMk/>
            <pc:sldMk cId="502328727" sldId="2076136920"/>
            <ac:spMk id="3" creationId="{E26A055F-4FFE-4C8A-9939-EDA4C83644B6}"/>
          </ac:spMkLst>
        </pc:spChg>
        <pc:spChg chg="add del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9" creationId="{64BA06FD-D978-4D6B-9C19-D917776E2926}"/>
          </ac:spMkLst>
        </pc:spChg>
        <pc:spChg chg="add del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12" creationId="{2FCD9B94-D70B-4446-85E5-ACD3904289CB}"/>
          </ac:spMkLst>
        </pc:spChg>
        <pc:grpChg chg="add">
          <ac:chgData name="Andreas Willich" userId="f1a27a91-fb80-49c6-a061-1959e15afc91" providerId="ADAL" clId="{D5AA8B8A-5C15-4ED1-BA9A-7010934C5914}" dt="2021-11-09T09:01:20.961" v="146" actId="26606"/>
          <ac:grpSpMkLst>
            <pc:docMk/>
            <pc:sldMk cId="502328727" sldId="2076136920"/>
            <ac:grpSpMk id="17" creationId="{6ADA8EC3-01C5-453C-91A6-D01B9E15BF0B}"/>
          </ac:grpSpMkLst>
        </pc:grpChg>
        <pc:grpChg chg="add">
          <ac:chgData name="Andreas Willich" userId="f1a27a91-fb80-49c6-a061-1959e15afc91" providerId="ADAL" clId="{D5AA8B8A-5C15-4ED1-BA9A-7010934C5914}" dt="2021-11-09T09:01:20.961" v="146" actId="26606"/>
          <ac:grpSpMkLst>
            <pc:docMk/>
            <pc:sldMk cId="502328727" sldId="2076136920"/>
            <ac:grpSpMk id="25" creationId="{C2EAC6F4-CC14-4018-8EB7-80E98A20725F}"/>
          </ac:grpSpMkLst>
        </pc:grpChg>
        <pc:picChg chg="add mod modCrop">
          <ac:chgData name="Andreas Willich" userId="f1a27a91-fb80-49c6-a061-1959e15afc91" providerId="ADAL" clId="{D5AA8B8A-5C15-4ED1-BA9A-7010934C5914}" dt="2021-11-09T09:01:20.961" v="146" actId="26606"/>
          <ac:picMkLst>
            <pc:docMk/>
            <pc:sldMk cId="502328727" sldId="2076136920"/>
            <ac:picMk id="5" creationId="{A9888DB0-AA52-4C53-BB17-0E6055148BA0}"/>
          </ac:picMkLst>
        </pc:picChg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423181572" sldId="2076136920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629159277" sldId="2076136921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166103508" sldId="2076136922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224842352" sldId="2076136923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488508483" sldId="2076136924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787721905" sldId="2076136925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510493398" sldId="2076136926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612429507" sldId="2076136927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571974868" sldId="2076136928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91266674" sldId="2076136929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26560678" sldId="2076136930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281986235" sldId="2076136931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834492319" sldId="2076136932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37147468" sldId="2076136933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273767014" sldId="2076136934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014750574" sldId="2076136935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976900053" sldId="2076136936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695814979" sldId="2076136937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7712013" sldId="2076136938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4117972109" sldId="2076136939"/>
        </pc:sldMkLst>
      </pc:sldChg>
    </pc:docChg>
  </pc:docChgLst>
  <pc:docChgLst>
    <pc:chgData name="Andreas Willich" userId="f1a27a91-fb80-49c6-a061-1959e15afc91" providerId="ADAL" clId="{369F5543-1AE6-48BD-A175-CBFF4C2E5D48}"/>
    <pc:docChg chg="modSld">
      <pc:chgData name="Andreas Willich" userId="f1a27a91-fb80-49c6-a061-1959e15afc91" providerId="ADAL" clId="{369F5543-1AE6-48BD-A175-CBFF4C2E5D48}" dt="2020-01-27T16:33:12.979" v="6" actId="207"/>
      <pc:docMkLst>
        <pc:docMk/>
      </pc:docMkLst>
      <pc:sldChg chg="modSp">
        <pc:chgData name="Andreas Willich" userId="f1a27a91-fb80-49c6-a061-1959e15afc91" providerId="ADAL" clId="{369F5543-1AE6-48BD-A175-CBFF4C2E5D48}" dt="2020-01-27T16:32:51.104" v="1" actId="207"/>
        <pc:sldMkLst>
          <pc:docMk/>
          <pc:sldMk cId="816153105" sldId="313"/>
        </pc:sldMkLst>
        <pc:spChg chg="mod">
          <ac:chgData name="Andreas Willich" userId="f1a27a91-fb80-49c6-a061-1959e15afc91" providerId="ADAL" clId="{369F5543-1AE6-48BD-A175-CBFF4C2E5D48}" dt="2020-01-27T16:32:51.104" v="1" actId="207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369F5543-1AE6-48BD-A175-CBFF4C2E5D48}" dt="2020-01-27T16:32:44.619" v="0" actId="207"/>
        <pc:sldMkLst>
          <pc:docMk/>
          <pc:sldMk cId="1878672232" sldId="316"/>
        </pc:sldMkLst>
        <pc:spChg chg="mod">
          <ac:chgData name="Andreas Willich" userId="f1a27a91-fb80-49c6-a061-1959e15afc91" providerId="ADAL" clId="{369F5543-1AE6-48BD-A175-CBFF4C2E5D48}" dt="2020-01-27T16:32:44.619" v="0" actId="207"/>
          <ac:spMkLst>
            <pc:docMk/>
            <pc:sldMk cId="1878672232" sldId="316"/>
            <ac:spMk id="3" creationId="{183F6854-477B-47BA-A625-FE388215D100}"/>
          </ac:spMkLst>
        </pc:spChg>
      </pc:sldChg>
      <pc:sldChg chg="modSp">
        <pc:chgData name="Andreas Willich" userId="f1a27a91-fb80-49c6-a061-1959e15afc91" providerId="ADAL" clId="{369F5543-1AE6-48BD-A175-CBFF4C2E5D48}" dt="2020-01-27T16:33:12.979" v="6" actId="207"/>
        <pc:sldMkLst>
          <pc:docMk/>
          <pc:sldMk cId="3384348233" sldId="323"/>
        </pc:sldMkLst>
        <pc:spChg chg="mod">
          <ac:chgData name="Andreas Willich" userId="f1a27a91-fb80-49c6-a061-1959e15afc91" providerId="ADAL" clId="{369F5543-1AE6-48BD-A175-CBFF4C2E5D48}" dt="2020-01-27T16:33:12.979" v="6" actId="207"/>
          <ac:spMkLst>
            <pc:docMk/>
            <pc:sldMk cId="3384348233" sldId="323"/>
            <ac:spMk id="3" creationId="{289E3AF7-7970-4C4F-817F-AC811F0C78F9}"/>
          </ac:spMkLst>
        </pc:spChg>
      </pc:sldChg>
    </pc:docChg>
  </pc:docChgLst>
  <pc:docChgLst>
    <pc:chgData name="Andreas Willich" userId="f1a27a91-fb80-49c6-a061-1959e15afc91" providerId="ADAL" clId="{86CCD0DF-0B70-4123-929F-7605D9689028}"/>
    <pc:docChg chg="custSel addSld modSld">
      <pc:chgData name="Andreas Willich" userId="f1a27a91-fb80-49c6-a061-1959e15afc91" providerId="ADAL" clId="{86CCD0DF-0B70-4123-929F-7605D9689028}" dt="2021-10-19T16:02:34.305" v="1400" actId="20577"/>
      <pc:docMkLst>
        <pc:docMk/>
      </pc:docMkLst>
      <pc:sldChg chg="mod modShow">
        <pc:chgData name="Andreas Willich" userId="f1a27a91-fb80-49c6-a061-1959e15afc91" providerId="ADAL" clId="{86CCD0DF-0B70-4123-929F-7605D9689028}" dt="2021-10-19T12:41:10.842" v="1380" actId="729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86CCD0DF-0B70-4123-929F-7605D9689028}" dt="2021-10-07T11:26:45.533" v="6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6CCD0DF-0B70-4123-929F-7605D9689028}" dt="2021-10-07T11:26:45.533" v="6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6CCD0DF-0B70-4123-929F-7605D9689028}" dt="2021-10-07T11:27:05.540" v="25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86CCD0DF-0B70-4123-929F-7605D9689028}" dt="2021-10-07T11:27:05.540" v="25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6CCD0DF-0B70-4123-929F-7605D9689028}" dt="2021-10-19T12:40:53.766" v="1378" actId="1076"/>
        <pc:sldMkLst>
          <pc:docMk/>
          <pc:sldMk cId="820736664" sldId="321"/>
        </pc:sldMkLst>
        <pc:spChg chg="mod">
          <ac:chgData name="Andreas Willich" userId="f1a27a91-fb80-49c6-a061-1959e15afc91" providerId="ADAL" clId="{86CCD0DF-0B70-4123-929F-7605D9689028}" dt="2021-10-19T12:39:11.718" v="1375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86CCD0DF-0B70-4123-929F-7605D9689028}" dt="2021-10-19T12:40:49.484" v="1376" actId="478"/>
          <ac:picMkLst>
            <pc:docMk/>
            <pc:sldMk cId="820736664" sldId="321"/>
            <ac:picMk id="4" creationId="{B73F0D6A-1B68-437F-9088-A7D8AB55A88E}"/>
          </ac:picMkLst>
        </pc:picChg>
        <pc:picChg chg="add mod">
          <ac:chgData name="Andreas Willich" userId="f1a27a91-fb80-49c6-a061-1959e15afc91" providerId="ADAL" clId="{86CCD0DF-0B70-4123-929F-7605D9689028}" dt="2021-10-19T12:40:53.766" v="1378" actId="1076"/>
          <ac:picMkLst>
            <pc:docMk/>
            <pc:sldMk cId="820736664" sldId="321"/>
            <ac:picMk id="1026" creationId="{A15A154A-160A-4478-9A28-B546D26F2B7C}"/>
          </ac:picMkLst>
        </pc:picChg>
      </pc:sldChg>
      <pc:sldChg chg="modSp">
        <pc:chgData name="Andreas Willich" userId="f1a27a91-fb80-49c6-a061-1959e15afc91" providerId="ADAL" clId="{86CCD0DF-0B70-4123-929F-7605D9689028}" dt="2021-10-19T16:02:34.305" v="1400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86CCD0DF-0B70-4123-929F-7605D9689028}" dt="2021-10-19T16:02:34.305" v="1400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86CCD0DF-0B70-4123-929F-7605D9689028}" dt="2021-10-19T12:41:07.023" v="1379" actId="729"/>
        <pc:sldMkLst>
          <pc:docMk/>
          <pc:sldMk cId="4285057711" sldId="2076136298"/>
        </pc:sldMkLst>
      </pc:sldChg>
      <pc:sldChg chg="mod modShow">
        <pc:chgData name="Andreas Willich" userId="f1a27a91-fb80-49c6-a061-1959e15afc91" providerId="ADAL" clId="{86CCD0DF-0B70-4123-929F-7605D9689028}" dt="2021-10-19T12:41:13.159" v="1381" actId="729"/>
        <pc:sldMkLst>
          <pc:docMk/>
          <pc:sldMk cId="933372865" sldId="2076136916"/>
        </pc:sldMkLst>
      </pc:sldChg>
      <pc:sldChg chg="modSp mod modShow">
        <pc:chgData name="Andreas Willich" userId="f1a27a91-fb80-49c6-a061-1959e15afc91" providerId="ADAL" clId="{86CCD0DF-0B70-4123-929F-7605D9689028}" dt="2021-10-15T08:12:39.728" v="621" actId="729"/>
        <pc:sldMkLst>
          <pc:docMk/>
          <pc:sldMk cId="3355931194" sldId="2076136918"/>
        </pc:sldMkLst>
        <pc:spChg chg="mod">
          <ac:chgData name="Andreas Willich" userId="f1a27a91-fb80-49c6-a061-1959e15afc91" providerId="ADAL" clId="{86CCD0DF-0B70-4123-929F-7605D9689028}" dt="2021-10-07T11:27:10.148" v="32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07T11:27:32.133" v="37" actId="700"/>
        <pc:sldMkLst>
          <pc:docMk/>
          <pc:sldMk cId="2960090912" sldId="2076136919"/>
        </pc:sldMkLst>
        <pc:spChg chg="del mod ord">
          <ac:chgData name="Andreas Willich" userId="f1a27a91-fb80-49c6-a061-1959e15afc91" providerId="ADAL" clId="{86CCD0DF-0B70-4123-929F-7605D9689028}" dt="2021-10-07T11:27:25.393" v="34" actId="700"/>
          <ac:spMkLst>
            <pc:docMk/>
            <pc:sldMk cId="2960090912" sldId="2076136919"/>
            <ac:spMk id="2" creationId="{3ADA33DE-99ED-4F6D-A4A8-CF819AFFF30A}"/>
          </ac:spMkLst>
        </pc:spChg>
        <pc:spChg chg="del mod ord">
          <ac:chgData name="Andreas Willich" userId="f1a27a91-fb80-49c6-a061-1959e15afc91" providerId="ADAL" clId="{86CCD0DF-0B70-4123-929F-7605D9689028}" dt="2021-10-07T11:27:25.393" v="34" actId="700"/>
          <ac:spMkLst>
            <pc:docMk/>
            <pc:sldMk cId="2960090912" sldId="2076136919"/>
            <ac:spMk id="3" creationId="{652E6C7A-AB93-46AE-9248-DBADFBDD4EA6}"/>
          </ac:spMkLst>
        </pc:spChg>
        <pc:spChg chg="add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4" creationId="{DB845F47-22EC-4D94-8669-EA719C9175E8}"/>
          </ac:spMkLst>
        </pc:spChg>
        <pc:spChg chg="add del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5" creationId="{FD6B6AEC-5C64-494D-AB1B-7A7E24EAD711}"/>
          </ac:spMkLst>
        </pc:spChg>
        <pc:spChg chg="add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6" creationId="{80103C52-2FEB-4F4E-8E2E-E6A30BCF5F3D}"/>
          </ac:spMkLst>
        </pc:spChg>
      </pc:sldChg>
      <pc:sldChg chg="addSp delSp modSp new mod chgLayout">
        <pc:chgData name="Andreas Willich" userId="f1a27a91-fb80-49c6-a061-1959e15afc91" providerId="ADAL" clId="{86CCD0DF-0B70-4123-929F-7605D9689028}" dt="2021-10-07T11:29:37.036" v="187" actId="20577"/>
        <pc:sldMkLst>
          <pc:docMk/>
          <pc:sldMk cId="2423181572" sldId="2076136920"/>
        </pc:sldMkLst>
        <pc:spChg chg="del">
          <ac:chgData name="Andreas Willich" userId="f1a27a91-fb80-49c6-a061-1959e15afc91" providerId="ADAL" clId="{86CCD0DF-0B70-4123-929F-7605D9689028}" dt="2021-10-07T11:27:52.941" v="39" actId="700"/>
          <ac:spMkLst>
            <pc:docMk/>
            <pc:sldMk cId="2423181572" sldId="2076136920"/>
            <ac:spMk id="2" creationId="{3E504707-5F38-4998-89C2-3C10F372888B}"/>
          </ac:spMkLst>
        </pc:spChg>
        <pc:spChg chg="del">
          <ac:chgData name="Andreas Willich" userId="f1a27a91-fb80-49c6-a061-1959e15afc91" providerId="ADAL" clId="{86CCD0DF-0B70-4123-929F-7605D9689028}" dt="2021-10-07T11:27:52.941" v="39" actId="700"/>
          <ac:spMkLst>
            <pc:docMk/>
            <pc:sldMk cId="2423181572" sldId="2076136920"/>
            <ac:spMk id="3" creationId="{00131AB7-EBF4-43FF-8457-F079D63F7507}"/>
          </ac:spMkLst>
        </pc:spChg>
        <pc:spChg chg="add mod ord">
          <ac:chgData name="Andreas Willich" userId="f1a27a91-fb80-49c6-a061-1959e15afc91" providerId="ADAL" clId="{86CCD0DF-0B70-4123-929F-7605D9689028}" dt="2021-10-07T11:28:37.093" v="96" actId="20577"/>
          <ac:spMkLst>
            <pc:docMk/>
            <pc:sldMk cId="2423181572" sldId="2076136920"/>
            <ac:spMk id="4" creationId="{78870669-A1F4-4F11-8443-B8EBBAAD45CA}"/>
          </ac:spMkLst>
        </pc:spChg>
        <pc:spChg chg="add mod ord">
          <ac:chgData name="Andreas Willich" userId="f1a27a91-fb80-49c6-a061-1959e15afc91" providerId="ADAL" clId="{86CCD0DF-0B70-4123-929F-7605D9689028}" dt="2021-10-07T11:29:37.036" v="187" actId="20577"/>
          <ac:spMkLst>
            <pc:docMk/>
            <pc:sldMk cId="2423181572" sldId="2076136920"/>
            <ac:spMk id="5" creationId="{404922C1-D231-417C-8D5F-562FFB979BA5}"/>
          </ac:spMkLst>
        </pc:spChg>
      </pc:sldChg>
      <pc:sldChg chg="modSp new mod">
        <pc:chgData name="Andreas Willich" userId="f1a27a91-fb80-49c6-a061-1959e15afc91" providerId="ADAL" clId="{86CCD0DF-0B70-4123-929F-7605D9689028}" dt="2021-10-07T11:30:17.372" v="279" actId="20577"/>
        <pc:sldMkLst>
          <pc:docMk/>
          <pc:sldMk cId="2629159277" sldId="2076136921"/>
        </pc:sldMkLst>
        <pc:spChg chg="mod">
          <ac:chgData name="Andreas Willich" userId="f1a27a91-fb80-49c6-a061-1959e15afc91" providerId="ADAL" clId="{86CCD0DF-0B70-4123-929F-7605D9689028}" dt="2021-10-07T11:30:00.956" v="228" actId="20577"/>
          <ac:spMkLst>
            <pc:docMk/>
            <pc:sldMk cId="2629159277" sldId="2076136921"/>
            <ac:spMk id="2" creationId="{0DCC201B-6842-4809-9EA8-3D7C49AB0AAC}"/>
          </ac:spMkLst>
        </pc:spChg>
        <pc:spChg chg="mod">
          <ac:chgData name="Andreas Willich" userId="f1a27a91-fb80-49c6-a061-1959e15afc91" providerId="ADAL" clId="{86CCD0DF-0B70-4123-929F-7605D9689028}" dt="2021-10-07T11:30:17.372" v="279" actId="20577"/>
          <ac:spMkLst>
            <pc:docMk/>
            <pc:sldMk cId="2629159277" sldId="2076136921"/>
            <ac:spMk id="3" creationId="{153E5185-64CE-403D-AFDA-8182D8C34DA6}"/>
          </ac:spMkLst>
        </pc:spChg>
      </pc:sldChg>
      <pc:sldChg chg="addSp delSp modSp new mod">
        <pc:chgData name="Andreas Willich" userId="f1a27a91-fb80-49c6-a061-1959e15afc91" providerId="ADAL" clId="{86CCD0DF-0B70-4123-929F-7605D9689028}" dt="2021-10-16T14:48:50.446" v="1146" actId="20577"/>
        <pc:sldMkLst>
          <pc:docMk/>
          <pc:sldMk cId="1166103508" sldId="2076136922"/>
        </pc:sldMkLst>
        <pc:spChg chg="mod">
          <ac:chgData name="Andreas Willich" userId="f1a27a91-fb80-49c6-a061-1959e15afc91" providerId="ADAL" clId="{86CCD0DF-0B70-4123-929F-7605D9689028}" dt="2021-10-07T11:50:24.387" v="617" actId="14100"/>
          <ac:spMkLst>
            <pc:docMk/>
            <pc:sldMk cId="1166103508" sldId="2076136922"/>
            <ac:spMk id="2" creationId="{CECF06FC-CD56-4F60-B89B-5E7293201CF2}"/>
          </ac:spMkLst>
        </pc:spChg>
        <pc:spChg chg="del">
          <ac:chgData name="Andreas Willich" userId="f1a27a91-fb80-49c6-a061-1959e15afc91" providerId="ADAL" clId="{86CCD0DF-0B70-4123-929F-7605D9689028}" dt="2021-10-07T11:32:31.749" v="281" actId="1032"/>
          <ac:spMkLst>
            <pc:docMk/>
            <pc:sldMk cId="1166103508" sldId="2076136922"/>
            <ac:spMk id="3" creationId="{3C56AE37-7415-458D-B128-FF220EC45C0B}"/>
          </ac:spMkLst>
        </pc:spChg>
        <pc:graphicFrameChg chg="add mod modGraphic">
          <ac:chgData name="Andreas Willich" userId="f1a27a91-fb80-49c6-a061-1959e15afc91" providerId="ADAL" clId="{86CCD0DF-0B70-4123-929F-7605D9689028}" dt="2021-10-16T14:48:50.446" v="1146" actId="20577"/>
          <ac:graphicFrameMkLst>
            <pc:docMk/>
            <pc:sldMk cId="1166103508" sldId="2076136922"/>
            <ac:graphicFrameMk id="4" creationId="{9171EA95-095D-479B-9AB9-3462CD5842DB}"/>
          </ac:graphicFrameMkLst>
        </pc:graphicFrameChg>
      </pc:sldChg>
      <pc:sldChg chg="addSp delSp modSp new mod modClrScheme chgLayout">
        <pc:chgData name="Andreas Willich" userId="f1a27a91-fb80-49c6-a061-1959e15afc91" providerId="ADAL" clId="{86CCD0DF-0B70-4123-929F-7605D9689028}" dt="2021-10-16T12:31:49.119" v="692" actId="20577"/>
        <pc:sldMkLst>
          <pc:docMk/>
          <pc:sldMk cId="1224842352" sldId="2076136923"/>
        </pc:sldMkLst>
        <pc:spChg chg="del mod ord">
          <ac:chgData name="Andreas Willich" userId="f1a27a91-fb80-49c6-a061-1959e15afc91" providerId="ADAL" clId="{86CCD0DF-0B70-4123-929F-7605D9689028}" dt="2021-10-16T10:30:08.454" v="623" actId="700"/>
          <ac:spMkLst>
            <pc:docMk/>
            <pc:sldMk cId="1224842352" sldId="2076136923"/>
            <ac:spMk id="2" creationId="{B38F9FB5-2BAA-49A9-9334-979CC933857D}"/>
          </ac:spMkLst>
        </pc:spChg>
        <pc:spChg chg="del mod ord">
          <ac:chgData name="Andreas Willich" userId="f1a27a91-fb80-49c6-a061-1959e15afc91" providerId="ADAL" clId="{86CCD0DF-0B70-4123-929F-7605D9689028}" dt="2021-10-16T10:30:08.454" v="623" actId="700"/>
          <ac:spMkLst>
            <pc:docMk/>
            <pc:sldMk cId="1224842352" sldId="2076136923"/>
            <ac:spMk id="3" creationId="{DDE58A6A-C6C8-453A-99E6-77065481589F}"/>
          </ac:spMkLst>
        </pc:spChg>
        <pc:spChg chg="add mod ord">
          <ac:chgData name="Andreas Willich" userId="f1a27a91-fb80-49c6-a061-1959e15afc91" providerId="ADAL" clId="{86CCD0DF-0B70-4123-929F-7605D9689028}" dt="2021-10-16T12:31:28.383" v="686" actId="20577"/>
          <ac:spMkLst>
            <pc:docMk/>
            <pc:sldMk cId="1224842352" sldId="2076136923"/>
            <ac:spMk id="4" creationId="{5B8FECB9-81E1-457E-B906-6BAC7C8AC5B8}"/>
          </ac:spMkLst>
        </pc:spChg>
        <pc:spChg chg="add del mod ord">
          <ac:chgData name="Andreas Willich" userId="f1a27a91-fb80-49c6-a061-1959e15afc91" providerId="ADAL" clId="{86CCD0DF-0B70-4123-929F-7605D9689028}" dt="2021-10-16T12:31:03.167" v="641" actId="700"/>
          <ac:spMkLst>
            <pc:docMk/>
            <pc:sldMk cId="1224842352" sldId="2076136923"/>
            <ac:spMk id="5" creationId="{46F31F1D-6263-4C20-93C0-7CA08E4490B7}"/>
          </ac:spMkLst>
        </pc:spChg>
        <pc:spChg chg="add mod ord">
          <ac:chgData name="Andreas Willich" userId="f1a27a91-fb80-49c6-a061-1959e15afc91" providerId="ADAL" clId="{86CCD0DF-0B70-4123-929F-7605D9689028}" dt="2021-10-16T12:31:49.119" v="692" actId="20577"/>
          <ac:spMkLst>
            <pc:docMk/>
            <pc:sldMk cId="1224842352" sldId="2076136923"/>
            <ac:spMk id="6" creationId="{91FA7294-CE69-44CC-B2EA-091C072F768B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0:45:06.774" v="638" actId="20577"/>
        <pc:sldMkLst>
          <pc:docMk/>
          <pc:sldMk cId="488508483" sldId="2076136924"/>
        </pc:sldMkLst>
        <pc:spChg chg="del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2" creationId="{2F70CCE6-B2E5-4221-A48D-F232F8D7DABC}"/>
          </ac:spMkLst>
        </pc:spChg>
        <pc:spChg chg="del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3" creationId="{2EADC3E0-DDF1-486B-9886-7F49A865D79C}"/>
          </ac:spMkLst>
        </pc:spChg>
        <pc:spChg chg="add mod ord">
          <ac:chgData name="Andreas Willich" userId="f1a27a91-fb80-49c6-a061-1959e15afc91" providerId="ADAL" clId="{86CCD0DF-0B70-4123-929F-7605D9689028}" dt="2021-10-16T10:45:06.774" v="638" actId="20577"/>
          <ac:spMkLst>
            <pc:docMk/>
            <pc:sldMk cId="488508483" sldId="2076136924"/>
            <ac:spMk id="4" creationId="{7F062865-9ACA-408C-A88D-F3BF3E7F510D}"/>
          </ac:spMkLst>
        </pc:spChg>
        <pc:spChg chg="add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5" creationId="{8CACE17B-3A6B-4D80-85E1-E91461B8B206}"/>
          </ac:spMkLst>
        </pc:spChg>
      </pc:sldChg>
      <pc:sldChg chg="modSp add mod">
        <pc:chgData name="Andreas Willich" userId="f1a27a91-fb80-49c6-a061-1959e15afc91" providerId="ADAL" clId="{86CCD0DF-0B70-4123-929F-7605D9689028}" dt="2021-10-16T10:45:18.649" v="640"/>
        <pc:sldMkLst>
          <pc:docMk/>
          <pc:sldMk cId="2787721905" sldId="2076136925"/>
        </pc:sldMkLst>
        <pc:spChg chg="mod">
          <ac:chgData name="Andreas Willich" userId="f1a27a91-fb80-49c6-a061-1959e15afc91" providerId="ADAL" clId="{86CCD0DF-0B70-4123-929F-7605D9689028}" dt="2021-10-16T10:45:18.649" v="640"/>
          <ac:spMkLst>
            <pc:docMk/>
            <pc:sldMk cId="2787721905" sldId="2076136925"/>
            <ac:spMk id="4" creationId="{7F062865-9ACA-408C-A88D-F3BF3E7F510D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2:32:28.878" v="696" actId="20577"/>
        <pc:sldMkLst>
          <pc:docMk/>
          <pc:sldMk cId="510493398" sldId="2076136926"/>
        </pc:sldMkLst>
        <pc:spChg chg="del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2" creationId="{E1837115-A502-46C0-B11E-5A4940C5E685}"/>
          </ac:spMkLst>
        </pc:spChg>
        <pc:spChg chg="del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3" creationId="{6807EC8E-9758-4F4C-A258-CEB7A7A2CB70}"/>
          </ac:spMkLst>
        </pc:spChg>
        <pc:spChg chg="add mod ord">
          <ac:chgData name="Andreas Willich" userId="f1a27a91-fb80-49c6-a061-1959e15afc91" providerId="ADAL" clId="{86CCD0DF-0B70-4123-929F-7605D9689028}" dt="2021-10-16T12:32:28.878" v="696" actId="20577"/>
          <ac:spMkLst>
            <pc:docMk/>
            <pc:sldMk cId="510493398" sldId="2076136926"/>
            <ac:spMk id="4" creationId="{BB40D690-6CF1-4F35-A358-8F4E4A403330}"/>
          </ac:spMkLst>
        </pc:spChg>
        <pc:spChg chg="add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5" creationId="{F62C0B67-DF2B-4EC0-9ECF-F670A9A5DCB1}"/>
          </ac:spMkLst>
        </pc:spChg>
      </pc:sldChg>
      <pc:sldChg chg="modSp new mod">
        <pc:chgData name="Andreas Willich" userId="f1a27a91-fb80-49c6-a061-1959e15afc91" providerId="ADAL" clId="{86CCD0DF-0B70-4123-929F-7605D9689028}" dt="2021-10-16T12:41:02.197" v="699" actId="20577"/>
        <pc:sldMkLst>
          <pc:docMk/>
          <pc:sldMk cId="2612429507" sldId="2076136927"/>
        </pc:sldMkLst>
        <pc:spChg chg="mod">
          <ac:chgData name="Andreas Willich" userId="f1a27a91-fb80-49c6-a061-1959e15afc91" providerId="ADAL" clId="{86CCD0DF-0B70-4123-929F-7605D9689028}" dt="2021-10-16T12:41:02.197" v="699" actId="20577"/>
          <ac:spMkLst>
            <pc:docMk/>
            <pc:sldMk cId="2612429507" sldId="2076136927"/>
            <ac:spMk id="2" creationId="{840332FE-714E-46CA-8D80-0622FC8778C9}"/>
          </ac:spMkLst>
        </pc:spChg>
      </pc:sldChg>
      <pc:sldChg chg="addSp delSp modSp new mod setBg modClrScheme chgLayout">
        <pc:chgData name="Andreas Willich" userId="f1a27a91-fb80-49c6-a061-1959e15afc91" providerId="ADAL" clId="{86CCD0DF-0B70-4123-929F-7605D9689028}" dt="2021-10-16T12:53:41.172" v="755" actId="1076"/>
        <pc:sldMkLst>
          <pc:docMk/>
          <pc:sldMk cId="2571974868" sldId="2076136928"/>
        </pc:sldMkLst>
        <pc:spChg chg="del mod ord">
          <ac:chgData name="Andreas Willich" userId="f1a27a91-fb80-49c6-a061-1959e15afc91" providerId="ADAL" clId="{86CCD0DF-0B70-4123-929F-7605D9689028}" dt="2021-10-16T12:43:15.169" v="701" actId="700"/>
          <ac:spMkLst>
            <pc:docMk/>
            <pc:sldMk cId="2571974868" sldId="2076136928"/>
            <ac:spMk id="2" creationId="{963FC623-DEC9-4C0D-A3A7-1A926A4D6F07}"/>
          </ac:spMkLst>
        </pc:spChg>
        <pc:spChg chg="del mod ord">
          <ac:chgData name="Andreas Willich" userId="f1a27a91-fb80-49c6-a061-1959e15afc91" providerId="ADAL" clId="{86CCD0DF-0B70-4123-929F-7605D9689028}" dt="2021-10-16T12:43:15.169" v="701" actId="700"/>
          <ac:spMkLst>
            <pc:docMk/>
            <pc:sldMk cId="2571974868" sldId="2076136928"/>
            <ac:spMk id="3" creationId="{FECA40FF-ACD5-4360-973D-D84B0D1EBB5D}"/>
          </ac:spMkLst>
        </pc:spChg>
        <pc:spChg chg="add mod ord">
          <ac:chgData name="Andreas Willich" userId="f1a27a91-fb80-49c6-a061-1959e15afc91" providerId="ADAL" clId="{86CCD0DF-0B70-4123-929F-7605D9689028}" dt="2021-10-16T12:53:41.172" v="755" actId="1076"/>
          <ac:spMkLst>
            <pc:docMk/>
            <pc:sldMk cId="2571974868" sldId="2076136928"/>
            <ac:spMk id="4" creationId="{FBCA9203-463A-4F18-A9AA-B230FB06A8E1}"/>
          </ac:spMkLst>
        </pc:spChg>
        <pc:spChg chg="add del mod ord">
          <ac:chgData name="Andreas Willich" userId="f1a27a91-fb80-49c6-a061-1959e15afc91" providerId="ADAL" clId="{86CCD0DF-0B70-4123-929F-7605D9689028}" dt="2021-10-16T12:43:42.112" v="702"/>
          <ac:spMkLst>
            <pc:docMk/>
            <pc:sldMk cId="2571974868" sldId="2076136928"/>
            <ac:spMk id="5" creationId="{4402717F-EF5C-47AD-8C37-2CF9C1800A33}"/>
          </ac:spMkLst>
        </pc:spChg>
        <pc:spChg chg="add">
          <ac:chgData name="Andreas Willich" userId="f1a27a91-fb80-49c6-a061-1959e15afc91" providerId="ADAL" clId="{86CCD0DF-0B70-4123-929F-7605D9689028}" dt="2021-10-16T12:53:28.828" v="753" actId="26606"/>
          <ac:spMkLst>
            <pc:docMk/>
            <pc:sldMk cId="2571974868" sldId="2076136928"/>
            <ac:spMk id="77" creationId="{8A5BF812-2B38-4094-811B-A17AE463C3AC}"/>
          </ac:spMkLst>
        </pc:spChg>
        <pc:spChg chg="add del">
          <ac:chgData name="Andreas Willich" userId="f1a27a91-fb80-49c6-a061-1959e15afc91" providerId="ADAL" clId="{86CCD0DF-0B70-4123-929F-7605D9689028}" dt="2021-10-16T12:53:32.394" v="754" actId="478"/>
          <ac:spMkLst>
            <pc:docMk/>
            <pc:sldMk cId="2571974868" sldId="2076136928"/>
            <ac:spMk id="1034" creationId="{E2204B3C-A9F9-4BD9-BA08-892FA880117E}"/>
          </ac:spMkLst>
        </pc:spChg>
        <pc:picChg chg="add mo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26" creationId="{F3773F94-D058-4442-AC49-0A8ACA7F77D6}"/>
          </ac:picMkLst>
        </pc:picChg>
        <pc:picChg chg="add mod or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28" creationId="{F5330BBB-6F96-4172-A06E-3E44687B7C52}"/>
          </ac:picMkLst>
        </pc:picChg>
        <pc:picChg chg="add mo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30" creationId="{55114AEE-6E83-4FA1-8B87-725D7DDD84BD}"/>
          </ac:picMkLst>
        </pc:picChg>
      </pc:sldChg>
      <pc:sldChg chg="addSp delSp modSp new mod">
        <pc:chgData name="Andreas Willich" userId="f1a27a91-fb80-49c6-a061-1959e15afc91" providerId="ADAL" clId="{86CCD0DF-0B70-4123-929F-7605D9689028}" dt="2021-10-16T13:00:22.209" v="809" actId="1076"/>
        <pc:sldMkLst>
          <pc:docMk/>
          <pc:sldMk cId="2991266674" sldId="2076136929"/>
        </pc:sldMkLst>
        <pc:spChg chg="del mod">
          <ac:chgData name="Andreas Willich" userId="f1a27a91-fb80-49c6-a061-1959e15afc91" providerId="ADAL" clId="{86CCD0DF-0B70-4123-929F-7605D9689028}" dt="2021-10-16T12:59:56.055" v="805" actId="478"/>
          <ac:spMkLst>
            <pc:docMk/>
            <pc:sldMk cId="2991266674" sldId="2076136929"/>
            <ac:spMk id="2" creationId="{B7F4DFDD-EA6F-4787-9FA8-8EA52AE80215}"/>
          </ac:spMkLst>
        </pc:spChg>
        <pc:spChg chg="del mod">
          <ac:chgData name="Andreas Willich" userId="f1a27a91-fb80-49c6-a061-1959e15afc91" providerId="ADAL" clId="{86CCD0DF-0B70-4123-929F-7605D9689028}" dt="2021-10-16T12:54:12.751" v="758"/>
          <ac:spMkLst>
            <pc:docMk/>
            <pc:sldMk cId="2991266674" sldId="2076136929"/>
            <ac:spMk id="3" creationId="{33ADA279-99C6-4A80-815B-DD7A1771ECF3}"/>
          </ac:spMkLst>
        </pc:spChg>
        <pc:picChg chg="add mod">
          <ac:chgData name="Andreas Willich" userId="f1a27a91-fb80-49c6-a061-1959e15afc91" providerId="ADAL" clId="{86CCD0DF-0B70-4123-929F-7605D9689028}" dt="2021-10-16T13:00:13.171" v="807" actId="14100"/>
          <ac:picMkLst>
            <pc:docMk/>
            <pc:sldMk cId="2991266674" sldId="2076136929"/>
            <ac:picMk id="2050" creationId="{8BAD0411-6201-4F62-BFB5-708C3EA54664}"/>
          </ac:picMkLst>
        </pc:picChg>
        <pc:picChg chg="add mod">
          <ac:chgData name="Andreas Willich" userId="f1a27a91-fb80-49c6-a061-1959e15afc91" providerId="ADAL" clId="{86CCD0DF-0B70-4123-929F-7605D9689028}" dt="2021-10-16T13:00:22.209" v="809" actId="1076"/>
          <ac:picMkLst>
            <pc:docMk/>
            <pc:sldMk cId="2991266674" sldId="2076136929"/>
            <ac:picMk id="2052" creationId="{9CFE2E9F-0FEF-4CDD-B702-E982AF17B2B9}"/>
          </ac:picMkLst>
        </pc:picChg>
      </pc:sldChg>
      <pc:sldChg chg="addSp delSp modSp new mod modClrScheme chgLayout">
        <pc:chgData name="Andreas Willich" userId="f1a27a91-fb80-49c6-a061-1959e15afc91" providerId="ADAL" clId="{86CCD0DF-0B70-4123-929F-7605D9689028}" dt="2021-10-16T13:19:50.140" v="813" actId="20577"/>
        <pc:sldMkLst>
          <pc:docMk/>
          <pc:sldMk cId="126560678" sldId="2076136930"/>
        </pc:sldMkLst>
        <pc:spChg chg="del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2" creationId="{923836DD-6E72-49DC-B33B-4BD4D46AC7A9}"/>
          </ac:spMkLst>
        </pc:spChg>
        <pc:spChg chg="del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3" creationId="{FF879346-0157-460C-A8D5-9D5042F119AC}"/>
          </ac:spMkLst>
        </pc:spChg>
        <pc:spChg chg="add mod ord">
          <ac:chgData name="Andreas Willich" userId="f1a27a91-fb80-49c6-a061-1959e15afc91" providerId="ADAL" clId="{86CCD0DF-0B70-4123-929F-7605D9689028}" dt="2021-10-16T13:19:50.140" v="813" actId="20577"/>
          <ac:spMkLst>
            <pc:docMk/>
            <pc:sldMk cId="126560678" sldId="2076136930"/>
            <ac:spMk id="4" creationId="{8E645D67-C03E-4176-8F19-B3E22A05CE56}"/>
          </ac:spMkLst>
        </pc:spChg>
        <pc:spChg chg="add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5" creationId="{7D653A75-4282-49CB-9564-E648F8922F06}"/>
          </ac:spMkLst>
        </pc:spChg>
      </pc:sldChg>
      <pc:sldChg chg="modSp new mod">
        <pc:chgData name="Andreas Willich" userId="f1a27a91-fb80-49c6-a061-1959e15afc91" providerId="ADAL" clId="{86CCD0DF-0B70-4123-929F-7605D9689028}" dt="2021-10-16T13:48:30.584" v="816" actId="20577"/>
        <pc:sldMkLst>
          <pc:docMk/>
          <pc:sldMk cId="3281986235" sldId="2076136931"/>
        </pc:sldMkLst>
        <pc:spChg chg="mod">
          <ac:chgData name="Andreas Willich" userId="f1a27a91-fb80-49c6-a061-1959e15afc91" providerId="ADAL" clId="{86CCD0DF-0B70-4123-929F-7605D9689028}" dt="2021-10-16T13:48:30.584" v="816" actId="20577"/>
          <ac:spMkLst>
            <pc:docMk/>
            <pc:sldMk cId="3281986235" sldId="2076136931"/>
            <ac:spMk id="2" creationId="{B675DA42-867C-4F86-BA21-A715B60BAE1A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18:39.601" v="981" actId="20577"/>
        <pc:sldMkLst>
          <pc:docMk/>
          <pc:sldMk cId="3834492319" sldId="2076136932"/>
        </pc:sldMkLst>
        <pc:spChg chg="del mod ord">
          <ac:chgData name="Andreas Willich" userId="f1a27a91-fb80-49c6-a061-1959e15afc91" providerId="ADAL" clId="{86CCD0DF-0B70-4123-929F-7605D9689028}" dt="2021-10-16T13:48:38.578" v="818" actId="700"/>
          <ac:spMkLst>
            <pc:docMk/>
            <pc:sldMk cId="3834492319" sldId="2076136932"/>
            <ac:spMk id="2" creationId="{78354634-8563-4FA5-A492-820952D58F99}"/>
          </ac:spMkLst>
        </pc:spChg>
        <pc:spChg chg="del mod ord">
          <ac:chgData name="Andreas Willich" userId="f1a27a91-fb80-49c6-a061-1959e15afc91" providerId="ADAL" clId="{86CCD0DF-0B70-4123-929F-7605D9689028}" dt="2021-10-16T13:48:38.578" v="818" actId="700"/>
          <ac:spMkLst>
            <pc:docMk/>
            <pc:sldMk cId="3834492319" sldId="2076136932"/>
            <ac:spMk id="3" creationId="{AB0D02B3-45A3-4D28-A4E4-C530AB3316EF}"/>
          </ac:spMkLst>
        </pc:spChg>
        <pc:spChg chg="add mod ord">
          <ac:chgData name="Andreas Willich" userId="f1a27a91-fb80-49c6-a061-1959e15afc91" providerId="ADAL" clId="{86CCD0DF-0B70-4123-929F-7605D9689028}" dt="2021-10-16T14:02:58.368" v="836" actId="14100"/>
          <ac:spMkLst>
            <pc:docMk/>
            <pc:sldMk cId="3834492319" sldId="2076136932"/>
            <ac:spMk id="4" creationId="{8FCC590D-FE01-42C8-95A5-158BD52053E4}"/>
          </ac:spMkLst>
        </pc:spChg>
        <pc:spChg chg="add mod ord">
          <ac:chgData name="Andreas Willich" userId="f1a27a91-fb80-49c6-a061-1959e15afc91" providerId="ADAL" clId="{86CCD0DF-0B70-4123-929F-7605D9689028}" dt="2021-10-16T14:18:39.601" v="981" actId="20577"/>
          <ac:spMkLst>
            <pc:docMk/>
            <pc:sldMk cId="3834492319" sldId="2076136932"/>
            <ac:spMk id="5" creationId="{A96FC8E5-FFF7-458E-9EB3-76D8C708589D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23:36.231" v="986" actId="20577"/>
        <pc:sldMkLst>
          <pc:docMk/>
          <pc:sldMk cId="337147468" sldId="2076136933"/>
        </pc:sldMkLst>
        <pc:spChg chg="del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2" creationId="{6B76CFC4-E5FA-414E-89D7-6B99B74A5CC1}"/>
          </ac:spMkLst>
        </pc:spChg>
        <pc:spChg chg="del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3" creationId="{32815BE0-0822-4CB8-BC44-05867A7F2871}"/>
          </ac:spMkLst>
        </pc:spChg>
        <pc:spChg chg="add mod ord">
          <ac:chgData name="Andreas Willich" userId="f1a27a91-fb80-49c6-a061-1959e15afc91" providerId="ADAL" clId="{86CCD0DF-0B70-4123-929F-7605D9689028}" dt="2021-10-16T14:23:36.231" v="986" actId="20577"/>
          <ac:spMkLst>
            <pc:docMk/>
            <pc:sldMk cId="337147468" sldId="2076136933"/>
            <ac:spMk id="4" creationId="{B9461BE1-FF69-47E1-AFC7-E6993F73CD7F}"/>
          </ac:spMkLst>
        </pc:spChg>
        <pc:spChg chg="add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5" creationId="{65061076-FA5C-4DDD-903A-328D0EE93D92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42:16.483" v="1048" actId="20577"/>
        <pc:sldMkLst>
          <pc:docMk/>
          <pc:sldMk cId="2273767014" sldId="2076136934"/>
        </pc:sldMkLst>
        <pc:spChg chg="del mod ord">
          <ac:chgData name="Andreas Willich" userId="f1a27a91-fb80-49c6-a061-1959e15afc91" providerId="ADAL" clId="{86CCD0DF-0B70-4123-929F-7605D9689028}" dt="2021-10-16T14:25:23.109" v="988" actId="700"/>
          <ac:spMkLst>
            <pc:docMk/>
            <pc:sldMk cId="2273767014" sldId="2076136934"/>
            <ac:spMk id="2" creationId="{C5D35915-A0CF-455B-8C6A-55E02451F2DD}"/>
          </ac:spMkLst>
        </pc:spChg>
        <pc:spChg chg="del mod ord">
          <ac:chgData name="Andreas Willich" userId="f1a27a91-fb80-49c6-a061-1959e15afc91" providerId="ADAL" clId="{86CCD0DF-0B70-4123-929F-7605D9689028}" dt="2021-10-16T14:25:23.109" v="988" actId="700"/>
          <ac:spMkLst>
            <pc:docMk/>
            <pc:sldMk cId="2273767014" sldId="2076136934"/>
            <ac:spMk id="3" creationId="{3A7D6AE5-65AE-4B22-B1FA-6F2B50097633}"/>
          </ac:spMkLst>
        </pc:spChg>
        <pc:spChg chg="add mod ord">
          <ac:chgData name="Andreas Willich" userId="f1a27a91-fb80-49c6-a061-1959e15afc91" providerId="ADAL" clId="{86CCD0DF-0B70-4123-929F-7605D9689028}" dt="2021-10-16T14:25:27.261" v="1003" actId="20577"/>
          <ac:spMkLst>
            <pc:docMk/>
            <pc:sldMk cId="2273767014" sldId="2076136934"/>
            <ac:spMk id="4" creationId="{E68C1FB4-3771-4154-8C08-9A3B68CF8C8A}"/>
          </ac:spMkLst>
        </pc:spChg>
        <pc:spChg chg="add mod ord">
          <ac:chgData name="Andreas Willich" userId="f1a27a91-fb80-49c6-a061-1959e15afc91" providerId="ADAL" clId="{86CCD0DF-0B70-4123-929F-7605D9689028}" dt="2021-10-16T14:42:16.483" v="1048" actId="20577"/>
          <ac:spMkLst>
            <pc:docMk/>
            <pc:sldMk cId="2273767014" sldId="2076136934"/>
            <ac:spMk id="5" creationId="{E047F82E-AB47-4237-9104-9D441B4E5C7C}"/>
          </ac:spMkLst>
        </pc:spChg>
      </pc:sldChg>
      <pc:sldChg chg="modSp new mod">
        <pc:chgData name="Andreas Willich" userId="f1a27a91-fb80-49c6-a061-1959e15afc91" providerId="ADAL" clId="{86CCD0DF-0B70-4123-929F-7605D9689028}" dt="2021-10-16T14:44:32.802" v="1109" actId="20577"/>
        <pc:sldMkLst>
          <pc:docMk/>
          <pc:sldMk cId="2014750574" sldId="2076136935"/>
        </pc:sldMkLst>
        <pc:spChg chg="mod">
          <ac:chgData name="Andreas Willich" userId="f1a27a91-fb80-49c6-a061-1959e15afc91" providerId="ADAL" clId="{86CCD0DF-0B70-4123-929F-7605D9689028}" dt="2021-10-16T14:44:28.921" v="1101" actId="20577"/>
          <ac:spMkLst>
            <pc:docMk/>
            <pc:sldMk cId="2014750574" sldId="2076136935"/>
            <ac:spMk id="2" creationId="{EEA5EE6C-4C7B-4B99-B641-57D3100883E4}"/>
          </ac:spMkLst>
        </pc:spChg>
        <pc:spChg chg="mod">
          <ac:chgData name="Andreas Willich" userId="f1a27a91-fb80-49c6-a061-1959e15afc91" providerId="ADAL" clId="{86CCD0DF-0B70-4123-929F-7605D9689028}" dt="2021-10-16T14:44:32.802" v="1109" actId="20577"/>
          <ac:spMkLst>
            <pc:docMk/>
            <pc:sldMk cId="2014750574" sldId="2076136935"/>
            <ac:spMk id="3" creationId="{E861132D-121B-4010-AC2B-7E2E296A2159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49:09.313" v="1150" actId="20577"/>
        <pc:sldMkLst>
          <pc:docMk/>
          <pc:sldMk cId="1976900053" sldId="2076136936"/>
        </pc:sldMkLst>
        <pc:spChg chg="del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2" creationId="{85211AC0-FE51-4ED9-B7EC-86A4CEF93EFC}"/>
          </ac:spMkLst>
        </pc:spChg>
        <pc:spChg chg="del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3" creationId="{D0989841-44D6-48A3-A31F-16817ABC97A8}"/>
          </ac:spMkLst>
        </pc:spChg>
        <pc:spChg chg="add mod ord">
          <ac:chgData name="Andreas Willich" userId="f1a27a91-fb80-49c6-a061-1959e15afc91" providerId="ADAL" clId="{86CCD0DF-0B70-4123-929F-7605D9689028}" dt="2021-10-16T14:49:09.313" v="1150" actId="20577"/>
          <ac:spMkLst>
            <pc:docMk/>
            <pc:sldMk cId="1976900053" sldId="2076136936"/>
            <ac:spMk id="4" creationId="{DFDDE717-2605-4226-9508-642448387557}"/>
          </ac:spMkLst>
        </pc:spChg>
        <pc:spChg chg="add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5" creationId="{579FC88B-4508-4CAC-84B7-15F12ED948A6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51:33.297" v="1281" actId="20577"/>
        <pc:sldMkLst>
          <pc:docMk/>
          <pc:sldMk cId="695814979" sldId="2076136937"/>
        </pc:sldMkLst>
        <pc:spChg chg="del mod ord">
          <ac:chgData name="Andreas Willich" userId="f1a27a91-fb80-49c6-a061-1959e15afc91" providerId="ADAL" clId="{86CCD0DF-0B70-4123-929F-7605D9689028}" dt="2021-10-16T14:50:56.232" v="1152" actId="700"/>
          <ac:spMkLst>
            <pc:docMk/>
            <pc:sldMk cId="695814979" sldId="2076136937"/>
            <ac:spMk id="2" creationId="{C82E7843-F799-4B33-88EE-348044C719B5}"/>
          </ac:spMkLst>
        </pc:spChg>
        <pc:spChg chg="del mod ord">
          <ac:chgData name="Andreas Willich" userId="f1a27a91-fb80-49c6-a061-1959e15afc91" providerId="ADAL" clId="{86CCD0DF-0B70-4123-929F-7605D9689028}" dt="2021-10-16T14:50:56.232" v="1152" actId="700"/>
          <ac:spMkLst>
            <pc:docMk/>
            <pc:sldMk cId="695814979" sldId="2076136937"/>
            <ac:spMk id="3" creationId="{7F4F60EB-E3DF-4891-A8B0-894088DB3686}"/>
          </ac:spMkLst>
        </pc:spChg>
        <pc:spChg chg="add mod ord">
          <ac:chgData name="Andreas Willich" userId="f1a27a91-fb80-49c6-a061-1959e15afc91" providerId="ADAL" clId="{86CCD0DF-0B70-4123-929F-7605D9689028}" dt="2021-10-16T14:51:02.472" v="1171" actId="20577"/>
          <ac:spMkLst>
            <pc:docMk/>
            <pc:sldMk cId="695814979" sldId="2076136937"/>
            <ac:spMk id="4" creationId="{6D4EC4FC-046F-4A4B-9B39-0937636D0560}"/>
          </ac:spMkLst>
        </pc:spChg>
        <pc:spChg chg="add mod ord">
          <ac:chgData name="Andreas Willich" userId="f1a27a91-fb80-49c6-a061-1959e15afc91" providerId="ADAL" clId="{86CCD0DF-0B70-4123-929F-7605D9689028}" dt="2021-10-16T14:51:33.297" v="1281" actId="20577"/>
          <ac:spMkLst>
            <pc:docMk/>
            <pc:sldMk cId="695814979" sldId="2076136937"/>
            <ac:spMk id="5" creationId="{0C6FC29C-CD5C-4FE5-A350-F561E561DAE7}"/>
          </ac:spMkLst>
        </pc:spChg>
      </pc:sldChg>
      <pc:sldChg chg="modSp new mod">
        <pc:chgData name="Andreas Willich" userId="f1a27a91-fb80-49c6-a061-1959e15afc91" providerId="ADAL" clId="{86CCD0DF-0B70-4123-929F-7605D9689028}" dt="2021-10-16T15:15:25.003" v="1311" actId="5793"/>
        <pc:sldMkLst>
          <pc:docMk/>
          <pc:sldMk cId="297712013" sldId="2076136938"/>
        </pc:sldMkLst>
        <pc:spChg chg="mod">
          <ac:chgData name="Andreas Willich" userId="f1a27a91-fb80-49c6-a061-1959e15afc91" providerId="ADAL" clId="{86CCD0DF-0B70-4123-929F-7605D9689028}" dt="2021-10-16T15:15:17.315" v="1309" actId="20577"/>
          <ac:spMkLst>
            <pc:docMk/>
            <pc:sldMk cId="297712013" sldId="2076136938"/>
            <ac:spMk id="2" creationId="{0B633956-A377-46DD-9818-9B51863A5B0A}"/>
          </ac:spMkLst>
        </pc:spChg>
        <pc:spChg chg="mod">
          <ac:chgData name="Andreas Willich" userId="f1a27a91-fb80-49c6-a061-1959e15afc91" providerId="ADAL" clId="{86CCD0DF-0B70-4123-929F-7605D9689028}" dt="2021-10-16T15:15:25.003" v="1311" actId="5793"/>
          <ac:spMkLst>
            <pc:docMk/>
            <pc:sldMk cId="297712013" sldId="2076136938"/>
            <ac:spMk id="3" creationId="{E6FD028F-B550-4798-B0C0-AD46405ACD59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5:16:55.739" v="1316" actId="20577"/>
        <pc:sldMkLst>
          <pc:docMk/>
          <pc:sldMk cId="4117972109" sldId="2076136939"/>
        </pc:sldMkLst>
        <pc:spChg chg="del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2" creationId="{1F27D582-97A0-4387-B115-5B7D2BB28220}"/>
          </ac:spMkLst>
        </pc:spChg>
        <pc:spChg chg="del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3" creationId="{0B2A7895-99BF-4667-9F97-BA4E821B78D2}"/>
          </ac:spMkLst>
        </pc:spChg>
        <pc:spChg chg="add mod ord">
          <ac:chgData name="Andreas Willich" userId="f1a27a91-fb80-49c6-a061-1959e15afc91" providerId="ADAL" clId="{86CCD0DF-0B70-4123-929F-7605D9689028}" dt="2021-10-16T15:16:55.739" v="1316" actId="20577"/>
          <ac:spMkLst>
            <pc:docMk/>
            <pc:sldMk cId="4117972109" sldId="2076136939"/>
            <ac:spMk id="4" creationId="{5E54709E-89F9-4B9B-AC97-CEC0ED50EB83}"/>
          </ac:spMkLst>
        </pc:spChg>
        <pc:spChg chg="add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5" creationId="{05AE06AE-99C4-43D3-9D7D-182FCB43E661}"/>
          </ac:spMkLst>
        </pc:spChg>
      </pc:sldChg>
    </pc:docChg>
  </pc:docChgLst>
  <pc:docChgLst>
    <pc:chgData name="Andreas Willich" userId="f1a27a91-fb80-49c6-a061-1959e15afc91" providerId="ADAL" clId="{0B0AA040-D95C-4C41-A94D-381134DE31D5}"/>
    <pc:docChg chg="custSel addSld modSld">
      <pc:chgData name="Andreas Willich" userId="f1a27a91-fb80-49c6-a061-1959e15afc91" providerId="ADAL" clId="{0B0AA040-D95C-4C41-A94D-381134DE31D5}" dt="2022-06-14T16:16:44.232" v="45" actId="20577"/>
      <pc:docMkLst>
        <pc:docMk/>
      </pc:docMkLst>
      <pc:sldChg chg="modSp mod">
        <pc:chgData name="Andreas Willich" userId="f1a27a91-fb80-49c6-a061-1959e15afc91" providerId="ADAL" clId="{0B0AA040-D95C-4C41-A94D-381134DE31D5}" dt="2022-06-14T16:16:44.232" v="45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0B0AA040-D95C-4C41-A94D-381134DE31D5}" dt="2022-06-14T16:16:44.232" v="45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0B0AA040-D95C-4C41-A94D-381134DE31D5}" dt="2022-06-14T15:59:10.831" v="2" actId="1076"/>
        <pc:sldMkLst>
          <pc:docMk/>
          <pc:sldMk cId="820736664" sldId="321"/>
        </pc:sldMkLst>
        <pc:picChg chg="add mod">
          <ac:chgData name="Andreas Willich" userId="f1a27a91-fb80-49c6-a061-1959e15afc91" providerId="ADAL" clId="{0B0AA040-D95C-4C41-A94D-381134DE31D5}" dt="2022-06-14T15:59:10.831" v="2" actId="1076"/>
          <ac:picMkLst>
            <pc:docMk/>
            <pc:sldMk cId="820736664" sldId="321"/>
            <ac:picMk id="4" creationId="{E658AC79-F137-BD0D-83FA-E0B1DF44BB32}"/>
          </ac:picMkLst>
        </pc:picChg>
        <pc:picChg chg="del">
          <ac:chgData name="Andreas Willich" userId="f1a27a91-fb80-49c6-a061-1959e15afc91" providerId="ADAL" clId="{0B0AA040-D95C-4C41-A94D-381134DE31D5}" dt="2022-06-14T15:59:07.065" v="0" actId="478"/>
          <ac:picMkLst>
            <pc:docMk/>
            <pc:sldMk cId="820736664" sldId="321"/>
            <ac:picMk id="1026" creationId="{4CF6590A-B54F-5686-C7A3-555A01D13393}"/>
          </ac:picMkLst>
        </pc:picChg>
      </pc:sldChg>
      <pc:sldChg chg="addSp delSp modSp new mod setBg">
        <pc:chgData name="Andreas Willich" userId="f1a27a91-fb80-49c6-a061-1959e15afc91" providerId="ADAL" clId="{0B0AA040-D95C-4C41-A94D-381134DE31D5}" dt="2022-06-14T16:06:52.986" v="18" actId="26606"/>
        <pc:sldMkLst>
          <pc:docMk/>
          <pc:sldMk cId="1909772137" sldId="2076136924"/>
        </pc:sldMkLst>
        <pc:spChg chg="del mod">
          <ac:chgData name="Andreas Willich" userId="f1a27a91-fb80-49c6-a061-1959e15afc91" providerId="ADAL" clId="{0B0AA040-D95C-4C41-A94D-381134DE31D5}" dt="2022-06-14T16:06:22.665" v="8" actId="478"/>
          <ac:spMkLst>
            <pc:docMk/>
            <pc:sldMk cId="1909772137" sldId="2076136924"/>
            <ac:spMk id="2" creationId="{7C49A7C0-2625-BFFB-8A16-71C3332A9772}"/>
          </ac:spMkLst>
        </pc:spChg>
        <pc:spChg chg="add del mod">
          <ac:chgData name="Andreas Willich" userId="f1a27a91-fb80-49c6-a061-1959e15afc91" providerId="ADAL" clId="{0B0AA040-D95C-4C41-A94D-381134DE31D5}" dt="2022-06-14T16:06:11.126" v="7" actId="478"/>
          <ac:spMkLst>
            <pc:docMk/>
            <pc:sldMk cId="1909772137" sldId="2076136924"/>
            <ac:spMk id="4" creationId="{3DE94FDA-D871-FF46-675E-5629876154BB}"/>
          </ac:spMkLst>
        </pc:spChg>
        <pc:spChg chg="add mod">
          <ac:chgData name="Andreas Willich" userId="f1a27a91-fb80-49c6-a061-1959e15afc91" providerId="ADAL" clId="{0B0AA040-D95C-4C41-A94D-381134DE31D5}" dt="2022-06-14T16:06:52.986" v="18" actId="26606"/>
          <ac:spMkLst>
            <pc:docMk/>
            <pc:sldMk cId="1909772137" sldId="2076136924"/>
            <ac:spMk id="6" creationId="{8862A14C-C30E-134E-6317-0D3D7AE6B720}"/>
          </ac:spMkLst>
        </pc:spChg>
        <pc:spChg chg="add del">
          <ac:chgData name="Andreas Willich" userId="f1a27a91-fb80-49c6-a061-1959e15afc91" providerId="ADAL" clId="{0B0AA040-D95C-4C41-A94D-381134DE31D5}" dt="2022-06-14T16:06:52.986" v="18" actId="26606"/>
          <ac:spMkLst>
            <pc:docMk/>
            <pc:sldMk cId="1909772137" sldId="2076136924"/>
            <ac:spMk id="2063" creationId="{260615AE-7DBC-4FF7-9107-9FE957695B02}"/>
          </ac:spMkLst>
        </pc:spChg>
        <pc:spChg chg="add">
          <ac:chgData name="Andreas Willich" userId="f1a27a91-fb80-49c6-a061-1959e15afc91" providerId="ADAL" clId="{0B0AA040-D95C-4C41-A94D-381134DE31D5}" dt="2022-06-14T16:06:52.986" v="18" actId="26606"/>
          <ac:spMkLst>
            <pc:docMk/>
            <pc:sldMk cId="1909772137" sldId="2076136924"/>
            <ac:spMk id="2076" creationId="{260615AE-7DBC-4FF7-9107-9FE957695B02}"/>
          </ac:spMkLst>
        </pc:spChg>
        <pc:grpChg chg="add del">
          <ac:chgData name="Andreas Willich" userId="f1a27a91-fb80-49c6-a061-1959e15afc91" providerId="ADAL" clId="{0B0AA040-D95C-4C41-A94D-381134DE31D5}" dt="2022-06-14T16:06:52.986" v="18" actId="26606"/>
          <ac:grpSpMkLst>
            <pc:docMk/>
            <pc:sldMk cId="1909772137" sldId="2076136924"/>
            <ac:grpSpMk id="2055" creationId="{C616B3DC-C165-433D-9187-62DCC0E317D3}"/>
          </ac:grpSpMkLst>
        </pc:grpChg>
        <pc:grpChg chg="add">
          <ac:chgData name="Andreas Willich" userId="f1a27a91-fb80-49c6-a061-1959e15afc91" providerId="ADAL" clId="{0B0AA040-D95C-4C41-A94D-381134DE31D5}" dt="2022-06-14T16:06:52.986" v="18" actId="26606"/>
          <ac:grpSpMkLst>
            <pc:docMk/>
            <pc:sldMk cId="1909772137" sldId="2076136924"/>
            <ac:grpSpMk id="2068" creationId="{C616B3DC-C165-433D-9187-62DCC0E317D3}"/>
          </ac:grpSpMkLst>
        </pc:grpChg>
        <pc:picChg chg="add mod">
          <ac:chgData name="Andreas Willich" userId="f1a27a91-fb80-49c6-a061-1959e15afc91" providerId="ADAL" clId="{0B0AA040-D95C-4C41-A94D-381134DE31D5}" dt="2022-06-14T16:06:39.691" v="13" actId="27614"/>
          <ac:picMkLst>
            <pc:docMk/>
            <pc:sldMk cId="1909772137" sldId="2076136924"/>
            <ac:picMk id="2050" creationId="{879B79AA-2D1D-9950-96F4-3968ADE10C72}"/>
          </ac:picMkLst>
        </pc:picChg>
      </pc:sldChg>
    </pc:docChg>
  </pc:docChgLst>
  <pc:docChgLst>
    <pc:chgData name="Andreas Willich" userId="f1a27a91-fb80-49c6-a061-1959e15afc91" providerId="ADAL" clId="{444629CD-EC50-4DBC-8705-D80CA9B08BEE}"/>
    <pc:docChg chg="modSld">
      <pc:chgData name="Andreas Willich" userId="f1a27a91-fb80-49c6-a061-1959e15afc91" providerId="ADAL" clId="{444629CD-EC50-4DBC-8705-D80CA9B08BEE}" dt="2021-09-15T11:30:46.744" v="68" actId="1076"/>
      <pc:docMkLst>
        <pc:docMk/>
      </pc:docMkLst>
      <pc:sldChg chg="modSp mod">
        <pc:chgData name="Andreas Willich" userId="f1a27a91-fb80-49c6-a061-1959e15afc91" providerId="ADAL" clId="{444629CD-EC50-4DBC-8705-D80CA9B08BEE}" dt="2021-09-15T11:24:10.065" v="8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44629CD-EC50-4DBC-8705-D80CA9B08BEE}" dt="2021-09-15T11:24:10.065" v="8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44629CD-EC50-4DBC-8705-D80CA9B08BEE}" dt="2021-09-15T11:24:51.696" v="23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44629CD-EC50-4DBC-8705-D80CA9B08BEE}" dt="2021-09-15T11:24:51.696" v="23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44629CD-EC50-4DBC-8705-D80CA9B08BEE}" dt="2021-09-15T11:30:46.744" v="68" actId="1076"/>
        <pc:sldMkLst>
          <pc:docMk/>
          <pc:sldMk cId="820736664" sldId="321"/>
        </pc:sldMkLst>
        <pc:spChg chg="mod">
          <ac:chgData name="Andreas Willich" userId="f1a27a91-fb80-49c6-a061-1959e15afc91" providerId="ADAL" clId="{444629CD-EC50-4DBC-8705-D80CA9B08BEE}" dt="2021-09-15T11:30:28.393" v="65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444629CD-EC50-4DBC-8705-D80CA9B08BEE}" dt="2021-09-15T11:30:46.744" v="68" actId="1076"/>
          <ac:picMkLst>
            <pc:docMk/>
            <pc:sldMk cId="820736664" sldId="321"/>
            <ac:picMk id="4" creationId="{B73F0D6A-1B68-437F-9088-A7D8AB55A88E}"/>
          </ac:picMkLst>
        </pc:picChg>
        <pc:picChg chg="del">
          <ac:chgData name="Andreas Willich" userId="f1a27a91-fb80-49c6-a061-1959e15afc91" providerId="ADAL" clId="{444629CD-EC50-4DBC-8705-D80CA9B08BEE}" dt="2021-09-15T11:30:41.816" v="66" actId="478"/>
          <ac:picMkLst>
            <pc:docMk/>
            <pc:sldMk cId="820736664" sldId="321"/>
            <ac:picMk id="1026" creationId="{37AA8A78-8EE7-413E-BAFD-B2BB0CF4E315}"/>
          </ac:picMkLst>
        </pc:picChg>
      </pc:sldChg>
      <pc:sldChg chg="modSp">
        <pc:chgData name="Andreas Willich" userId="f1a27a91-fb80-49c6-a061-1959e15afc91" providerId="ADAL" clId="{444629CD-EC50-4DBC-8705-D80CA9B08BEE}" dt="2021-09-15T11:25:45.188" v="64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444629CD-EC50-4DBC-8705-D80CA9B08BEE}" dt="2021-09-15T11:25:45.188" v="6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444629CD-EC50-4DBC-8705-D80CA9B08BEE}" dt="2021-09-15T11:25:20.090" v="29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444629CD-EC50-4DBC-8705-D80CA9B08BEE}" dt="2021-09-15T11:25:20.090" v="29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" userId="f1a27a91-fb80-49c6-a061-1959e15afc91" providerId="ADAL" clId="{F1A70421-4B40-468B-B7E5-BF98112E87AB}"/>
    <pc:docChg chg="addSld modSld">
      <pc:chgData name="Andreas" userId="f1a27a91-fb80-49c6-a061-1959e15afc91" providerId="ADAL" clId="{F1A70421-4B40-468B-B7E5-BF98112E87AB}" dt="2020-04-14T09:07:57.897" v="118" actId="20577"/>
      <pc:docMkLst>
        <pc:docMk/>
      </pc:docMkLst>
      <pc:sldChg chg="add">
        <pc:chgData name="Andreas" userId="f1a27a91-fb80-49c6-a061-1959e15afc91" providerId="ADAL" clId="{F1A70421-4B40-468B-B7E5-BF98112E87AB}" dt="2020-04-14T09:07:07.841" v="0"/>
        <pc:sldMkLst>
          <pc:docMk/>
          <pc:sldMk cId="1227752644" sldId="2076136233"/>
        </pc:sldMkLst>
      </pc:sldChg>
      <pc:sldChg chg="add">
        <pc:chgData name="Andreas" userId="f1a27a91-fb80-49c6-a061-1959e15afc91" providerId="ADAL" clId="{F1A70421-4B40-468B-B7E5-BF98112E87AB}" dt="2020-04-14T09:07:07.841" v="0"/>
        <pc:sldMkLst>
          <pc:docMk/>
          <pc:sldMk cId="1347562593" sldId="2076136254"/>
        </pc:sldMkLst>
      </pc:sldChg>
      <pc:sldChg chg="add modNotesTx">
        <pc:chgData name="Andreas" userId="f1a27a91-fb80-49c6-a061-1959e15afc91" providerId="ADAL" clId="{F1A70421-4B40-468B-B7E5-BF98112E87AB}" dt="2020-04-14T09:07:57.897" v="118" actId="20577"/>
        <pc:sldMkLst>
          <pc:docMk/>
          <pc:sldMk cId="1152218513" sldId="2076136295"/>
        </pc:sldMkLst>
      </pc:sldChg>
    </pc:docChg>
  </pc:docChgLst>
  <pc:docChgLst>
    <pc:chgData name="Andreas Willich" userId="f1a27a91-fb80-49c6-a061-1959e15afc91" providerId="ADAL" clId="{1BAE8A93-1C8E-40CF-9B26-351D7612AD2B}"/>
    <pc:docChg chg="custSel addSld delSld modSld sldOrd">
      <pc:chgData name="Andreas Willich" userId="f1a27a91-fb80-49c6-a061-1959e15afc91" providerId="ADAL" clId="{1BAE8A93-1C8E-40CF-9B26-351D7612AD2B}" dt="2022-04-02T12:19:10.543" v="110" actId="47"/>
      <pc:docMkLst>
        <pc:docMk/>
      </pc:docMkLst>
      <pc:sldChg chg="modSp mod">
        <pc:chgData name="Andreas Willich" userId="f1a27a91-fb80-49c6-a061-1959e15afc91" providerId="ADAL" clId="{1BAE8A93-1C8E-40CF-9B26-351D7612AD2B}" dt="2022-04-02T12:04:57.385" v="10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1BAE8A93-1C8E-40CF-9B26-351D7612AD2B}" dt="2022-04-02T12:04:57.385" v="10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1BAE8A93-1C8E-40CF-9B26-351D7612AD2B}" dt="2022-04-02T12:06:04.656" v="2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1BAE8A93-1C8E-40CF-9B26-351D7612AD2B}" dt="2022-04-02T12:06:04.656" v="2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1BAE8A93-1C8E-40CF-9B26-351D7612AD2B}" dt="2022-04-02T12:18:48.037" v="109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1BAE8A93-1C8E-40CF-9B26-351D7612AD2B}" dt="2022-04-02T12:18:48.037" v="109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1BAE8A93-1C8E-40CF-9B26-351D7612AD2B}" dt="2022-04-02T12:18:44.132" v="107" actId="1076"/>
          <ac:picMkLst>
            <pc:docMk/>
            <pc:sldMk cId="820736664" sldId="321"/>
            <ac:picMk id="4" creationId="{DA2FF9F8-B279-4886-A47D-D42030E8C2AB}"/>
          </ac:picMkLst>
        </pc:picChg>
        <pc:picChg chg="del">
          <ac:chgData name="Andreas Willich" userId="f1a27a91-fb80-49c6-a061-1959e15afc91" providerId="ADAL" clId="{1BAE8A93-1C8E-40CF-9B26-351D7612AD2B}" dt="2022-04-02T12:18:39.245" v="104" actId="478"/>
          <ac:picMkLst>
            <pc:docMk/>
            <pc:sldMk cId="820736664" sldId="321"/>
            <ac:picMk id="1026" creationId="{8FAA5B48-9E1B-4078-819A-FB196EFF8070}"/>
          </ac:picMkLst>
        </pc:picChg>
      </pc:sldChg>
      <pc:sldChg chg="modSp">
        <pc:chgData name="Andreas Willich" userId="f1a27a91-fb80-49c6-a061-1959e15afc91" providerId="ADAL" clId="{1BAE8A93-1C8E-40CF-9B26-351D7612AD2B}" dt="2022-04-02T12:09:04.811" v="10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1BAE8A93-1C8E-40CF-9B26-351D7612AD2B}" dt="2022-04-02T12:09:04.811" v="10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1BAE8A93-1C8E-40CF-9B26-351D7612AD2B}" dt="2022-04-02T12:08:14.231" v="56" actId="729"/>
        <pc:sldMkLst>
          <pc:docMk/>
          <pc:sldMk cId="395760585" sldId="341"/>
        </pc:sldMkLst>
      </pc:sldChg>
      <pc:sldChg chg="addSp delSp modSp mod">
        <pc:chgData name="Andreas Willich" userId="f1a27a91-fb80-49c6-a061-1959e15afc91" providerId="ADAL" clId="{1BAE8A93-1C8E-40CF-9B26-351D7612AD2B}" dt="2022-04-02T12:07:22.660" v="45" actId="1076"/>
        <pc:sldMkLst>
          <pc:docMk/>
          <pc:sldMk cId="3757817415" sldId="356"/>
        </pc:sldMkLst>
        <pc:picChg chg="add mod">
          <ac:chgData name="Andreas Willich" userId="f1a27a91-fb80-49c6-a061-1959e15afc91" providerId="ADAL" clId="{1BAE8A93-1C8E-40CF-9B26-351D7612AD2B}" dt="2022-04-02T12:07:12.527" v="42" actId="1076"/>
          <ac:picMkLst>
            <pc:docMk/>
            <pc:sldMk cId="3757817415" sldId="356"/>
            <ac:picMk id="5" creationId="{EBBD2B53-84E3-41CE-855E-DF6F78B90829}"/>
          </ac:picMkLst>
        </pc:picChg>
        <pc:picChg chg="mod">
          <ac:chgData name="Andreas Willich" userId="f1a27a91-fb80-49c6-a061-1959e15afc91" providerId="ADAL" clId="{1BAE8A93-1C8E-40CF-9B26-351D7612AD2B}" dt="2022-04-02T12:07:22.660" v="45" actId="1076"/>
          <ac:picMkLst>
            <pc:docMk/>
            <pc:sldMk cId="3757817415" sldId="356"/>
            <ac:picMk id="6" creationId="{BDAB3D8A-A002-46A9-B003-B2FD48C9C92F}"/>
          </ac:picMkLst>
        </pc:picChg>
        <pc:picChg chg="del">
          <ac:chgData name="Andreas Willich" userId="f1a27a91-fb80-49c6-a061-1959e15afc91" providerId="ADAL" clId="{1BAE8A93-1C8E-40CF-9B26-351D7612AD2B}" dt="2022-04-02T12:06:59.104" v="35" actId="478"/>
          <ac:picMkLst>
            <pc:docMk/>
            <pc:sldMk cId="3757817415" sldId="356"/>
            <ac:picMk id="7" creationId="{537F4741-5D55-4510-8571-8123A30691EE}"/>
          </ac:picMkLst>
        </pc:picChg>
        <pc:picChg chg="del">
          <ac:chgData name="Andreas Willich" userId="f1a27a91-fb80-49c6-a061-1959e15afc91" providerId="ADAL" clId="{1BAE8A93-1C8E-40CF-9B26-351D7612AD2B}" dt="2022-04-02T12:06:20.320" v="34" actId="478"/>
          <ac:picMkLst>
            <pc:docMk/>
            <pc:sldMk cId="3757817415" sldId="356"/>
            <ac:picMk id="8" creationId="{5AA3188D-796E-474A-9934-389E96FA04EB}"/>
          </ac:picMkLst>
        </pc:picChg>
      </pc:sldChg>
      <pc:sldChg chg="del">
        <pc:chgData name="Andreas Willich" userId="f1a27a91-fb80-49c6-a061-1959e15afc91" providerId="ADAL" clId="{1BAE8A93-1C8E-40CF-9B26-351D7612AD2B}" dt="2022-04-02T12:07:33.119" v="46" actId="47"/>
        <pc:sldMkLst>
          <pc:docMk/>
          <pc:sldMk cId="2587979808" sldId="2076136917"/>
        </pc:sldMkLst>
      </pc:sldChg>
      <pc:sldChg chg="modSp mod">
        <pc:chgData name="Andreas Willich" userId="f1a27a91-fb80-49c6-a061-1959e15afc91" providerId="ADAL" clId="{1BAE8A93-1C8E-40CF-9B26-351D7612AD2B}" dt="2022-04-02T12:06:10.040" v="33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1BAE8A93-1C8E-40CF-9B26-351D7612AD2B}" dt="2022-04-02T12:06:10.040" v="33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mod">
        <pc:chgData name="Andreas Willich" userId="f1a27a91-fb80-49c6-a061-1959e15afc91" providerId="ADAL" clId="{1BAE8A93-1C8E-40CF-9B26-351D7612AD2B}" dt="2022-04-02T12:05:15.929" v="13" actId="6549"/>
        <pc:sldMkLst>
          <pc:docMk/>
          <pc:sldMk cId="1342454545" sldId="2076136921"/>
        </pc:sldMkLst>
        <pc:spChg chg="mod">
          <ac:chgData name="Andreas Willich" userId="f1a27a91-fb80-49c6-a061-1959e15afc91" providerId="ADAL" clId="{1BAE8A93-1C8E-40CF-9B26-351D7612AD2B}" dt="2022-04-02T12:05:15.929" v="13" actId="6549"/>
          <ac:spMkLst>
            <pc:docMk/>
            <pc:sldMk cId="1342454545" sldId="2076136921"/>
            <ac:spMk id="3" creationId="{E53344D8-8688-474B-8A70-1ABAE72E4E7B}"/>
          </ac:spMkLst>
        </pc:spChg>
      </pc:sldChg>
      <pc:sldChg chg="del">
        <pc:chgData name="Andreas Willich" userId="f1a27a91-fb80-49c6-a061-1959e15afc91" providerId="ADAL" clId="{1BAE8A93-1C8E-40CF-9B26-351D7612AD2B}" dt="2022-04-02T12:19:10.543" v="110" actId="47"/>
        <pc:sldMkLst>
          <pc:docMk/>
          <pc:sldMk cId="796943666" sldId="2076136922"/>
        </pc:sldMkLst>
      </pc:sldChg>
      <pc:sldChg chg="delSp add del setBg delDesignElem">
        <pc:chgData name="Andreas Willich" userId="f1a27a91-fb80-49c6-a061-1959e15afc91" providerId="ADAL" clId="{1BAE8A93-1C8E-40CF-9B26-351D7612AD2B}" dt="2022-04-02T12:07:48.490" v="51" actId="47"/>
        <pc:sldMkLst>
          <pc:docMk/>
          <pc:sldMk cId="853281940" sldId="2076136923"/>
        </pc:sldMkLst>
        <pc:spChg chg="del">
          <ac:chgData name="Andreas Willich" userId="f1a27a91-fb80-49c6-a061-1959e15afc91" providerId="ADAL" clId="{1BAE8A93-1C8E-40CF-9B26-351D7612AD2B}" dt="2022-04-02T12:07:35.896" v="48"/>
          <ac:spMkLst>
            <pc:docMk/>
            <pc:sldMk cId="853281940" sldId="2076136923"/>
            <ac:spMk id="20" creationId="{5CD072FB-CD64-4E20-B8AA-375F843567EF}"/>
          </ac:spMkLst>
        </pc:spChg>
        <pc:grpChg chg="del">
          <ac:chgData name="Andreas Willich" userId="f1a27a91-fb80-49c6-a061-1959e15afc91" providerId="ADAL" clId="{1BAE8A93-1C8E-40CF-9B26-351D7612AD2B}" dt="2022-04-02T12:07:35.896" v="48"/>
          <ac:grpSpMkLst>
            <pc:docMk/>
            <pc:sldMk cId="853281940" sldId="2076136923"/>
            <ac:grpSpMk id="12" creationId="{DE831112-FBC4-43D2-9D35-A250B9B5DFE6}"/>
          </ac:grpSpMkLst>
        </pc:grpChg>
      </pc:sldChg>
      <pc:sldChg chg="add ord">
        <pc:chgData name="Andreas Willich" userId="f1a27a91-fb80-49c6-a061-1959e15afc91" providerId="ADAL" clId="{1BAE8A93-1C8E-40CF-9B26-351D7612AD2B}" dt="2022-04-02T12:08:03.175" v="55"/>
        <pc:sldMkLst>
          <pc:docMk/>
          <pc:sldMk cId="2708570241" sldId="2076136923"/>
        </pc:sldMkLst>
      </pc:sldChg>
      <pc:sldChg chg="delSp add del setBg delDesignElem">
        <pc:chgData name="Andreas Willich" userId="f1a27a91-fb80-49c6-a061-1959e15afc91" providerId="ADAL" clId="{1BAE8A93-1C8E-40CF-9B26-351D7612AD2B}" dt="2022-04-02T12:07:51.568" v="52" actId="47"/>
        <pc:sldMkLst>
          <pc:docMk/>
          <pc:sldMk cId="506272310" sldId="2076136924"/>
        </pc:sldMkLst>
        <pc:spChg chg="del">
          <ac:chgData name="Andreas Willich" userId="f1a27a91-fb80-49c6-a061-1959e15afc91" providerId="ADAL" clId="{1BAE8A93-1C8E-40CF-9B26-351D7612AD2B}" dt="2022-04-02T12:07:45.662" v="50"/>
          <ac:spMkLst>
            <pc:docMk/>
            <pc:sldMk cId="506272310" sldId="2076136924"/>
            <ac:spMk id="20" creationId="{5CD072FB-CD64-4E20-B8AA-375F843567EF}"/>
          </ac:spMkLst>
        </pc:spChg>
        <pc:grpChg chg="del">
          <ac:chgData name="Andreas Willich" userId="f1a27a91-fb80-49c6-a061-1959e15afc91" providerId="ADAL" clId="{1BAE8A93-1C8E-40CF-9B26-351D7612AD2B}" dt="2022-04-02T12:07:45.662" v="50"/>
          <ac:grpSpMkLst>
            <pc:docMk/>
            <pc:sldMk cId="506272310" sldId="2076136924"/>
            <ac:grpSpMk id="12" creationId="{DE831112-FBC4-43D2-9D35-A250B9B5DFE6}"/>
          </ac:grpSpMkLst>
        </pc:grpChg>
      </pc:sldChg>
      <pc:sldChg chg="del">
        <pc:chgData name="Andreas Willich" userId="f1a27a91-fb80-49c6-a061-1959e15afc91" providerId="ADAL" clId="{1BAE8A93-1C8E-40CF-9B26-351D7612AD2B}" dt="2022-04-02T12:05:10.475" v="11" actId="47"/>
        <pc:sldMkLst>
          <pc:docMk/>
          <pc:sldMk cId="3606453312" sldId="2076138300"/>
        </pc:sldMkLst>
      </pc:sldChg>
      <pc:sldMasterChg chg="delSldLayout">
        <pc:chgData name="Andreas Willich" userId="f1a27a91-fb80-49c6-a061-1959e15afc91" providerId="ADAL" clId="{1BAE8A93-1C8E-40CF-9B26-351D7612AD2B}" dt="2022-04-02T12:05:10.475" v="11" actId="47"/>
        <pc:sldMasterMkLst>
          <pc:docMk/>
          <pc:sldMasterMk cId="1290038045" sldId="2147483660"/>
        </pc:sldMasterMkLst>
        <pc:sldLayoutChg chg="del">
          <pc:chgData name="Andreas Willich" userId="f1a27a91-fb80-49c6-a061-1959e15afc91" providerId="ADAL" clId="{1BAE8A93-1C8E-40CF-9B26-351D7612AD2B}" dt="2022-04-02T12:05:10.475" v="11" actId="47"/>
          <pc:sldLayoutMkLst>
            <pc:docMk/>
            <pc:sldMasterMk cId="1290038045" sldId="2147483660"/>
            <pc:sldLayoutMk cId="2894869654" sldId="2147483693"/>
          </pc:sldLayoutMkLst>
        </pc:sldLayoutChg>
      </pc:sldMasterChg>
    </pc:docChg>
  </pc:docChgLst>
  <pc:docChgLst>
    <pc:chgData name="Andreas" userId="f1a27a91-fb80-49c6-a061-1959e15afc91" providerId="ADAL" clId="{0433D90D-8549-4FF9-B480-2F2FA0D00D13}"/>
    <pc:docChg chg="undo redo custSel modSld">
      <pc:chgData name="Andreas" userId="f1a27a91-fb80-49c6-a061-1959e15afc91" providerId="ADAL" clId="{0433D90D-8549-4FF9-B480-2F2FA0D00D13}" dt="2021-07-27T11:39:59.203" v="77" actId="1076"/>
      <pc:docMkLst>
        <pc:docMk/>
      </pc:docMkLst>
      <pc:sldChg chg="modSp mod">
        <pc:chgData name="Andreas" userId="f1a27a91-fb80-49c6-a061-1959e15afc91" providerId="ADAL" clId="{0433D90D-8549-4FF9-B480-2F2FA0D00D13}" dt="2021-07-27T11:34:11.123" v="3" actId="20577"/>
        <pc:sldMkLst>
          <pc:docMk/>
          <pc:sldMk cId="3908362423" sldId="314"/>
        </pc:sldMkLst>
        <pc:spChg chg="mod">
          <ac:chgData name="Andreas" userId="f1a27a91-fb80-49c6-a061-1959e15afc91" providerId="ADAL" clId="{0433D90D-8549-4FF9-B480-2F2FA0D00D13}" dt="2021-07-27T11:34:11.123" v="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0433D90D-8549-4FF9-B480-2F2FA0D00D13}" dt="2021-07-27T11:35:32.353" v="13"/>
        <pc:sldMkLst>
          <pc:docMk/>
          <pc:sldMk cId="1406265366" sldId="319"/>
        </pc:sldMkLst>
        <pc:spChg chg="mod">
          <ac:chgData name="Andreas" userId="f1a27a91-fb80-49c6-a061-1959e15afc91" providerId="ADAL" clId="{0433D90D-8549-4FF9-B480-2F2FA0D00D13}" dt="2021-07-27T11:35:32.353" v="13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" userId="f1a27a91-fb80-49c6-a061-1959e15afc91" providerId="ADAL" clId="{0433D90D-8549-4FF9-B480-2F2FA0D00D13}" dt="2021-07-27T11:39:59.203" v="77" actId="1076"/>
        <pc:sldMkLst>
          <pc:docMk/>
          <pc:sldMk cId="820736664" sldId="321"/>
        </pc:sldMkLst>
        <pc:spChg chg="mod">
          <ac:chgData name="Andreas" userId="f1a27a91-fb80-49c6-a061-1959e15afc91" providerId="ADAL" clId="{0433D90D-8549-4FF9-B480-2F2FA0D00D13}" dt="2021-07-27T11:39:41.626" v="74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" userId="f1a27a91-fb80-49c6-a061-1959e15afc91" providerId="ADAL" clId="{0433D90D-8549-4FF9-B480-2F2FA0D00D13}" dt="2021-07-27T11:39:52.808" v="75" actId="478"/>
          <ac:picMkLst>
            <pc:docMk/>
            <pc:sldMk cId="820736664" sldId="321"/>
            <ac:picMk id="4" creationId="{440336A7-C981-4F72-990A-A23068EEA2C1}"/>
          </ac:picMkLst>
        </pc:picChg>
        <pc:picChg chg="add mod">
          <ac:chgData name="Andreas" userId="f1a27a91-fb80-49c6-a061-1959e15afc91" providerId="ADAL" clId="{0433D90D-8549-4FF9-B480-2F2FA0D00D13}" dt="2021-07-27T11:39:59.203" v="77" actId="1076"/>
          <ac:picMkLst>
            <pc:docMk/>
            <pc:sldMk cId="820736664" sldId="321"/>
            <ac:picMk id="1026" creationId="{37AA8A78-8EE7-413E-BAFD-B2BB0CF4E315}"/>
          </ac:picMkLst>
        </pc:picChg>
      </pc:sldChg>
      <pc:sldChg chg="modSp">
        <pc:chgData name="Andreas" userId="f1a27a91-fb80-49c6-a061-1959e15afc91" providerId="ADAL" clId="{0433D90D-8549-4FF9-B480-2F2FA0D00D13}" dt="2021-07-27T11:36:11.663" v="73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0433D90D-8549-4FF9-B480-2F2FA0D00D13}" dt="2021-07-27T11:36:11.663" v="7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" userId="f1a27a91-fb80-49c6-a061-1959e15afc91" providerId="ADAL" clId="{0433D90D-8549-4FF9-B480-2F2FA0D00D13}" dt="2021-07-27T11:35:45.160" v="20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0433D90D-8549-4FF9-B480-2F2FA0D00D13}" dt="2021-07-27T11:35:45.160" v="20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" userId="f1a27a91-fb80-49c6-a061-1959e15afc91" providerId="ADAL" clId="{0433D90D-8549-4FF9-B480-2F2FA0D00D13}" dt="2021-07-27T11:35:38.780" v="19" actId="20577"/>
        <pc:sldMkLst>
          <pc:docMk/>
          <pc:sldMk cId="3355931194" sldId="2076136918"/>
        </pc:sldMkLst>
        <pc:spChg chg="mod">
          <ac:chgData name="Andreas" userId="f1a27a91-fb80-49c6-a061-1959e15afc91" providerId="ADAL" clId="{0433D90D-8549-4FF9-B480-2F2FA0D00D13}" dt="2021-07-27T11:35:38.780" v="19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4FA19878-4CB5-4593-A3F1-CF16C93CD3A3}"/>
    <pc:docChg chg="undo custSel modSld">
      <pc:chgData name="Andreas Willich" userId="f1a27a91-fb80-49c6-a061-1959e15afc91" providerId="ADAL" clId="{4FA19878-4CB5-4593-A3F1-CF16C93CD3A3}" dt="2021-02-21T17:33:09.001" v="156" actId="20577"/>
      <pc:docMkLst>
        <pc:docMk/>
      </pc:docMkLst>
      <pc:sldChg chg="modSp mod">
        <pc:chgData name="Andreas Willich" userId="f1a27a91-fb80-49c6-a061-1959e15afc91" providerId="ADAL" clId="{4FA19878-4CB5-4593-A3F1-CF16C93CD3A3}" dt="2021-02-21T17:25:31.668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FA19878-4CB5-4593-A3F1-CF16C93CD3A3}" dt="2021-02-21T17:25:31.668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FA19878-4CB5-4593-A3F1-CF16C93CD3A3}" dt="2021-02-21T17:26:27.435" v="81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FA19878-4CB5-4593-A3F1-CF16C93CD3A3}" dt="2021-02-21T17:26:27.435" v="81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FA19878-4CB5-4593-A3F1-CF16C93CD3A3}" dt="2021-02-21T17:33:09.001" v="156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4FA19878-4CB5-4593-A3F1-CF16C93CD3A3}" dt="2021-02-21T17:33:09.001" v="156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4FA19878-4CB5-4593-A3F1-CF16C93CD3A3}" dt="2021-02-21T17:32:53.916" v="150" actId="478"/>
          <ac:picMkLst>
            <pc:docMk/>
            <pc:sldMk cId="820736664" sldId="321"/>
            <ac:picMk id="4" creationId="{FB03BE69-D9AE-47EE-A2A1-BCE8D76F3BDF}"/>
          </ac:picMkLst>
        </pc:picChg>
        <pc:picChg chg="add mod">
          <ac:chgData name="Andreas Willich" userId="f1a27a91-fb80-49c6-a061-1959e15afc91" providerId="ADAL" clId="{4FA19878-4CB5-4593-A3F1-CF16C93CD3A3}" dt="2021-02-21T17:33:03.574" v="152" actId="1076"/>
          <ac:picMkLst>
            <pc:docMk/>
            <pc:sldMk cId="820736664" sldId="321"/>
            <ac:picMk id="1026" creationId="{B6EEBEAC-DCB9-4A6E-A7F3-E5044D8EB255}"/>
          </ac:picMkLst>
        </pc:picChg>
      </pc:sldChg>
      <pc:sldChg chg="modSp">
        <pc:chgData name="Andreas Willich" userId="f1a27a91-fb80-49c6-a061-1959e15afc91" providerId="ADAL" clId="{4FA19878-4CB5-4593-A3F1-CF16C93CD3A3}" dt="2021-02-21T17:29:34.898" v="149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4FA19878-4CB5-4593-A3F1-CF16C93CD3A3}" dt="2021-02-21T17:29:34.898" v="149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4FA19878-4CB5-4593-A3F1-CF16C93CD3A3}" dt="2021-02-21T17:25:42.385" v="8" actId="20577"/>
        <pc:sldMkLst>
          <pc:docMk/>
          <pc:sldMk cId="3611784228" sldId="2076136300"/>
        </pc:sldMkLst>
        <pc:spChg chg="mod">
          <ac:chgData name="Andreas Willich" userId="f1a27a91-fb80-49c6-a061-1959e15afc91" providerId="ADAL" clId="{4FA19878-4CB5-4593-A3F1-CF16C93CD3A3}" dt="2021-02-21T17:25:42.385" v="8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 Willich" userId="f1a27a91-fb80-49c6-a061-1959e15afc91" providerId="ADAL" clId="{4FA19878-4CB5-4593-A3F1-CF16C93CD3A3}" dt="2021-02-21T17:26:40.675" v="94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4FA19878-4CB5-4593-A3F1-CF16C93CD3A3}" dt="2021-02-21T17:26:40.675" v="94" actId="20577"/>
          <ac:spMkLst>
            <pc:docMk/>
            <pc:sldMk cId="602454855" sldId="2076136301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249F2E04-30CD-45BB-89F6-D1C995F55497}"/>
    <pc:docChg chg="undo custSel addSld modSld">
      <pc:chgData name="Andreas Willich" userId="f1a27a91-fb80-49c6-a061-1959e15afc91" providerId="ADAL" clId="{249F2E04-30CD-45BB-89F6-D1C995F55497}" dt="2021-12-07T18:01:47.062" v="308" actId="729"/>
      <pc:docMkLst>
        <pc:docMk/>
      </pc:docMkLst>
      <pc:sldChg chg="mod modShow">
        <pc:chgData name="Andreas Willich" userId="f1a27a91-fb80-49c6-a061-1959e15afc91" providerId="ADAL" clId="{249F2E04-30CD-45BB-89F6-D1C995F55497}" dt="2021-12-06T13:14:20.816" v="31" actId="729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249F2E04-30CD-45BB-89F6-D1C995F55497}" dt="2021-12-06T13:08:13.146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249F2E04-30CD-45BB-89F6-D1C995F55497}" dt="2021-12-06T13:08:13.146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249F2E04-30CD-45BB-89F6-D1C995F55497}" dt="2021-12-06T13:08:36.982" v="17" actId="27636"/>
        <pc:sldMkLst>
          <pc:docMk/>
          <pc:sldMk cId="1406265366" sldId="319"/>
        </pc:sldMkLst>
        <pc:spChg chg="mod">
          <ac:chgData name="Andreas Willich" userId="f1a27a91-fb80-49c6-a061-1959e15afc91" providerId="ADAL" clId="{249F2E04-30CD-45BB-89F6-D1C995F55497}" dt="2021-12-06T13:08:36.982" v="17" actId="2763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249F2E04-30CD-45BB-89F6-D1C995F55497}" dt="2021-12-06T13:12:05.537" v="30" actId="1076"/>
        <pc:sldMkLst>
          <pc:docMk/>
          <pc:sldMk cId="820736664" sldId="321"/>
        </pc:sldMkLst>
        <pc:spChg chg="mod">
          <ac:chgData name="Andreas Willich" userId="f1a27a91-fb80-49c6-a061-1959e15afc91" providerId="ADAL" clId="{249F2E04-30CD-45BB-89F6-D1C995F55497}" dt="2021-12-06T13:11:52.241" v="27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249F2E04-30CD-45BB-89F6-D1C995F55497}" dt="2021-12-06T13:12:01.185" v="28" actId="478"/>
          <ac:picMkLst>
            <pc:docMk/>
            <pc:sldMk cId="820736664" sldId="321"/>
            <ac:picMk id="4" creationId="{F452DA56-C49D-4913-8CF1-FA9E79A5104E}"/>
          </ac:picMkLst>
        </pc:picChg>
        <pc:picChg chg="add mod">
          <ac:chgData name="Andreas Willich" userId="f1a27a91-fb80-49c6-a061-1959e15afc91" providerId="ADAL" clId="{249F2E04-30CD-45BB-89F6-D1C995F55497}" dt="2021-12-06T13:12:05.537" v="30" actId="1076"/>
          <ac:picMkLst>
            <pc:docMk/>
            <pc:sldMk cId="820736664" sldId="321"/>
            <ac:picMk id="1026" creationId="{B0667472-8DBC-4F42-9B5F-8ECF8BA3FD0E}"/>
          </ac:picMkLst>
        </pc:picChg>
      </pc:sldChg>
      <pc:sldChg chg="modSp">
        <pc:chgData name="Andreas Willich" userId="f1a27a91-fb80-49c6-a061-1959e15afc91" providerId="ADAL" clId="{249F2E04-30CD-45BB-89F6-D1C995F55497}" dt="2021-12-06T13:09:26.982" v="2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249F2E04-30CD-45BB-89F6-D1C995F55497}" dt="2021-12-06T13:09:26.982" v="2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249F2E04-30CD-45BB-89F6-D1C995F55497}" dt="2021-12-07T18:01:43.924" v="307" actId="729"/>
        <pc:sldMkLst>
          <pc:docMk/>
          <pc:sldMk cId="60102468" sldId="340"/>
        </pc:sldMkLst>
      </pc:sldChg>
      <pc:sldChg chg="mod modShow">
        <pc:chgData name="Andreas Willich" userId="f1a27a91-fb80-49c6-a061-1959e15afc91" providerId="ADAL" clId="{249F2E04-30CD-45BB-89F6-D1C995F55497}" dt="2021-12-07T18:01:47.062" v="308" actId="729"/>
        <pc:sldMkLst>
          <pc:docMk/>
          <pc:sldMk cId="3163372477" sldId="342"/>
        </pc:sldMkLst>
      </pc:sldChg>
      <pc:sldChg chg="mod modShow">
        <pc:chgData name="Andreas Willich" userId="f1a27a91-fb80-49c6-a061-1959e15afc91" providerId="ADAL" clId="{249F2E04-30CD-45BB-89F6-D1C995F55497}" dt="2021-12-06T13:14:23.502" v="32" actId="729"/>
        <pc:sldMkLst>
          <pc:docMk/>
          <pc:sldMk cId="933372865" sldId="2076136916"/>
        </pc:sldMkLst>
      </pc:sldChg>
      <pc:sldChg chg="modSp mod">
        <pc:chgData name="Andreas Willich" userId="f1a27a91-fb80-49c6-a061-1959e15afc91" providerId="ADAL" clId="{249F2E04-30CD-45BB-89F6-D1C995F55497}" dt="2021-12-06T13:09:17.771" v="22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249F2E04-30CD-45BB-89F6-D1C995F55497}" dt="2021-12-06T13:09:17.771" v="22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addSp modSp new mod modClrScheme chgLayout">
        <pc:chgData name="Andreas Willich" userId="f1a27a91-fb80-49c6-a061-1959e15afc91" providerId="ADAL" clId="{249F2E04-30CD-45BB-89F6-D1C995F55497}" dt="2021-12-06T13:24:24.572" v="306" actId="313"/>
        <pc:sldMkLst>
          <pc:docMk/>
          <pc:sldMk cId="1342454545" sldId="2076136921"/>
        </pc:sldMkLst>
        <pc:spChg chg="mod ord">
          <ac:chgData name="Andreas Willich" userId="f1a27a91-fb80-49c6-a061-1959e15afc91" providerId="ADAL" clId="{249F2E04-30CD-45BB-89F6-D1C995F55497}" dt="2021-12-06T13:16:35.353" v="58" actId="700"/>
          <ac:spMkLst>
            <pc:docMk/>
            <pc:sldMk cId="1342454545" sldId="2076136921"/>
            <ac:spMk id="2" creationId="{D24026DA-DE59-4AF6-B685-62B465E2A171}"/>
          </ac:spMkLst>
        </pc:spChg>
        <pc:spChg chg="add mod ord">
          <ac:chgData name="Andreas Willich" userId="f1a27a91-fb80-49c6-a061-1959e15afc91" providerId="ADAL" clId="{249F2E04-30CD-45BB-89F6-D1C995F55497}" dt="2021-12-06T13:24:24.572" v="306" actId="313"/>
          <ac:spMkLst>
            <pc:docMk/>
            <pc:sldMk cId="1342454545" sldId="2076136921"/>
            <ac:spMk id="3" creationId="{E53344D8-8688-474B-8A70-1ABAE72E4E7B}"/>
          </ac:spMkLst>
        </pc:spChg>
      </pc:sldChg>
    </pc:docChg>
  </pc:docChgLst>
  <pc:docChgLst>
    <pc:chgData name="Andreas Willich" userId="f1a27a91-fb80-49c6-a061-1959e15afc91" providerId="ADAL" clId="{F67CA73D-1EDF-4A57-8CA4-1E02A18D1467}"/>
    <pc:docChg chg="undo custSel addSld delSld modSld">
      <pc:chgData name="Andreas Willich" userId="f1a27a91-fb80-49c6-a061-1959e15afc91" providerId="ADAL" clId="{F67CA73D-1EDF-4A57-8CA4-1E02A18D1467}" dt="2022-05-31T16:11:13.656" v="135" actId="6549"/>
      <pc:docMkLst>
        <pc:docMk/>
      </pc:docMkLst>
      <pc:sldChg chg="modSp mod">
        <pc:chgData name="Andreas Willich" userId="f1a27a91-fb80-49c6-a061-1959e15afc91" providerId="ADAL" clId="{F67CA73D-1EDF-4A57-8CA4-1E02A18D1467}" dt="2022-05-31T10:53:39.319" v="6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67CA73D-1EDF-4A57-8CA4-1E02A18D1467}" dt="2022-05-31T10:53:39.319" v="6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F67CA73D-1EDF-4A57-8CA4-1E02A18D1467}" dt="2022-05-31T11:11:08.092" v="116" actId="6549"/>
        <pc:sldMkLst>
          <pc:docMk/>
          <pc:sldMk cId="1406265366" sldId="319"/>
        </pc:sldMkLst>
        <pc:spChg chg="mod">
          <ac:chgData name="Andreas Willich" userId="f1a27a91-fb80-49c6-a061-1959e15afc91" providerId="ADAL" clId="{F67CA73D-1EDF-4A57-8CA4-1E02A18D1467}" dt="2022-05-31T11:11:08.092" v="116" actId="6549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F67CA73D-1EDF-4A57-8CA4-1E02A18D1467}" dt="2022-05-31T11:16:04.465" v="125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F67CA73D-1EDF-4A57-8CA4-1E02A18D1467}" dt="2022-05-31T11:16:04.465" v="125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F67CA73D-1EDF-4A57-8CA4-1E02A18D1467}" dt="2022-05-31T11:15:54.882" v="121" actId="478"/>
          <ac:picMkLst>
            <pc:docMk/>
            <pc:sldMk cId="820736664" sldId="321"/>
            <ac:picMk id="4" creationId="{DA2FF9F8-B279-4886-A47D-D42030E8C2AB}"/>
          </ac:picMkLst>
        </pc:picChg>
        <pc:picChg chg="add mod">
          <ac:chgData name="Andreas Willich" userId="f1a27a91-fb80-49c6-a061-1959e15afc91" providerId="ADAL" clId="{F67CA73D-1EDF-4A57-8CA4-1E02A18D1467}" dt="2022-05-31T11:15:59.258" v="123" actId="1076"/>
          <ac:picMkLst>
            <pc:docMk/>
            <pc:sldMk cId="820736664" sldId="321"/>
            <ac:picMk id="1026" creationId="{4CF6590A-B54F-5686-C7A3-555A01D13393}"/>
          </ac:picMkLst>
        </pc:picChg>
      </pc:sldChg>
      <pc:sldChg chg="modSp">
        <pc:chgData name="Andreas Willich" userId="f1a27a91-fb80-49c6-a061-1959e15afc91" providerId="ADAL" clId="{F67CA73D-1EDF-4A57-8CA4-1E02A18D1467}" dt="2022-05-31T10:57:15.182" v="106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F67CA73D-1EDF-4A57-8CA4-1E02A18D1467}" dt="2022-05-31T10:57:15.182" v="106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">
        <pc:chgData name="Andreas Willich" userId="f1a27a91-fb80-49c6-a061-1959e15afc91" providerId="ADAL" clId="{F67CA73D-1EDF-4A57-8CA4-1E02A18D1467}" dt="2022-05-31T10:54:54.927" v="15" actId="1076"/>
        <pc:sldMkLst>
          <pc:docMk/>
          <pc:sldMk cId="3757817415" sldId="356"/>
        </pc:sldMkLst>
        <pc:picChg chg="del">
          <ac:chgData name="Andreas Willich" userId="f1a27a91-fb80-49c6-a061-1959e15afc91" providerId="ADAL" clId="{F67CA73D-1EDF-4A57-8CA4-1E02A18D1467}" dt="2022-05-31T10:54:36.749" v="9" actId="478"/>
          <ac:picMkLst>
            <pc:docMk/>
            <pc:sldMk cId="3757817415" sldId="356"/>
            <ac:picMk id="6" creationId="{BDAB3D8A-A002-46A9-B003-B2FD48C9C92F}"/>
          </ac:picMkLst>
        </pc:picChg>
        <pc:picChg chg="add del mod">
          <ac:chgData name="Andreas Willich" userId="f1a27a91-fb80-49c6-a061-1959e15afc91" providerId="ADAL" clId="{F67CA73D-1EDF-4A57-8CA4-1E02A18D1467}" dt="2022-05-31T10:54:32.447" v="8" actId="478"/>
          <ac:picMkLst>
            <pc:docMk/>
            <pc:sldMk cId="3757817415" sldId="356"/>
            <ac:picMk id="7" creationId="{A45EAFE3-C564-CA0B-9C9C-EB103325D22A}"/>
          </ac:picMkLst>
        </pc:picChg>
        <pc:picChg chg="add mod">
          <ac:chgData name="Andreas Willich" userId="f1a27a91-fb80-49c6-a061-1959e15afc91" providerId="ADAL" clId="{F67CA73D-1EDF-4A57-8CA4-1E02A18D1467}" dt="2022-05-31T10:54:54.927" v="15" actId="1076"/>
          <ac:picMkLst>
            <pc:docMk/>
            <pc:sldMk cId="3757817415" sldId="356"/>
            <ac:picMk id="9" creationId="{67C5EEC4-3479-DD81-B2F8-222D6BC5A703}"/>
          </ac:picMkLst>
        </pc:picChg>
      </pc:sldChg>
      <pc:sldChg chg="modSp mod">
        <pc:chgData name="Andreas Willich" userId="f1a27a91-fb80-49c6-a061-1959e15afc91" providerId="ADAL" clId="{F67CA73D-1EDF-4A57-8CA4-1E02A18D1467}" dt="2022-05-31T11:11:18.675" v="120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F67CA73D-1EDF-4A57-8CA4-1E02A18D1467}" dt="2022-05-31T11:11:18.675" v="120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mod">
        <pc:chgData name="Andreas Willich" userId="f1a27a91-fb80-49c6-a061-1959e15afc91" providerId="ADAL" clId="{F67CA73D-1EDF-4A57-8CA4-1E02A18D1467}" dt="2022-05-31T16:11:13.656" v="135" actId="6549"/>
        <pc:sldMkLst>
          <pc:docMk/>
          <pc:sldMk cId="1342454545" sldId="2076136921"/>
        </pc:sldMkLst>
        <pc:spChg chg="mod">
          <ac:chgData name="Andreas Willich" userId="f1a27a91-fb80-49c6-a061-1959e15afc91" providerId="ADAL" clId="{F67CA73D-1EDF-4A57-8CA4-1E02A18D1467}" dt="2022-05-31T16:11:13.656" v="135" actId="6549"/>
          <ac:spMkLst>
            <pc:docMk/>
            <pc:sldMk cId="1342454545" sldId="2076136921"/>
            <ac:spMk id="3" creationId="{E53344D8-8688-474B-8A70-1ABAE72E4E7B}"/>
          </ac:spMkLst>
        </pc:spChg>
      </pc:sldChg>
      <pc:sldChg chg="addSp delSp add del setBg delDesignElem">
        <pc:chgData name="Andreas Willich" userId="f1a27a91-fb80-49c6-a061-1959e15afc91" providerId="ADAL" clId="{F67CA73D-1EDF-4A57-8CA4-1E02A18D1467}" dt="2022-05-31T10:55:06.148" v="19"/>
        <pc:sldMkLst>
          <pc:docMk/>
          <pc:sldMk cId="1176782564" sldId="2076136922"/>
        </pc:sldMkLst>
        <pc:spChg chg="add del">
          <ac:chgData name="Andreas Willich" userId="f1a27a91-fb80-49c6-a061-1959e15afc91" providerId="ADAL" clId="{F67CA73D-1EDF-4A57-8CA4-1E02A18D1467}" dt="2022-05-31T10:55:06.148" v="19"/>
          <ac:spMkLst>
            <pc:docMk/>
            <pc:sldMk cId="1176782564" sldId="2076136922"/>
            <ac:spMk id="20" creationId="{5CD072FB-CD64-4E20-B8AA-375F843567EF}"/>
          </ac:spMkLst>
        </pc:spChg>
        <pc:grpChg chg="add del">
          <ac:chgData name="Andreas Willich" userId="f1a27a91-fb80-49c6-a061-1959e15afc91" providerId="ADAL" clId="{F67CA73D-1EDF-4A57-8CA4-1E02A18D1467}" dt="2022-05-31T10:55:06.148" v="19"/>
          <ac:grpSpMkLst>
            <pc:docMk/>
            <pc:sldMk cId="1176782564" sldId="2076136922"/>
            <ac:grpSpMk id="12" creationId="{DE831112-FBC4-43D2-9D35-A250B9B5DFE6}"/>
          </ac:grpSpMkLst>
        </pc:grpChg>
      </pc:sldChg>
      <pc:sldChg chg="addSp delSp add del setBg delDesignElem">
        <pc:chgData name="Andreas Willich" userId="f1a27a91-fb80-49c6-a061-1959e15afc91" providerId="ADAL" clId="{F67CA73D-1EDF-4A57-8CA4-1E02A18D1467}" dt="2022-05-31T10:55:19.266" v="22"/>
        <pc:sldMkLst>
          <pc:docMk/>
          <pc:sldMk cId="1752426567" sldId="2076136922"/>
        </pc:sldMkLst>
        <pc:spChg chg="add del">
          <ac:chgData name="Andreas Willich" userId="f1a27a91-fb80-49c6-a061-1959e15afc91" providerId="ADAL" clId="{F67CA73D-1EDF-4A57-8CA4-1E02A18D1467}" dt="2022-05-31T10:55:19.266" v="22"/>
          <ac:spMkLst>
            <pc:docMk/>
            <pc:sldMk cId="1752426567" sldId="2076136922"/>
            <ac:spMk id="20" creationId="{5CD072FB-CD64-4E20-B8AA-375F843567EF}"/>
          </ac:spMkLst>
        </pc:spChg>
        <pc:grpChg chg="add del">
          <ac:chgData name="Andreas Willich" userId="f1a27a91-fb80-49c6-a061-1959e15afc91" providerId="ADAL" clId="{F67CA73D-1EDF-4A57-8CA4-1E02A18D1467}" dt="2022-05-31T10:55:19.266" v="22"/>
          <ac:grpSpMkLst>
            <pc:docMk/>
            <pc:sldMk cId="1752426567" sldId="2076136922"/>
            <ac:grpSpMk id="12" creationId="{DE831112-FBC4-43D2-9D35-A250B9B5DFE6}"/>
          </ac:grpSpMkLst>
        </pc:grpChg>
      </pc:sldChg>
      <pc:sldChg chg="addSp delSp modSp add del mod">
        <pc:chgData name="Andreas Willich" userId="f1a27a91-fb80-49c6-a061-1959e15afc91" providerId="ADAL" clId="{F67CA73D-1EDF-4A57-8CA4-1E02A18D1467}" dt="2022-05-31T10:55:29.520" v="25"/>
        <pc:sldMkLst>
          <pc:docMk/>
          <pc:sldMk cId="2708570241" sldId="2076136923"/>
        </pc:sldMkLst>
        <pc:picChg chg="del">
          <ac:chgData name="Andreas Willich" userId="f1a27a91-fb80-49c6-a061-1959e15afc91" providerId="ADAL" clId="{F67CA73D-1EDF-4A57-8CA4-1E02A18D1467}" dt="2022-05-31T10:55:29.214" v="24" actId="478"/>
          <ac:picMkLst>
            <pc:docMk/>
            <pc:sldMk cId="2708570241" sldId="2076136923"/>
            <ac:picMk id="6" creationId="{BDAB3D8A-A002-46A9-B003-B2FD48C9C92F}"/>
          </ac:picMkLst>
        </pc:picChg>
        <pc:picChg chg="add mod">
          <ac:chgData name="Andreas Willich" userId="f1a27a91-fb80-49c6-a061-1959e15afc91" providerId="ADAL" clId="{F67CA73D-1EDF-4A57-8CA4-1E02A18D1467}" dt="2022-05-31T10:55:29.520" v="25"/>
          <ac:picMkLst>
            <pc:docMk/>
            <pc:sldMk cId="2708570241" sldId="2076136923"/>
            <ac:picMk id="19" creationId="{AF42E471-B04E-1AFB-61E4-1825F98FB79D}"/>
          </ac:picMkLst>
        </pc:picChg>
      </pc:sldChg>
    </pc:docChg>
  </pc:docChgLst>
  <pc:docChgLst>
    <pc:chgData name="Andreas Willich" userId="f1a27a91-fb80-49c6-a061-1959e15afc91" providerId="ADAL" clId="{89165C0E-D495-4B7A-8CA2-9F3AD5C37584}"/>
    <pc:docChg chg="modSld sldOrd">
      <pc:chgData name="Andreas Willich" userId="f1a27a91-fb80-49c6-a061-1959e15afc91" providerId="ADAL" clId="{89165C0E-D495-4B7A-8CA2-9F3AD5C37584}" dt="2020-10-20T15:26:06.324" v="1" actId="6549"/>
      <pc:docMkLst>
        <pc:docMk/>
      </pc:docMkLst>
      <pc:sldChg chg="ord">
        <pc:chgData name="Andreas Willich" userId="f1a27a91-fb80-49c6-a061-1959e15afc91" providerId="ADAL" clId="{89165C0E-D495-4B7A-8CA2-9F3AD5C37584}" dt="2020-10-20T15:16:09.847" v="0"/>
        <pc:sldMkLst>
          <pc:docMk/>
          <pc:sldMk cId="76436240" sldId="298"/>
        </pc:sldMkLst>
      </pc:sldChg>
      <pc:sldChg chg="modSp">
        <pc:chgData name="Andreas Willich" userId="f1a27a91-fb80-49c6-a061-1959e15afc91" providerId="ADAL" clId="{89165C0E-D495-4B7A-8CA2-9F3AD5C37584}" dt="2020-10-20T15:26:06.324" v="1" actId="6549"/>
        <pc:sldMkLst>
          <pc:docMk/>
          <pc:sldMk cId="3611784228" sldId="2076136300"/>
        </pc:sldMkLst>
        <pc:spChg chg="mod">
          <ac:chgData name="Andreas Willich" userId="f1a27a91-fb80-49c6-a061-1959e15afc91" providerId="ADAL" clId="{89165C0E-D495-4B7A-8CA2-9F3AD5C37584}" dt="2020-10-20T15:26:06.324" v="1" actId="6549"/>
          <ac:spMkLst>
            <pc:docMk/>
            <pc:sldMk cId="3611784228" sldId="2076136300"/>
            <ac:spMk id="4" creationId="{D7925A7C-AB59-454A-B250-F65B7CA9A084}"/>
          </ac:spMkLst>
        </pc:spChg>
      </pc:sldChg>
    </pc:docChg>
  </pc:docChgLst>
  <pc:docChgLst>
    <pc:chgData name="Andreas Willich" userId="f1a27a91-fb80-49c6-a061-1959e15afc91" providerId="ADAL" clId="{F056BC7A-B84E-4C79-83B5-C32BF6C1390C}"/>
    <pc:docChg chg="modSld">
      <pc:chgData name="Andreas Willich" userId="f1a27a91-fb80-49c6-a061-1959e15afc91" providerId="ADAL" clId="{F056BC7A-B84E-4C79-83B5-C32BF6C1390C}" dt="2019-11-04T16:31:22.720" v="19" actId="20577"/>
      <pc:docMkLst>
        <pc:docMk/>
      </pc:docMkLst>
      <pc:sldChg chg="modSp">
        <pc:chgData name="Andreas Willich" userId="f1a27a91-fb80-49c6-a061-1959e15afc91" providerId="ADAL" clId="{F056BC7A-B84E-4C79-83B5-C32BF6C1390C}" dt="2019-11-04T16:31:22.720" v="19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056BC7A-B84E-4C79-83B5-C32BF6C1390C}" dt="2019-11-04T16:31:22.720" v="19" actId="20577"/>
          <ac:spMkLst>
            <pc:docMk/>
            <pc:sldMk cId="3908362423" sldId="314"/>
            <ac:spMk id="2" creationId="{C7CF4C79-936C-42D0-BDD1-5E60E01898F1}"/>
          </ac:spMkLst>
        </pc:spChg>
      </pc:sldChg>
    </pc:docChg>
  </pc:docChgLst>
  <pc:docChgLst>
    <pc:chgData name="Guest User" userId="S::urn:spo:anon#80054aaa82f1c6652cc84e795c73529b725831b3f93152f2ea16d563d43f74d0::" providerId="AD" clId="Web-{C17DD5A4-9689-484C-B646-DDB833411143}"/>
    <pc:docChg chg="addSld delSld modSld">
      <pc:chgData name="Guest User" userId="S::urn:spo:anon#80054aaa82f1c6652cc84e795c73529b725831b3f93152f2ea16d563d43f74d0::" providerId="AD" clId="Web-{C17DD5A4-9689-484C-B646-DDB833411143}" dt="2020-11-24T09:47:43.431" v="241" actId="20577"/>
      <pc:docMkLst>
        <pc:docMk/>
      </pc:docMkLst>
      <pc:sldChg chg="del">
        <pc:chgData name="Guest User" userId="S::urn:spo:anon#80054aaa82f1c6652cc84e795c73529b725831b3f93152f2ea16d563d43f74d0::" providerId="AD" clId="Web-{C17DD5A4-9689-484C-B646-DDB833411143}" dt="2020-11-24T09:44:03.756" v="220"/>
        <pc:sldMkLst>
          <pc:docMk/>
          <pc:sldMk cId="2749397067" sldId="271"/>
        </pc:sldMkLst>
      </pc:sldChg>
      <pc:sldChg chg="del">
        <pc:chgData name="Guest User" userId="S::urn:spo:anon#80054aaa82f1c6652cc84e795c73529b725831b3f93152f2ea16d563d43f74d0::" providerId="AD" clId="Web-{C17DD5A4-9689-484C-B646-DDB833411143}" dt="2020-11-24T09:47:02.337" v="236"/>
        <pc:sldMkLst>
          <pc:docMk/>
          <pc:sldMk cId="1363913116" sldId="2076136918"/>
        </pc:sldMkLst>
      </pc:sldChg>
      <pc:sldChg chg="addSp delSp modSp add replId">
        <pc:chgData name="Guest User" userId="S::urn:spo:anon#80054aaa82f1c6652cc84e795c73529b725831b3f93152f2ea16d563d43f74d0::" providerId="AD" clId="Web-{C17DD5A4-9689-484C-B646-DDB833411143}" dt="2020-11-24T09:47:41.806" v="239" actId="20577"/>
        <pc:sldMkLst>
          <pc:docMk/>
          <pc:sldMk cId="2286232128" sldId="2076136919"/>
        </pc:sldMkLst>
        <pc:spChg chg="mod">
          <ac:chgData name="Guest User" userId="S::urn:spo:anon#80054aaa82f1c6652cc84e795c73529b725831b3f93152f2ea16d563d43f74d0::" providerId="AD" clId="Web-{C17DD5A4-9689-484C-B646-DDB833411143}" dt="2020-11-24T09:43:31.209" v="202" actId="1076"/>
          <ac:spMkLst>
            <pc:docMk/>
            <pc:sldMk cId="2286232128" sldId="2076136919"/>
            <ac:spMk id="2" creationId="{8C512C1E-4E8F-46C3-A010-7CBADFEFA0D2}"/>
          </ac:spMkLst>
        </pc:spChg>
        <pc:spChg chg="del mod">
          <ac:chgData name="Guest User" userId="S::urn:spo:anon#80054aaa82f1c6652cc84e795c73529b725831b3f93152f2ea16d563d43f74d0::" providerId="AD" clId="Web-{C17DD5A4-9689-484C-B646-DDB833411143}" dt="2020-11-24T09:36:51.360" v="56"/>
          <ac:spMkLst>
            <pc:docMk/>
            <pc:sldMk cId="2286232128" sldId="2076136919"/>
            <ac:spMk id="3" creationId="{C8FF92DF-3861-479D-B972-54B132547B14}"/>
          </ac:spMkLst>
        </pc:spChg>
        <pc:spChg chg="add del mod">
          <ac:chgData name="Guest User" userId="S::urn:spo:anon#80054aaa82f1c6652cc84e795c73529b725831b3f93152f2ea16d563d43f74d0::" providerId="AD" clId="Web-{C17DD5A4-9689-484C-B646-DDB833411143}" dt="2020-11-24T09:37:13.298" v="65"/>
          <ac:spMkLst>
            <pc:docMk/>
            <pc:sldMk cId="2286232128" sldId="2076136919"/>
            <ac:spMk id="5" creationId="{DEF84F7D-3785-4C30-9544-CFAA7B87F426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2:50.818" v="197" actId="1076"/>
          <ac:spMkLst>
            <pc:docMk/>
            <pc:sldMk cId="2286232128" sldId="2076136919"/>
            <ac:spMk id="9" creationId="{810C1056-E166-4F30-A2F1-BBB4F2EC18A6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2:50.833" v="199" actId="1076"/>
          <ac:spMkLst>
            <pc:docMk/>
            <pc:sldMk cId="2286232128" sldId="2076136919"/>
            <ac:spMk id="13" creationId="{5E9DDB90-CCD5-4638-8BFD-3EC05E316465}"/>
          </ac:spMkLst>
        </pc:spChg>
        <pc:spChg chg="add del">
          <ac:chgData name="Guest User" userId="S::urn:spo:anon#80054aaa82f1c6652cc84e795c73529b725831b3f93152f2ea16d563d43f74d0::" providerId="AD" clId="Web-{C17DD5A4-9689-484C-B646-DDB833411143}" dt="2020-11-24T09:39:11.643" v="74"/>
          <ac:spMkLst>
            <pc:docMk/>
            <pc:sldMk cId="2286232128" sldId="2076136919"/>
            <ac:spMk id="18" creationId="{BA806F82-64EC-4957-9929-2D4EE06BEEEA}"/>
          </ac:spMkLst>
        </pc:spChg>
        <pc:spChg chg="add del">
          <ac:chgData name="Guest User" userId="S::urn:spo:anon#80054aaa82f1c6652cc84e795c73529b725831b3f93152f2ea16d563d43f74d0::" providerId="AD" clId="Web-{C17DD5A4-9689-484C-B646-DDB833411143}" dt="2020-11-24T09:39:11.643" v="72"/>
          <ac:spMkLst>
            <pc:docMk/>
            <pc:sldMk cId="2286232128" sldId="2076136919"/>
            <ac:spMk id="22" creationId="{CB3D6688-40E3-4B12-BFFF-5CBFE087F08B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7:41.806" v="239" actId="20577"/>
          <ac:spMkLst>
            <pc:docMk/>
            <pc:sldMk cId="2286232128" sldId="2076136919"/>
            <ac:spMk id="24" creationId="{1A209191-A410-4724-83FA-75D0F7C7398B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50" v="204" actId="1076"/>
          <ac:spMkLst>
            <pc:docMk/>
            <pc:sldMk cId="2286232128" sldId="2076136919"/>
            <ac:spMk id="26" creationId="{1A89CDB0-2B52-48BE-A6C1-082FE26E0015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65" v="205" actId="1076"/>
          <ac:spMkLst>
            <pc:docMk/>
            <pc:sldMk cId="2286232128" sldId="2076136919"/>
            <ac:spMk id="28" creationId="{6C236B9A-5D54-4457-A5B5-27F28284600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65" v="206" actId="1076"/>
          <ac:spMkLst>
            <pc:docMk/>
            <pc:sldMk cId="2286232128" sldId="2076136919"/>
            <ac:spMk id="30" creationId="{8DFF5174-F55C-4E95-9866-53A5F51E268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81" v="207" actId="1076"/>
          <ac:spMkLst>
            <pc:docMk/>
            <pc:sldMk cId="2286232128" sldId="2076136919"/>
            <ac:spMk id="32" creationId="{08D8AD82-A59C-4663-A59D-B81BA9844420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81" v="208" actId="1076"/>
          <ac:spMkLst>
            <pc:docMk/>
            <pc:sldMk cId="2286232128" sldId="2076136919"/>
            <ac:spMk id="34" creationId="{23A04E6E-B26F-490C-BD41-A78FE54A7D38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97" v="209" actId="1076"/>
          <ac:spMkLst>
            <pc:docMk/>
            <pc:sldMk cId="2286232128" sldId="2076136919"/>
            <ac:spMk id="36" creationId="{D4182A8A-ED9E-43B1-AEAB-B234B6EEC779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97" v="210" actId="1076"/>
          <ac:spMkLst>
            <pc:docMk/>
            <pc:sldMk cId="2286232128" sldId="2076136919"/>
            <ac:spMk id="38" creationId="{881CE0D8-F17C-46FB-AABE-CEB00377FF7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12" v="211" actId="1076"/>
          <ac:spMkLst>
            <pc:docMk/>
            <pc:sldMk cId="2286232128" sldId="2076136919"/>
            <ac:spMk id="40" creationId="{C4B8B62A-9936-48BA-BB4C-D2C85D12007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12" v="212" actId="1076"/>
          <ac:spMkLst>
            <pc:docMk/>
            <pc:sldMk cId="2286232128" sldId="2076136919"/>
            <ac:spMk id="42" creationId="{822E05ED-6957-4931-8619-7F976B4DA555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28" v="213" actId="1076"/>
          <ac:spMkLst>
            <pc:docMk/>
            <pc:sldMk cId="2286232128" sldId="2076136919"/>
            <ac:spMk id="44" creationId="{0B956CB4-15A1-4A8A-9AFB-DEB5B0EA46D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44" v="214" actId="1076"/>
          <ac:spMkLst>
            <pc:docMk/>
            <pc:sldMk cId="2286232128" sldId="2076136919"/>
            <ac:spMk id="46" creationId="{990A712C-89EE-43E3-B7DD-B7E640EEAB19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44" v="215" actId="1076"/>
          <ac:spMkLst>
            <pc:docMk/>
            <pc:sldMk cId="2286232128" sldId="2076136919"/>
            <ac:spMk id="48" creationId="{329746AE-F9CC-4FC9-B6B3-0FA2A3187E90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59" v="216" actId="1076"/>
          <ac:spMkLst>
            <pc:docMk/>
            <pc:sldMk cId="2286232128" sldId="2076136919"/>
            <ac:spMk id="50" creationId="{952E255B-2913-454A-9E97-F859B48D9AA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59" v="217" actId="1076"/>
          <ac:spMkLst>
            <pc:docMk/>
            <pc:sldMk cId="2286232128" sldId="2076136919"/>
            <ac:spMk id="52" creationId="{50AFF264-8B00-42AF-9CFF-75939009BACE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75" v="218" actId="1076"/>
          <ac:spMkLst>
            <pc:docMk/>
            <pc:sldMk cId="2286232128" sldId="2076136919"/>
            <ac:spMk id="54" creationId="{A858531E-3184-4E18-833F-5AA424037863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75" v="219" actId="1076"/>
          <ac:spMkLst>
            <pc:docMk/>
            <pc:sldMk cId="2286232128" sldId="2076136919"/>
            <ac:spMk id="56" creationId="{1349F31A-2020-400D-BC96-851C025D2655}"/>
          </ac:spMkLst>
        </pc:spChg>
        <pc:spChg chg="add">
          <ac:chgData name="Guest User" userId="S::urn:spo:anon#80054aaa82f1c6652cc84e795c73529b725831b3f93152f2ea16d563d43f74d0::" providerId="AD" clId="Web-{C17DD5A4-9689-484C-B646-DDB833411143}" dt="2020-11-24T09:42:08.895" v="178"/>
          <ac:spMkLst>
            <pc:docMk/>
            <pc:sldMk cId="2286232128" sldId="2076136919"/>
            <ac:spMk id="60" creationId="{9725175E-749D-482F-9B01-91293365C91A}"/>
          </ac:spMkLst>
        </pc:spChg>
        <pc:picChg chg="add mod">
          <ac:chgData name="Guest User" userId="S::urn:spo:anon#80054aaa82f1c6652cc84e795c73529b725831b3f93152f2ea16d563d43f74d0::" providerId="AD" clId="Web-{C17DD5A4-9689-484C-B646-DDB833411143}" dt="2020-11-24T09:42:50.802" v="196" actId="1076"/>
          <ac:picMkLst>
            <pc:docMk/>
            <pc:sldMk cId="2286232128" sldId="2076136919"/>
            <ac:picMk id="7" creationId="{2DD85D07-2E47-4C96-8545-7A4B2B94B3A4}"/>
          </ac:picMkLst>
        </pc:picChg>
        <pc:picChg chg="add mod">
          <ac:chgData name="Guest User" userId="S::urn:spo:anon#80054aaa82f1c6652cc84e795c73529b725831b3f93152f2ea16d563d43f74d0::" providerId="AD" clId="Web-{C17DD5A4-9689-484C-B646-DDB833411143}" dt="2020-11-24T09:42:50.818" v="198" actId="1076"/>
          <ac:picMkLst>
            <pc:docMk/>
            <pc:sldMk cId="2286232128" sldId="2076136919"/>
            <ac:picMk id="11" creationId="{04DA7902-E2EE-4B8E-A5D6-0810E9376CD0}"/>
          </ac:picMkLst>
        </pc:picChg>
        <pc:picChg chg="add mod">
          <ac:chgData name="Guest User" userId="S::urn:spo:anon#80054aaa82f1c6652cc84e795c73529b725831b3f93152f2ea16d563d43f74d0::" providerId="AD" clId="Web-{C17DD5A4-9689-484C-B646-DDB833411143}" dt="2020-11-24T09:43:19.224" v="201" actId="1076"/>
          <ac:picMkLst>
            <pc:docMk/>
            <pc:sldMk cId="2286232128" sldId="2076136919"/>
            <ac:picMk id="14" creationId="{A754A154-ECF6-411A-BB8B-997ADEFF56C3}"/>
          </ac:picMkLst>
        </pc:picChg>
        <pc:picChg chg="add del">
          <ac:chgData name="Guest User" userId="S::urn:spo:anon#80054aaa82f1c6652cc84e795c73529b725831b3f93152f2ea16d563d43f74d0::" providerId="AD" clId="Web-{C17DD5A4-9689-484C-B646-DDB833411143}" dt="2020-11-24T09:39:11.643" v="75"/>
          <ac:picMkLst>
            <pc:docMk/>
            <pc:sldMk cId="2286232128" sldId="2076136919"/>
            <ac:picMk id="16" creationId="{968A2168-F6CB-412D-88CB-712F114CD203}"/>
          </ac:picMkLst>
        </pc:picChg>
        <pc:picChg chg="add del">
          <ac:chgData name="Guest User" userId="S::urn:spo:anon#80054aaa82f1c6652cc84e795c73529b725831b3f93152f2ea16d563d43f74d0::" providerId="AD" clId="Web-{C17DD5A4-9689-484C-B646-DDB833411143}" dt="2020-11-24T09:39:11.643" v="73"/>
          <ac:picMkLst>
            <pc:docMk/>
            <pc:sldMk cId="2286232128" sldId="2076136919"/>
            <ac:picMk id="20" creationId="{E7EAAC0C-C58B-499D-A146-D61A1342EAFD}"/>
          </ac:picMkLst>
        </pc:picChg>
        <pc:picChg chg="add">
          <ac:chgData name="Guest User" userId="S::urn:spo:anon#80054aaa82f1c6652cc84e795c73529b725831b3f93152f2ea16d563d43f74d0::" providerId="AD" clId="Web-{C17DD5A4-9689-484C-B646-DDB833411143}" dt="2020-11-24T09:41:45.426" v="173"/>
          <ac:picMkLst>
            <pc:docMk/>
            <pc:sldMk cId="2286232128" sldId="2076136919"/>
            <ac:picMk id="58" creationId="{738E8D98-DAB0-4A71-B73A-3611269C5369}"/>
          </ac:picMkLst>
        </pc:picChg>
      </pc:sldChg>
    </pc:docChg>
  </pc:docChgLst>
  <pc:docChgLst>
    <pc:chgData name="Andreas Willich" userId="f1a27a91-fb80-49c6-a061-1959e15afc91" providerId="ADAL" clId="{14C7C30B-6278-4487-B9B4-90C804FF4888}"/>
    <pc:docChg chg="custSel addSld delSld modSld">
      <pc:chgData name="Andreas Willich" userId="f1a27a91-fb80-49c6-a061-1959e15afc91" providerId="ADAL" clId="{14C7C30B-6278-4487-B9B4-90C804FF4888}" dt="2020-09-29T16:57:17.889" v="390" actId="5793"/>
      <pc:docMkLst>
        <pc:docMk/>
      </pc:docMkLst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2303228845" sldId="265"/>
        </pc:sldMkLst>
      </pc:sldChg>
      <pc:sldChg chg="add">
        <pc:chgData name="Andreas Willich" userId="f1a27a91-fb80-49c6-a061-1959e15afc91" providerId="ADAL" clId="{14C7C30B-6278-4487-B9B4-90C804FF4888}" dt="2020-09-27T16:01:20.791" v="317"/>
        <pc:sldMkLst>
          <pc:docMk/>
          <pc:sldMk cId="4197562363" sldId="308"/>
        </pc:sldMkLst>
      </pc:sldChg>
      <pc:sldChg chg="modSp">
        <pc:chgData name="Andreas Willich" userId="f1a27a91-fb80-49c6-a061-1959e15afc91" providerId="ADAL" clId="{14C7C30B-6278-4487-B9B4-90C804FF4888}" dt="2020-09-27T13:43:58.671" v="8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14C7C30B-6278-4487-B9B4-90C804FF4888}" dt="2020-09-27T13:43:58.671" v="8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14C7C30B-6278-4487-B9B4-90C804FF4888}" dt="2020-09-27T13:47:11.535" v="84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14C7C30B-6278-4487-B9B4-90C804FF4888}" dt="2020-09-27T13:47:11.535" v="84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14C7C30B-6278-4487-B9B4-90C804FF4888}" dt="2020-09-27T15:55:20.516" v="316" actId="14100"/>
        <pc:sldMkLst>
          <pc:docMk/>
          <pc:sldMk cId="820736664" sldId="321"/>
        </pc:sldMkLst>
        <pc:spChg chg="mod">
          <ac:chgData name="Andreas Willich" userId="f1a27a91-fb80-49c6-a061-1959e15afc91" providerId="ADAL" clId="{14C7C30B-6278-4487-B9B4-90C804FF4888}" dt="2020-09-27T15:54:21.915" v="310" actId="27636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14C7C30B-6278-4487-B9B4-90C804FF4888}" dt="2020-09-27T15:55:12.540" v="311" actId="478"/>
          <ac:picMkLst>
            <pc:docMk/>
            <pc:sldMk cId="820736664" sldId="321"/>
            <ac:picMk id="4" creationId="{9C76C943-F200-4D2A-B9B1-6CD2A3222B66}"/>
          </ac:picMkLst>
        </pc:picChg>
        <pc:picChg chg="add mod">
          <ac:chgData name="Andreas Willich" userId="f1a27a91-fb80-49c6-a061-1959e15afc91" providerId="ADAL" clId="{14C7C30B-6278-4487-B9B4-90C804FF4888}" dt="2020-09-27T15:55:20.516" v="316" actId="14100"/>
          <ac:picMkLst>
            <pc:docMk/>
            <pc:sldMk cId="820736664" sldId="321"/>
            <ac:picMk id="6" creationId="{2389D912-7D8E-4875-8717-C75CA2BD7E3C}"/>
          </ac:picMkLst>
        </pc:picChg>
      </pc:sldChg>
      <pc:sldChg chg="modSp">
        <pc:chgData name="Andreas Willich" userId="f1a27a91-fb80-49c6-a061-1959e15afc91" providerId="ADAL" clId="{14C7C30B-6278-4487-B9B4-90C804FF4888}" dt="2020-09-29T16:57:17.889" v="390" actId="5793"/>
        <pc:sldMkLst>
          <pc:docMk/>
          <pc:sldMk cId="2598560352" sldId="334"/>
        </pc:sldMkLst>
        <pc:graphicFrameChg chg="mod">
          <ac:chgData name="Andreas Willich" userId="f1a27a91-fb80-49c6-a061-1959e15afc91" providerId="ADAL" clId="{14C7C30B-6278-4487-B9B4-90C804FF4888}" dt="2020-09-29T16:57:17.889" v="390" actId="579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">
        <pc:chgData name="Andreas Willich" userId="f1a27a91-fb80-49c6-a061-1959e15afc91" providerId="ADAL" clId="{14C7C30B-6278-4487-B9B4-90C804FF4888}" dt="2020-09-27T13:46:18.572" v="17" actId="1076"/>
        <pc:sldMkLst>
          <pc:docMk/>
          <pc:sldMk cId="3757817415" sldId="356"/>
        </pc:sldMkLst>
        <pc:spChg chg="add del mod">
          <ac:chgData name="Andreas Willich" userId="f1a27a91-fb80-49c6-a061-1959e15afc91" providerId="ADAL" clId="{14C7C30B-6278-4487-B9B4-90C804FF4888}" dt="2020-09-27T13:45:04.478" v="11" actId="478"/>
          <ac:spMkLst>
            <pc:docMk/>
            <pc:sldMk cId="3757817415" sldId="356"/>
            <ac:spMk id="3" creationId="{ACE5F1AC-E090-4BDC-9402-9B8D8A7A5176}"/>
          </ac:spMkLst>
        </pc:spChg>
        <pc:picChg chg="mod">
          <ac:chgData name="Andreas Willich" userId="f1a27a91-fb80-49c6-a061-1959e15afc91" providerId="ADAL" clId="{14C7C30B-6278-4487-B9B4-90C804FF4888}" dt="2020-09-27T13:46:09.700" v="15" actId="1076"/>
          <ac:picMkLst>
            <pc:docMk/>
            <pc:sldMk cId="3757817415" sldId="356"/>
            <ac:picMk id="4" creationId="{09740D33-19F0-40FB-BA26-AE70E472C50E}"/>
          </ac:picMkLst>
        </pc:picChg>
        <pc:picChg chg="mod">
          <ac:chgData name="Andreas Willich" userId="f1a27a91-fb80-49c6-a061-1959e15afc91" providerId="ADAL" clId="{14C7C30B-6278-4487-B9B4-90C804FF4888}" dt="2020-09-27T13:46:13.046" v="16" actId="1076"/>
          <ac:picMkLst>
            <pc:docMk/>
            <pc:sldMk cId="3757817415" sldId="356"/>
            <ac:picMk id="6" creationId="{BDAB3D8A-A002-46A9-B003-B2FD48C9C92F}"/>
          </ac:picMkLst>
        </pc:picChg>
        <pc:picChg chg="add mod">
          <ac:chgData name="Andreas Willich" userId="f1a27a91-fb80-49c6-a061-1959e15afc91" providerId="ADAL" clId="{14C7C30B-6278-4487-B9B4-90C804FF4888}" dt="2020-09-27T13:46:18.572" v="17" actId="1076"/>
          <ac:picMkLst>
            <pc:docMk/>
            <pc:sldMk cId="3757817415" sldId="356"/>
            <ac:picMk id="7" creationId="{537F4741-5D55-4510-8571-8123A30691EE}"/>
          </ac:picMkLst>
        </pc:picChg>
      </pc:sldChg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1227752644" sldId="2076136233"/>
        </pc:sldMkLst>
      </pc:sldChg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1347562593" sldId="2076136254"/>
        </pc:sldMkLst>
      </pc:sldChg>
      <pc:sldChg chg="modSp">
        <pc:chgData name="Andreas Willich" userId="f1a27a91-fb80-49c6-a061-1959e15afc91" providerId="ADAL" clId="{14C7C30B-6278-4487-B9B4-90C804FF4888}" dt="2020-09-29T15:31:04.476" v="354"/>
        <pc:sldMkLst>
          <pc:docMk/>
          <pc:sldMk cId="3611784228" sldId="2076136300"/>
        </pc:sldMkLst>
        <pc:spChg chg="mod">
          <ac:chgData name="Andreas Willich" userId="f1a27a91-fb80-49c6-a061-1959e15afc91" providerId="ADAL" clId="{14C7C30B-6278-4487-B9B4-90C804FF4888}" dt="2020-09-29T15:31:04.476" v="354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 Willich" userId="f1a27a91-fb80-49c6-a061-1959e15afc91" providerId="ADAL" clId="{14C7C30B-6278-4487-B9B4-90C804FF4888}" dt="2020-09-27T15:44:45.076" v="203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14C7C30B-6278-4487-B9B4-90C804FF4888}" dt="2020-09-27T15:44:45.076" v="203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modSp">
        <pc:chgData name="Andreas Willich" userId="f1a27a91-fb80-49c6-a061-1959e15afc91" providerId="ADAL" clId="{14C7C30B-6278-4487-B9B4-90C804FF4888}" dt="2020-09-29T15:45:18.727" v="373" actId="20577"/>
        <pc:sldMkLst>
          <pc:docMk/>
          <pc:sldMk cId="363290704" sldId="2076136306"/>
        </pc:sldMkLst>
        <pc:spChg chg="mod">
          <ac:chgData name="Andreas Willich" userId="f1a27a91-fb80-49c6-a061-1959e15afc91" providerId="ADAL" clId="{14C7C30B-6278-4487-B9B4-90C804FF4888}" dt="2020-09-29T15:45:18.727" v="373" actId="20577"/>
          <ac:spMkLst>
            <pc:docMk/>
            <pc:sldMk cId="363290704" sldId="2076136306"/>
            <ac:spMk id="2" creationId="{9FA355AB-0459-4D79-B918-3DCE696E092C}"/>
          </ac:spMkLst>
        </pc:spChg>
      </pc:sldChg>
      <pc:sldChg chg="del">
        <pc:chgData name="Andreas Willich" userId="f1a27a91-fb80-49c6-a061-1959e15afc91" providerId="ADAL" clId="{14C7C30B-6278-4487-B9B4-90C804FF4888}" dt="2020-09-27T13:46:28.425" v="19" actId="2696"/>
        <pc:sldMkLst>
          <pc:docMk/>
          <pc:sldMk cId="2246882655" sldId="2076136308"/>
        </pc:sldMkLst>
      </pc:sldChg>
      <pc:sldChg chg="add">
        <pc:chgData name="Andreas Willich" userId="f1a27a91-fb80-49c6-a061-1959e15afc91" providerId="ADAL" clId="{14C7C30B-6278-4487-B9B4-90C804FF4888}" dt="2020-09-27T13:46:26.953" v="18"/>
        <pc:sldMkLst>
          <pc:docMk/>
          <pc:sldMk cId="1849694684" sldId="2076136309"/>
        </pc:sldMkLst>
      </pc:sldChg>
      <pc:sldChg chg="add modTransition">
        <pc:chgData name="Andreas Willich" userId="f1a27a91-fb80-49c6-a061-1959e15afc91" providerId="ADAL" clId="{14C7C30B-6278-4487-B9B4-90C804FF4888}" dt="2020-09-27T16:01:20.791" v="317"/>
        <pc:sldMkLst>
          <pc:docMk/>
          <pc:sldMk cId="933372865" sldId="2076136916"/>
        </pc:sldMkLst>
      </pc:sldChg>
    </pc:docChg>
  </pc:docChgLst>
  <pc:docChgLst>
    <pc:chgData name="Andreas Willich" userId="f1a27a91-fb80-49c6-a061-1959e15afc91" providerId="ADAL" clId="{CF4343ED-A176-44E7-9A63-5B5EC254C512}"/>
    <pc:docChg chg="addSld modSld">
      <pc:chgData name="Andreas Willich" userId="f1a27a91-fb80-49c6-a061-1959e15afc91" providerId="ADAL" clId="{CF4343ED-A176-44E7-9A63-5B5EC254C512}" dt="2020-01-27T14:56:36.719" v="1"/>
      <pc:docMkLst>
        <pc:docMk/>
      </pc:docMkLst>
      <pc:sldChg chg="modSp">
        <pc:chgData name="Andreas Willich" userId="f1a27a91-fb80-49c6-a061-1959e15afc91" providerId="ADAL" clId="{CF4343ED-A176-44E7-9A63-5B5EC254C512}" dt="2020-01-27T14:56:21.248" v="0"/>
        <pc:sldMkLst>
          <pc:docMk/>
          <pc:sldMk cId="3384348233" sldId="323"/>
        </pc:sldMkLst>
        <pc:spChg chg="mod">
          <ac:chgData name="Andreas Willich" userId="f1a27a91-fb80-49c6-a061-1959e15afc91" providerId="ADAL" clId="{CF4343ED-A176-44E7-9A63-5B5EC254C512}" dt="2020-01-27T14:56:21.248" v="0"/>
          <ac:spMkLst>
            <pc:docMk/>
            <pc:sldMk cId="3384348233" sldId="323"/>
            <ac:spMk id="3" creationId="{289E3AF7-7970-4C4F-817F-AC811F0C78F9}"/>
          </ac:spMkLst>
        </pc:spChg>
      </pc:sldChg>
      <pc:sldChg chg="add">
        <pc:chgData name="Andreas Willich" userId="f1a27a91-fb80-49c6-a061-1959e15afc91" providerId="ADAL" clId="{CF4343ED-A176-44E7-9A63-5B5EC254C512}" dt="2020-01-27T14:56:36.719" v="1"/>
        <pc:sldMkLst>
          <pc:docMk/>
          <pc:sldMk cId="305801345" sldId="326"/>
        </pc:sldMkLst>
      </pc:sldChg>
    </pc:docChg>
  </pc:docChgLst>
  <pc:docChgLst>
    <pc:chgData name="Andreas Willich" userId="f1a27a91-fb80-49c6-a061-1959e15afc91" providerId="ADAL" clId="{233AC84B-2A73-49DF-9870-DC0E3EC46539}"/>
    <pc:docChg chg="modSld">
      <pc:chgData name="Andreas Willich" userId="f1a27a91-fb80-49c6-a061-1959e15afc91" providerId="ADAL" clId="{233AC84B-2A73-49DF-9870-DC0E3EC46539}" dt="2020-03-31T15:44:15.222" v="2" actId="6549"/>
      <pc:docMkLst>
        <pc:docMk/>
      </pc:docMkLst>
      <pc:sldChg chg="modNotesTx">
        <pc:chgData name="Andreas Willich" userId="f1a27a91-fb80-49c6-a061-1959e15afc91" providerId="ADAL" clId="{233AC84B-2A73-49DF-9870-DC0E3EC46539}" dt="2020-03-31T15:43:36.552" v="0" actId="6549"/>
        <pc:sldMkLst>
          <pc:docMk/>
          <pc:sldMk cId="3651273312" sldId="330"/>
        </pc:sldMkLst>
      </pc:sldChg>
      <pc:sldChg chg="modSp">
        <pc:chgData name="Andreas Willich" userId="f1a27a91-fb80-49c6-a061-1959e15afc91" providerId="ADAL" clId="{233AC84B-2A73-49DF-9870-DC0E3EC46539}" dt="2020-03-31T15:43:47.367" v="1" actId="6549"/>
        <pc:sldMkLst>
          <pc:docMk/>
          <pc:sldMk cId="3757817415" sldId="356"/>
        </pc:sldMkLst>
        <pc:spChg chg="mod">
          <ac:chgData name="Andreas Willich" userId="f1a27a91-fb80-49c6-a061-1959e15afc91" providerId="ADAL" clId="{233AC84B-2A73-49DF-9870-DC0E3EC46539}" dt="2020-03-31T15:43:47.367" v="1" actId="6549"/>
          <ac:spMkLst>
            <pc:docMk/>
            <pc:sldMk cId="3757817415" sldId="356"/>
            <ac:spMk id="2" creationId="{37E171D2-C851-49BB-BD4D-A9D00C0C2888}"/>
          </ac:spMkLst>
        </pc:spChg>
      </pc:sldChg>
      <pc:sldChg chg="modSp">
        <pc:chgData name="Andreas Willich" userId="f1a27a91-fb80-49c6-a061-1959e15afc91" providerId="ADAL" clId="{233AC84B-2A73-49DF-9870-DC0E3EC46539}" dt="2020-03-31T15:44:15.222" v="2" actId="6549"/>
        <pc:sldMkLst>
          <pc:docMk/>
          <pc:sldMk cId="537529604" sldId="357"/>
        </pc:sldMkLst>
        <pc:spChg chg="mod">
          <ac:chgData name="Andreas Willich" userId="f1a27a91-fb80-49c6-a061-1959e15afc91" providerId="ADAL" clId="{233AC84B-2A73-49DF-9870-DC0E3EC46539}" dt="2020-03-31T15:44:15.222" v="2" actId="6549"/>
          <ac:spMkLst>
            <pc:docMk/>
            <pc:sldMk cId="537529604" sldId="357"/>
            <ac:spMk id="2" creationId="{37E171D2-C851-49BB-BD4D-A9D00C0C2888}"/>
          </ac:spMkLst>
        </pc:spChg>
      </pc:sldChg>
    </pc:docChg>
  </pc:docChgLst>
  <pc:docChgLst>
    <pc:chgData name="Andreas Willich" userId="f1a27a91-fb80-49c6-a061-1959e15afc91" providerId="ADAL" clId="{81B07C46-052E-41E2-BB71-393B9724F241}"/>
    <pc:docChg chg="custSel addSld modSld">
      <pc:chgData name="Andreas Willich" userId="f1a27a91-fb80-49c6-a061-1959e15afc91" providerId="ADAL" clId="{81B07C46-052E-41E2-BB71-393B9724F241}" dt="2022-01-11T17:09:35.147" v="119" actId="20577"/>
      <pc:docMkLst>
        <pc:docMk/>
      </pc:docMkLst>
      <pc:sldChg chg="modSp mod">
        <pc:chgData name="Andreas Willich" userId="f1a27a91-fb80-49c6-a061-1959e15afc91" providerId="ADAL" clId="{81B07C46-052E-41E2-BB71-393B9724F241}" dt="2022-01-11T16:45:56.336" v="12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1B07C46-052E-41E2-BB71-393B9724F241}" dt="2022-01-11T16:45:56.336" v="12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1B07C46-052E-41E2-BB71-393B9724F241}" dt="2022-01-11T16:46:55.981" v="28" actId="113"/>
        <pc:sldMkLst>
          <pc:docMk/>
          <pc:sldMk cId="1406265366" sldId="319"/>
        </pc:sldMkLst>
        <pc:spChg chg="mod">
          <ac:chgData name="Andreas Willich" userId="f1a27a91-fb80-49c6-a061-1959e15afc91" providerId="ADAL" clId="{81B07C46-052E-41E2-BB71-393B9724F241}" dt="2022-01-11T16:46:55.981" v="28" actId="113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1B07C46-052E-41E2-BB71-393B9724F241}" dt="2022-01-11T16:51:17.076" v="87" actId="1076"/>
        <pc:sldMkLst>
          <pc:docMk/>
          <pc:sldMk cId="820736664" sldId="321"/>
        </pc:sldMkLst>
        <pc:spChg chg="mod">
          <ac:chgData name="Andreas Willich" userId="f1a27a91-fb80-49c6-a061-1959e15afc91" providerId="ADAL" clId="{81B07C46-052E-41E2-BB71-393B9724F241}" dt="2022-01-11T16:47:48.903" v="84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81B07C46-052E-41E2-BB71-393B9724F241}" dt="2022-01-11T16:51:17.076" v="87" actId="1076"/>
          <ac:picMkLst>
            <pc:docMk/>
            <pc:sldMk cId="820736664" sldId="321"/>
            <ac:picMk id="4" creationId="{0DE26AED-EFC4-4B1D-AA5D-0C33669D49E6}"/>
          </ac:picMkLst>
        </pc:picChg>
        <pc:picChg chg="del">
          <ac:chgData name="Andreas Willich" userId="f1a27a91-fb80-49c6-a061-1959e15afc91" providerId="ADAL" clId="{81B07C46-052E-41E2-BB71-393B9724F241}" dt="2022-01-11T16:51:13.286" v="85" actId="478"/>
          <ac:picMkLst>
            <pc:docMk/>
            <pc:sldMk cId="820736664" sldId="321"/>
            <ac:picMk id="1026" creationId="{B0667472-8DBC-4F42-9B5F-8ECF8BA3FD0E}"/>
          </ac:picMkLst>
        </pc:picChg>
      </pc:sldChg>
      <pc:sldChg chg="modSp">
        <pc:chgData name="Andreas Willich" userId="f1a27a91-fb80-49c6-a061-1959e15afc91" providerId="ADAL" clId="{81B07C46-052E-41E2-BB71-393B9724F241}" dt="2022-01-11T16:47:42.910" v="78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81B07C46-052E-41E2-BB71-393B9724F241}" dt="2022-01-11T16:47:42.910" v="78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81B07C46-052E-41E2-BB71-393B9724F241}" dt="2022-01-11T16:46:52.399" v="27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81B07C46-052E-41E2-BB71-393B9724F241}" dt="2022-01-11T16:46:52.399" v="27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new mod">
        <pc:chgData name="Andreas Willich" userId="f1a27a91-fb80-49c6-a061-1959e15afc91" providerId="ADAL" clId="{81B07C46-052E-41E2-BB71-393B9724F241}" dt="2022-01-11T17:09:35.147" v="119" actId="20577"/>
        <pc:sldMkLst>
          <pc:docMk/>
          <pc:sldMk cId="796943666" sldId="2076136922"/>
        </pc:sldMkLst>
        <pc:spChg chg="mod">
          <ac:chgData name="Andreas Willich" userId="f1a27a91-fb80-49c6-a061-1959e15afc91" providerId="ADAL" clId="{81B07C46-052E-41E2-BB71-393B9724F241}" dt="2022-01-11T17:08:31.763" v="92" actId="20577"/>
          <ac:spMkLst>
            <pc:docMk/>
            <pc:sldMk cId="796943666" sldId="2076136922"/>
            <ac:spMk id="2" creationId="{BE79BFBA-7597-4181-9114-AED01192BBC4}"/>
          </ac:spMkLst>
        </pc:spChg>
        <pc:spChg chg="mod">
          <ac:chgData name="Andreas Willich" userId="f1a27a91-fb80-49c6-a061-1959e15afc91" providerId="ADAL" clId="{81B07C46-052E-41E2-BB71-393B9724F241}" dt="2022-01-11T17:09:35.147" v="119" actId="20577"/>
          <ac:spMkLst>
            <pc:docMk/>
            <pc:sldMk cId="796943666" sldId="2076136922"/>
            <ac:spMk id="3" creationId="{A7B27274-847B-48A8-AFB8-605A4E2ADED3}"/>
          </ac:spMkLst>
        </pc:spChg>
      </pc:sldChg>
    </pc:docChg>
  </pc:docChgLst>
  <pc:docChgLst>
    <pc:chgData name="Andreas Willich" userId="f1a27a91-fb80-49c6-a061-1959e15afc91" providerId="ADAL" clId="{A62149DE-CE94-4347-8800-913FC615FA26}"/>
    <pc:docChg chg="delSld modSld">
      <pc:chgData name="Andreas Willich" userId="f1a27a91-fb80-49c6-a061-1959e15afc91" providerId="ADAL" clId="{A62149DE-CE94-4347-8800-913FC615FA26}" dt="2022-07-11T12:20:03.548" v="33" actId="47"/>
      <pc:docMkLst>
        <pc:docMk/>
      </pc:docMkLst>
      <pc:sldChg chg="modSp mod">
        <pc:chgData name="Andreas Willich" userId="f1a27a91-fb80-49c6-a061-1959e15afc91" providerId="ADAL" clId="{A62149DE-CE94-4347-8800-913FC615FA26}" dt="2022-07-11T12:12:18.439" v="3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A62149DE-CE94-4347-8800-913FC615FA26}" dt="2022-07-11T12:12:18.439" v="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A62149DE-CE94-4347-8800-913FC615FA26}" dt="2022-07-11T12:12:38.720" v="6" actId="6549"/>
        <pc:sldMkLst>
          <pc:docMk/>
          <pc:sldMk cId="1406265366" sldId="319"/>
        </pc:sldMkLst>
        <pc:spChg chg="mod">
          <ac:chgData name="Andreas Willich" userId="f1a27a91-fb80-49c6-a061-1959e15afc91" providerId="ADAL" clId="{A62149DE-CE94-4347-8800-913FC615FA26}" dt="2022-07-11T12:12:38.720" v="6" actId="6549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A62149DE-CE94-4347-8800-913FC615FA26}" dt="2022-07-11T12:20:00.576" v="32" actId="1076"/>
        <pc:sldMkLst>
          <pc:docMk/>
          <pc:sldMk cId="820736664" sldId="321"/>
        </pc:sldMkLst>
        <pc:spChg chg="mod">
          <ac:chgData name="Andreas Willich" userId="f1a27a91-fb80-49c6-a061-1959e15afc91" providerId="ADAL" clId="{A62149DE-CE94-4347-8800-913FC615FA26}" dt="2022-07-11T12:19:13.253" v="29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A62149DE-CE94-4347-8800-913FC615FA26}" dt="2022-07-11T12:19:56.399" v="30" actId="478"/>
          <ac:picMkLst>
            <pc:docMk/>
            <pc:sldMk cId="820736664" sldId="321"/>
            <ac:picMk id="4" creationId="{E658AC79-F137-BD0D-83FA-E0B1DF44BB32}"/>
          </ac:picMkLst>
        </pc:picChg>
        <pc:picChg chg="add mod">
          <ac:chgData name="Andreas Willich" userId="f1a27a91-fb80-49c6-a061-1959e15afc91" providerId="ADAL" clId="{A62149DE-CE94-4347-8800-913FC615FA26}" dt="2022-07-11T12:20:00.576" v="32" actId="1076"/>
          <ac:picMkLst>
            <pc:docMk/>
            <pc:sldMk cId="820736664" sldId="321"/>
            <ac:picMk id="1026" creationId="{6C50CA35-DB39-6327-B5D5-407A1DE0E97B}"/>
          </ac:picMkLst>
        </pc:picChg>
      </pc:sldChg>
      <pc:sldChg chg="modSp">
        <pc:chgData name="Andreas Willich" userId="f1a27a91-fb80-49c6-a061-1959e15afc91" providerId="ADAL" clId="{A62149DE-CE94-4347-8800-913FC615FA26}" dt="2022-07-11T12:12:55.203" v="28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A62149DE-CE94-4347-8800-913FC615FA26}" dt="2022-07-11T12:12:55.203" v="28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A62149DE-CE94-4347-8800-913FC615FA26}" dt="2022-07-11T12:12:28.326" v="4" actId="729"/>
        <pc:sldMkLst>
          <pc:docMk/>
          <pc:sldMk cId="502328727" sldId="2076136920"/>
        </pc:sldMkLst>
      </pc:sldChg>
      <pc:sldChg chg="del">
        <pc:chgData name="Andreas Willich" userId="f1a27a91-fb80-49c6-a061-1959e15afc91" providerId="ADAL" clId="{A62149DE-CE94-4347-8800-913FC615FA26}" dt="2022-07-11T12:20:03.548" v="33" actId="47"/>
        <pc:sldMkLst>
          <pc:docMk/>
          <pc:sldMk cId="1909772137" sldId="2076136924"/>
        </pc:sldMkLst>
      </pc:sldChg>
    </pc:docChg>
  </pc:docChgLst>
  <pc:docChgLst>
    <pc:chgData name="Andreas" userId="f1a27a91-fb80-49c6-a061-1959e15afc91" providerId="ADAL" clId="{62C413FA-2476-4F87-BE59-1AD32CA60D91}"/>
    <pc:docChg chg="custSel mod delSld modSld delMainMaster">
      <pc:chgData name="Andreas" userId="f1a27a91-fb80-49c6-a061-1959e15afc91" providerId="ADAL" clId="{62C413FA-2476-4F87-BE59-1AD32CA60D91}" dt="2020-12-15T06:54:27.778" v="130"/>
      <pc:docMkLst>
        <pc:docMk/>
      </pc:docMkLst>
      <pc:sldChg chg="del">
        <pc:chgData name="Andreas" userId="f1a27a91-fb80-49c6-a061-1959e15afc91" providerId="ADAL" clId="{62C413FA-2476-4F87-BE59-1AD32CA60D91}" dt="2020-12-15T06:45:36.319" v="8" actId="47"/>
        <pc:sldMkLst>
          <pc:docMk/>
          <pc:sldMk cId="2260171572" sldId="257"/>
        </pc:sldMkLst>
      </pc:sldChg>
      <pc:sldChg chg="del">
        <pc:chgData name="Andreas" userId="f1a27a91-fb80-49c6-a061-1959e15afc91" providerId="ADAL" clId="{62C413FA-2476-4F87-BE59-1AD32CA60D91}" dt="2020-12-15T06:45:44.235" v="9" actId="47"/>
        <pc:sldMkLst>
          <pc:docMk/>
          <pc:sldMk cId="2871497012" sldId="259"/>
        </pc:sldMkLst>
      </pc:sldChg>
      <pc:sldChg chg="modSp mod">
        <pc:chgData name="Andreas" userId="f1a27a91-fb80-49c6-a061-1959e15afc91" providerId="ADAL" clId="{62C413FA-2476-4F87-BE59-1AD32CA60D91}" dt="2020-12-15T06:45:31.695" v="7" actId="20577"/>
        <pc:sldMkLst>
          <pc:docMk/>
          <pc:sldMk cId="3908362423" sldId="314"/>
        </pc:sldMkLst>
        <pc:spChg chg="mod">
          <ac:chgData name="Andreas" userId="f1a27a91-fb80-49c6-a061-1959e15afc91" providerId="ADAL" clId="{62C413FA-2476-4F87-BE59-1AD32CA60D91}" dt="2020-12-15T06:45:31.695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62C413FA-2476-4F87-BE59-1AD32CA60D91}" dt="2020-12-15T06:48:15.422" v="12"/>
        <pc:sldMkLst>
          <pc:docMk/>
          <pc:sldMk cId="1406265366" sldId="319"/>
        </pc:sldMkLst>
        <pc:spChg chg="mod">
          <ac:chgData name="Andreas" userId="f1a27a91-fb80-49c6-a061-1959e15afc91" providerId="ADAL" clId="{62C413FA-2476-4F87-BE59-1AD32CA60D91}" dt="2020-12-15T06:48:15.422" v="12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 setBg">
        <pc:chgData name="Andreas" userId="f1a27a91-fb80-49c6-a061-1959e15afc91" providerId="ADAL" clId="{62C413FA-2476-4F87-BE59-1AD32CA60D91}" dt="2020-12-15T06:52:19.500" v="86" actId="26606"/>
        <pc:sldMkLst>
          <pc:docMk/>
          <pc:sldMk cId="820736664" sldId="321"/>
        </pc:sldMkLst>
        <pc:spChg chg="mo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2" creationId="{D2BE8B6A-5FBB-4721-B07C-F8B3BF495852}"/>
          </ac:spMkLst>
        </pc:spChg>
        <pc:spChg chg="mo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3" creationId="{F6AD33C1-B332-454C-806B-0AAA693B62C2}"/>
          </ac:spMkLst>
        </pc:spChg>
        <pc:spChg chg="ad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79" creationId="{6C686317-9C96-4A02-88CE-7319FF590580}"/>
          </ac:spMkLst>
        </pc:spChg>
        <pc:spChg chg="ad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89" creationId="{EB9A9756-A5DB-460E-A867-A2AE77834D3A}"/>
          </ac:spMkLst>
        </pc:spChg>
        <pc:grpChg chg="add">
          <ac:chgData name="Andreas" userId="f1a27a91-fb80-49c6-a061-1959e15afc91" providerId="ADAL" clId="{62C413FA-2476-4F87-BE59-1AD32CA60D91}" dt="2020-12-15T06:52:19.500" v="86" actId="26606"/>
          <ac:grpSpMkLst>
            <pc:docMk/>
            <pc:sldMk cId="820736664" sldId="321"/>
            <ac:grpSpMk id="71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52:19.500" v="86" actId="26606"/>
          <ac:grpSpMkLst>
            <pc:docMk/>
            <pc:sldMk cId="820736664" sldId="321"/>
            <ac:grpSpMk id="81" creationId="{E0E25B5C-98A3-47D8-A4D7-10C2E1758981}"/>
          </ac:grpSpMkLst>
        </pc:grpChg>
        <pc:picChg chg="del">
          <ac:chgData name="Andreas" userId="f1a27a91-fb80-49c6-a061-1959e15afc91" providerId="ADAL" clId="{62C413FA-2476-4F87-BE59-1AD32CA60D91}" dt="2020-12-15T06:51:58.409" v="79" actId="478"/>
          <ac:picMkLst>
            <pc:docMk/>
            <pc:sldMk cId="820736664" sldId="321"/>
            <ac:picMk id="4" creationId="{C5D9D54F-0957-4A68-B5BB-1B37FA059850}"/>
          </ac:picMkLst>
        </pc:picChg>
        <pc:picChg chg="add mod">
          <ac:chgData name="Andreas" userId="f1a27a91-fb80-49c6-a061-1959e15afc91" providerId="ADAL" clId="{62C413FA-2476-4F87-BE59-1AD32CA60D91}" dt="2020-12-15T06:52:19.500" v="86" actId="26606"/>
          <ac:picMkLst>
            <pc:docMk/>
            <pc:sldMk cId="820736664" sldId="321"/>
            <ac:picMk id="1026" creationId="{5DBEB03C-1543-4C07-A216-6A589B7A0B2C}"/>
          </ac:picMkLst>
        </pc:picChg>
      </pc:sldChg>
      <pc:sldChg chg="modSp">
        <pc:chgData name="Andreas" userId="f1a27a91-fb80-49c6-a061-1959e15afc91" providerId="ADAL" clId="{62C413FA-2476-4F87-BE59-1AD32CA60D91}" dt="2020-12-15T06:54:27.778" v="130"/>
        <pc:sldMkLst>
          <pc:docMk/>
          <pc:sldMk cId="2598560352" sldId="334"/>
        </pc:sldMkLst>
        <pc:graphicFrameChg chg="mod">
          <ac:chgData name="Andreas" userId="f1a27a91-fb80-49c6-a061-1959e15afc91" providerId="ADAL" clId="{62C413FA-2476-4F87-BE59-1AD32CA60D91}" dt="2020-12-15T06:54:27.778" v="130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" userId="f1a27a91-fb80-49c6-a061-1959e15afc91" providerId="ADAL" clId="{62C413FA-2476-4F87-BE59-1AD32CA60D91}" dt="2020-12-15T06:45:50.258" v="11" actId="27636"/>
        <pc:sldMkLst>
          <pc:docMk/>
          <pc:sldMk cId="3611784228" sldId="2076136300"/>
        </pc:sldMkLst>
        <pc:spChg chg="mod">
          <ac:chgData name="Andreas" userId="f1a27a91-fb80-49c6-a061-1959e15afc91" providerId="ADAL" clId="{62C413FA-2476-4F87-BE59-1AD32CA60D91}" dt="2020-12-15T06:45:50.258" v="11" actId="27636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" userId="f1a27a91-fb80-49c6-a061-1959e15afc91" providerId="ADAL" clId="{62C413FA-2476-4F87-BE59-1AD32CA60D91}" dt="2020-12-15T06:48:20.815" v="19" actId="20577"/>
        <pc:sldMkLst>
          <pc:docMk/>
          <pc:sldMk cId="602454855" sldId="2076136301"/>
        </pc:sldMkLst>
        <pc:spChg chg="mod">
          <ac:chgData name="Andreas" userId="f1a27a91-fb80-49c6-a061-1959e15afc91" providerId="ADAL" clId="{62C413FA-2476-4F87-BE59-1AD32CA60D91}" dt="2020-12-15T06:48:20.815" v="19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addSp delSp modSp mod">
        <pc:chgData name="Andreas" userId="f1a27a91-fb80-49c6-a061-1959e15afc91" providerId="ADAL" clId="{62C413FA-2476-4F87-BE59-1AD32CA60D91}" dt="2020-12-15T06:49:14.543" v="77" actId="26606"/>
        <pc:sldMkLst>
          <pc:docMk/>
          <pc:sldMk cId="363290704" sldId="2076136306"/>
        </pc:sldMkLst>
        <pc:spChg chg="mo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2" creationId="{9FA355AB-0459-4D79-B918-3DCE696E092C}"/>
          </ac:spMkLst>
        </pc:spChg>
        <pc:spChg chg="mo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3" creationId="{023A6FCC-F2F2-40E2-9047-052EF4B30FDD}"/>
          </ac:spMkLst>
        </pc:spChg>
        <pc:spChg chg="del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18" creationId="{260615AE-7DBC-4FF7-9107-9FE957695B02}"/>
          </ac:spMkLst>
        </pc:spChg>
        <pc:spChg chg="ad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33" creationId="{1D4477A3-7936-4C6B-B46C-52E99531272A}"/>
          </ac:spMkLst>
        </pc:spChg>
        <pc:spChg chg="ad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43" creationId="{C29A1D40-470D-401E-8548-6FF3CF37797D}"/>
          </ac:spMkLst>
        </pc:spChg>
        <pc:grpChg chg="del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10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25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35" creationId="{F44DEACC-B2E6-413E-B2B5-320225952713}"/>
          </ac:grpSpMkLst>
        </pc:grpChg>
        <pc:picChg chg="del">
          <ac:chgData name="Andreas" userId="f1a27a91-fb80-49c6-a061-1959e15afc91" providerId="ADAL" clId="{62C413FA-2476-4F87-BE59-1AD32CA60D91}" dt="2020-12-15T06:49:10.482" v="76" actId="478"/>
          <ac:picMkLst>
            <pc:docMk/>
            <pc:sldMk cId="363290704" sldId="2076136306"/>
            <ac:picMk id="7" creationId="{B5C3F302-13FB-41A4-A57A-4CC152E73D25}"/>
          </ac:picMkLst>
        </pc:picChg>
        <pc:picChg chg="add">
          <ac:chgData name="Andreas" userId="f1a27a91-fb80-49c6-a061-1959e15afc91" providerId="ADAL" clId="{62C413FA-2476-4F87-BE59-1AD32CA60D91}" dt="2020-12-15T06:49:14.543" v="77" actId="26606"/>
          <ac:picMkLst>
            <pc:docMk/>
            <pc:sldMk cId="363290704" sldId="2076136306"/>
            <ac:picMk id="22" creationId="{03E70463-0B8E-474B-9BED-D2F78C614025}"/>
          </ac:picMkLst>
        </pc:picChg>
      </pc:sldChg>
      <pc:sldChg chg="del">
        <pc:chgData name="Andreas" userId="f1a27a91-fb80-49c6-a061-1959e15afc91" providerId="ADAL" clId="{62C413FA-2476-4F87-BE59-1AD32CA60D91}" dt="2020-12-15T06:45:36.319" v="8" actId="47"/>
        <pc:sldMkLst>
          <pc:docMk/>
          <pc:sldMk cId="2286232128" sldId="2076136919"/>
        </pc:sldMkLst>
      </pc:sldChg>
      <pc:sldMasterChg chg="del delSldLayout">
        <pc:chgData name="Andreas" userId="f1a27a91-fb80-49c6-a061-1959e15afc91" providerId="ADAL" clId="{62C413FA-2476-4F87-BE59-1AD32CA60D91}" dt="2020-12-15T06:45:44.235" v="9" actId="47"/>
        <pc:sldMasterMkLst>
          <pc:docMk/>
          <pc:sldMasterMk cId="3963478984" sldId="2147483693"/>
        </pc:sldMasterMkLst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910934747" sldId="2147483694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115387147" sldId="2147483695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915602880" sldId="2147483696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2669053299" sldId="2147483697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366306449" sldId="2147483698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15107169" sldId="2147483699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708226137" sldId="2147483700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249349928" sldId="2147483701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114198497" sldId="2147483702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795664613" sldId="2147483703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063128770" sldId="2147483704"/>
          </pc:sldLayoutMkLst>
        </pc:sldLayoutChg>
      </pc:sldMasterChg>
    </pc:docChg>
  </pc:docChgLst>
  <pc:docChgLst>
    <pc:chgData name="Andreas Willich" userId="f1a27a91-fb80-49c6-a061-1959e15afc91" providerId="ADAL" clId="{0A833342-D8D2-4285-A9F1-7C5574A35F1D}"/>
    <pc:docChg chg="addSld delSld modSld">
      <pc:chgData name="Andreas Willich" userId="f1a27a91-fb80-49c6-a061-1959e15afc91" providerId="ADAL" clId="{0A833342-D8D2-4285-A9F1-7C5574A35F1D}" dt="2020-07-14T15:48:18.614" v="29" actId="20577"/>
      <pc:docMkLst>
        <pc:docMk/>
      </pc:docMkLst>
      <pc:sldChg chg="addSp modSp add del">
        <pc:chgData name="Andreas Willich" userId="f1a27a91-fb80-49c6-a061-1959e15afc91" providerId="ADAL" clId="{0A833342-D8D2-4285-A9F1-7C5574A35F1D}" dt="2020-07-13T18:18:33.116" v="23" actId="1076"/>
        <pc:sldMkLst>
          <pc:docMk/>
          <pc:sldMk cId="2303228845" sldId="265"/>
        </pc:sldMkLst>
        <pc:picChg chg="add mod">
          <ac:chgData name="Andreas Willich" userId="f1a27a91-fb80-49c6-a061-1959e15afc91" providerId="ADAL" clId="{0A833342-D8D2-4285-A9F1-7C5574A35F1D}" dt="2020-07-13T18:18:33.116" v="23" actId="1076"/>
          <ac:picMkLst>
            <pc:docMk/>
            <pc:sldMk cId="2303228845" sldId="265"/>
            <ac:picMk id="3" creationId="{574F0F1D-5523-46B0-884E-373D7A580F8D}"/>
          </ac:picMkLst>
        </pc:picChg>
      </pc:sldChg>
      <pc:sldChg chg="modSp">
        <pc:chgData name="Andreas Willich" userId="f1a27a91-fb80-49c6-a061-1959e15afc91" providerId="ADAL" clId="{0A833342-D8D2-4285-A9F1-7C5574A35F1D}" dt="2020-07-13T18:06:27.726" v="8"/>
        <pc:sldMkLst>
          <pc:docMk/>
          <pc:sldMk cId="1406265366" sldId="319"/>
        </pc:sldMkLst>
        <pc:spChg chg="mod">
          <ac:chgData name="Andreas Willich" userId="f1a27a91-fb80-49c6-a061-1959e15afc91" providerId="ADAL" clId="{0A833342-D8D2-4285-A9F1-7C5574A35F1D}" dt="2020-07-13T18:06:27.726" v="8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0A833342-D8D2-4285-A9F1-7C5574A35F1D}" dt="2020-07-13T18:15:26.085" v="19"/>
        <pc:sldMkLst>
          <pc:docMk/>
          <pc:sldMk cId="820736664" sldId="321"/>
        </pc:sldMkLst>
        <pc:spChg chg="mod">
          <ac:chgData name="Andreas Willich" userId="f1a27a91-fb80-49c6-a061-1959e15afc91" providerId="ADAL" clId="{0A833342-D8D2-4285-A9F1-7C5574A35F1D}" dt="2020-07-13T18:15:26.085" v="19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0A833342-D8D2-4285-A9F1-7C5574A35F1D}" dt="2020-07-13T18:15:21.539" v="18" actId="1076"/>
          <ac:picMkLst>
            <pc:docMk/>
            <pc:sldMk cId="820736664" sldId="321"/>
            <ac:picMk id="1026" creationId="{16DC2AEB-A52D-45A0-BF9A-598E8E5AFA18}"/>
          </ac:picMkLst>
        </pc:picChg>
        <pc:picChg chg="del">
          <ac:chgData name="Andreas Willich" userId="f1a27a91-fb80-49c6-a061-1959e15afc91" providerId="ADAL" clId="{0A833342-D8D2-4285-A9F1-7C5574A35F1D}" dt="2020-07-13T18:15:08.800" v="12" actId="478"/>
          <ac:picMkLst>
            <pc:docMk/>
            <pc:sldMk cId="820736664" sldId="321"/>
            <ac:picMk id="2050" creationId="{9235C5EA-AF12-4B8F-B650-73D796EA8790}"/>
          </ac:picMkLst>
        </pc:picChg>
      </pc:sldChg>
      <pc:sldChg chg="modSp">
        <pc:chgData name="Andreas Willich" userId="f1a27a91-fb80-49c6-a061-1959e15afc91" providerId="ADAL" clId="{0A833342-D8D2-4285-A9F1-7C5574A35F1D}" dt="2020-07-13T18:07:21.420" v="11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0A833342-D8D2-4285-A9F1-7C5574A35F1D}" dt="2020-07-13T18:07:21.420" v="1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">
        <pc:chgData name="Andreas Willich" userId="f1a27a91-fb80-49c6-a061-1959e15afc91" providerId="ADAL" clId="{0A833342-D8D2-4285-A9F1-7C5574A35F1D}" dt="2020-07-14T15:24:45.295" v="25" actId="1076"/>
        <pc:sldMkLst>
          <pc:docMk/>
          <pc:sldMk cId="3757817415" sldId="356"/>
        </pc:sldMkLst>
        <pc:picChg chg="add mod">
          <ac:chgData name="Andreas Willich" userId="f1a27a91-fb80-49c6-a061-1959e15afc91" providerId="ADAL" clId="{0A833342-D8D2-4285-A9F1-7C5574A35F1D}" dt="2020-07-13T18:01:10.968" v="2"/>
          <ac:picMkLst>
            <pc:docMk/>
            <pc:sldMk cId="3757817415" sldId="356"/>
            <ac:picMk id="4" creationId="{09740D33-19F0-40FB-BA26-AE70E472C50E}"/>
          </ac:picMkLst>
        </pc:picChg>
        <pc:picChg chg="mod">
          <ac:chgData name="Andreas Willich" userId="f1a27a91-fb80-49c6-a061-1959e15afc91" providerId="ADAL" clId="{0A833342-D8D2-4285-A9F1-7C5574A35F1D}" dt="2020-07-14T15:24:45.295" v="25" actId="1076"/>
          <ac:picMkLst>
            <pc:docMk/>
            <pc:sldMk cId="3757817415" sldId="356"/>
            <ac:picMk id="6" creationId="{BDAB3D8A-A002-46A9-B003-B2FD48C9C92F}"/>
          </ac:picMkLst>
        </pc:picChg>
      </pc:sldChg>
      <pc:sldChg chg="add del">
        <pc:chgData name="Andreas Willich" userId="f1a27a91-fb80-49c6-a061-1959e15afc91" providerId="ADAL" clId="{0A833342-D8D2-4285-A9F1-7C5574A35F1D}" dt="2020-07-13T17:51:23.759" v="1"/>
        <pc:sldMkLst>
          <pc:docMk/>
          <pc:sldMk cId="1347562593" sldId="2076136254"/>
        </pc:sldMkLst>
      </pc:sldChg>
      <pc:sldChg chg="modSp">
        <pc:chgData name="Andreas Willich" userId="f1a27a91-fb80-49c6-a061-1959e15afc91" providerId="ADAL" clId="{0A833342-D8D2-4285-A9F1-7C5574A35F1D}" dt="2020-07-13T18:05:33.061" v="5"/>
        <pc:sldMkLst>
          <pc:docMk/>
          <pc:sldMk cId="3611784228" sldId="2076136300"/>
        </pc:sldMkLst>
        <pc:spChg chg="mod">
          <ac:chgData name="Andreas Willich" userId="f1a27a91-fb80-49c6-a061-1959e15afc91" providerId="ADAL" clId="{0A833342-D8D2-4285-A9F1-7C5574A35F1D}" dt="2020-07-13T18:05:33.061" v="5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 Willich" userId="f1a27a91-fb80-49c6-a061-1959e15afc91" providerId="ADAL" clId="{0A833342-D8D2-4285-A9F1-7C5574A35F1D}" dt="2020-07-14T15:48:18.614" v="29" actId="20577"/>
        <pc:sldMkLst>
          <pc:docMk/>
          <pc:sldMk cId="363290704" sldId="2076136306"/>
        </pc:sldMkLst>
        <pc:spChg chg="mod">
          <ac:chgData name="Andreas Willich" userId="f1a27a91-fb80-49c6-a061-1959e15afc91" providerId="ADAL" clId="{0A833342-D8D2-4285-A9F1-7C5574A35F1D}" dt="2020-07-14T15:48:18.614" v="29" actId="20577"/>
          <ac:spMkLst>
            <pc:docMk/>
            <pc:sldMk cId="363290704" sldId="2076136306"/>
            <ac:spMk id="3" creationId="{023A6FCC-F2F2-40E2-9047-052EF4B30FDD}"/>
          </ac:spMkLst>
        </pc:spChg>
      </pc:sldChg>
      <pc:sldChg chg="add del">
        <pc:chgData name="Andreas Willich" userId="f1a27a91-fb80-49c6-a061-1959e15afc91" providerId="ADAL" clId="{0A833342-D8D2-4285-A9F1-7C5574A35F1D}" dt="2020-07-14T15:24:52.340" v="27" actId="2696"/>
        <pc:sldMkLst>
          <pc:docMk/>
          <pc:sldMk cId="341863535" sldId="2076136307"/>
        </pc:sldMkLst>
      </pc:sldChg>
      <pc:sldChg chg="add">
        <pc:chgData name="Andreas Willich" userId="f1a27a91-fb80-49c6-a061-1959e15afc91" providerId="ADAL" clId="{0A833342-D8D2-4285-A9F1-7C5574A35F1D}" dt="2020-07-14T15:24:50.417" v="26"/>
        <pc:sldMkLst>
          <pc:docMk/>
          <pc:sldMk cId="2246882655" sldId="2076136308"/>
        </pc:sldMkLst>
      </pc:sldChg>
    </pc:docChg>
  </pc:docChgLst>
  <pc:docChgLst>
    <pc:chgData name="Andreas" userId="f1a27a91-fb80-49c6-a061-1959e15afc91" providerId="ADAL" clId="{FDDBE5EE-5F4D-4CE8-8880-8C8201B8FD28}"/>
    <pc:docChg chg="undo redo custSel modSld">
      <pc:chgData name="Andreas" userId="f1a27a91-fb80-49c6-a061-1959e15afc91" providerId="ADAL" clId="{FDDBE5EE-5F4D-4CE8-8880-8C8201B8FD28}" dt="2021-01-19T14:27:47.267" v="34" actId="207"/>
      <pc:docMkLst>
        <pc:docMk/>
      </pc:docMkLst>
      <pc:sldChg chg="modSp mod">
        <pc:chgData name="Andreas" userId="f1a27a91-fb80-49c6-a061-1959e15afc91" providerId="ADAL" clId="{FDDBE5EE-5F4D-4CE8-8880-8C8201B8FD28}" dt="2021-01-19T14:27:47.267" v="34" actId="207"/>
        <pc:sldMkLst>
          <pc:docMk/>
          <pc:sldMk cId="3611784228" sldId="2076136300"/>
        </pc:sldMkLst>
        <pc:spChg chg="mod">
          <ac:chgData name="Andreas" userId="f1a27a91-fb80-49c6-a061-1959e15afc91" providerId="ADAL" clId="{FDDBE5EE-5F4D-4CE8-8880-8C8201B8FD28}" dt="2021-01-19T14:27:47.267" v="34" actId="207"/>
          <ac:spMkLst>
            <pc:docMk/>
            <pc:sldMk cId="3611784228" sldId="2076136300"/>
            <ac:spMk id="4" creationId="{D7925A7C-AB59-454A-B250-F65B7CA9A084}"/>
          </ac:spMkLst>
        </pc:spChg>
      </pc:sldChg>
    </pc:docChg>
  </pc:docChgLst>
  <pc:docChgLst>
    <pc:chgData name="Andreas Willich" userId="f1a27a91-fb80-49c6-a061-1959e15afc91" providerId="ADAL" clId="{EDF55AA3-04F5-4A29-B0AA-4C6DE1CF29ED}"/>
    <pc:docChg chg="undo custSel addSld delSld modSld">
      <pc:chgData name="Andreas Willich" userId="f1a27a91-fb80-49c6-a061-1959e15afc91" providerId="ADAL" clId="{EDF55AA3-04F5-4A29-B0AA-4C6DE1CF29ED}" dt="2020-05-05T17:29:26.359" v="298" actId="20577"/>
      <pc:docMkLst>
        <pc:docMk/>
      </pc:docMkLst>
      <pc:sldChg chg="modSp">
        <pc:chgData name="Andreas Willich" userId="f1a27a91-fb80-49c6-a061-1959e15afc91" providerId="ADAL" clId="{EDF55AA3-04F5-4A29-B0AA-4C6DE1CF29ED}" dt="2020-05-04T15:48:25.493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EDF55AA3-04F5-4A29-B0AA-4C6DE1CF29ED}" dt="2020-05-04T15:48:25.493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EDF55AA3-04F5-4A29-B0AA-4C6DE1CF29ED}" dt="2020-05-04T15:57:19.861" v="190"/>
        <pc:sldMkLst>
          <pc:docMk/>
          <pc:sldMk cId="1406265366" sldId="319"/>
        </pc:sldMkLst>
        <pc:spChg chg="mod">
          <ac:chgData name="Andreas Willich" userId="f1a27a91-fb80-49c6-a061-1959e15afc91" providerId="ADAL" clId="{EDF55AA3-04F5-4A29-B0AA-4C6DE1CF29ED}" dt="2020-05-04T15:57:19.861" v="190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EDF55AA3-04F5-4A29-B0AA-4C6DE1CF29ED}" dt="2020-05-04T16:04:47.533" v="276" actId="27636"/>
        <pc:sldMkLst>
          <pc:docMk/>
          <pc:sldMk cId="820736664" sldId="321"/>
        </pc:sldMkLst>
        <pc:spChg chg="mod">
          <ac:chgData name="Andreas Willich" userId="f1a27a91-fb80-49c6-a061-1959e15afc91" providerId="ADAL" clId="{EDF55AA3-04F5-4A29-B0AA-4C6DE1CF29ED}" dt="2020-05-04T16:04:47.533" v="276" actId="27636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EDF55AA3-04F5-4A29-B0AA-4C6DE1CF29ED}" dt="2020-05-04T16:04:35.742" v="269" actId="478"/>
          <ac:picMkLst>
            <pc:docMk/>
            <pc:sldMk cId="820736664" sldId="321"/>
            <ac:picMk id="4" creationId="{0495E371-0AF3-4058-894C-3BAEACE413EB}"/>
          </ac:picMkLst>
        </pc:picChg>
        <pc:picChg chg="add del">
          <ac:chgData name="Andreas Willich" userId="f1a27a91-fb80-49c6-a061-1959e15afc91" providerId="ADAL" clId="{EDF55AA3-04F5-4A29-B0AA-4C6DE1CF29ED}" dt="2020-05-04T16:04:34.291" v="268" actId="478"/>
          <ac:picMkLst>
            <pc:docMk/>
            <pc:sldMk cId="820736664" sldId="321"/>
            <ac:picMk id="5" creationId="{F49DA945-8BEE-46E4-A178-0EC5A1816050}"/>
          </ac:picMkLst>
        </pc:picChg>
        <pc:picChg chg="del">
          <ac:chgData name="Andreas Willich" userId="f1a27a91-fb80-49c6-a061-1959e15afc91" providerId="ADAL" clId="{EDF55AA3-04F5-4A29-B0AA-4C6DE1CF29ED}" dt="2020-05-04T16:04:32.846" v="266" actId="478"/>
          <ac:picMkLst>
            <pc:docMk/>
            <pc:sldMk cId="820736664" sldId="321"/>
            <ac:picMk id="2050" creationId="{7C68AE71-37F5-41EF-975F-18C770D6E5F2}"/>
          </ac:picMkLst>
        </pc:picChg>
        <pc:picChg chg="add mod">
          <ac:chgData name="Andreas Willich" userId="f1a27a91-fb80-49c6-a061-1959e15afc91" providerId="ADAL" clId="{EDF55AA3-04F5-4A29-B0AA-4C6DE1CF29ED}" dt="2020-05-04T16:04:42.278" v="272" actId="1076"/>
          <ac:picMkLst>
            <pc:docMk/>
            <pc:sldMk cId="820736664" sldId="321"/>
            <ac:picMk id="2052" creationId="{8878D270-AA30-4BF1-BBAD-18062D62DD76}"/>
          </ac:picMkLst>
        </pc:picChg>
      </pc:sldChg>
      <pc:sldChg chg="modSp">
        <pc:chgData name="Andreas Willich" userId="f1a27a91-fb80-49c6-a061-1959e15afc91" providerId="ADAL" clId="{EDF55AA3-04F5-4A29-B0AA-4C6DE1CF29ED}" dt="2020-05-04T15:57:58.047" v="264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EDF55AA3-04F5-4A29-B0AA-4C6DE1CF29ED}" dt="2020-05-04T15:57:58.047" v="26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NotesTx">
        <pc:chgData name="Andreas Willich" userId="f1a27a91-fb80-49c6-a061-1959e15afc91" providerId="ADAL" clId="{EDF55AA3-04F5-4A29-B0AA-4C6DE1CF29ED}" dt="2020-05-05T15:55:57.974" v="278" actId="6549"/>
        <pc:sldMkLst>
          <pc:docMk/>
          <pc:sldMk cId="1152218513" sldId="2076136295"/>
        </pc:sldMkLst>
        <pc:picChg chg="add mod">
          <ac:chgData name="Andreas Willich" userId="f1a27a91-fb80-49c6-a061-1959e15afc91" providerId="ADAL" clId="{EDF55AA3-04F5-4A29-B0AA-4C6DE1CF29ED}" dt="2020-05-04T15:49:14.453" v="10" actId="14100"/>
          <ac:picMkLst>
            <pc:docMk/>
            <pc:sldMk cId="1152218513" sldId="2076136295"/>
            <ac:picMk id="3" creationId="{F6A68FB5-E6A8-4134-84D6-0CF61DD255B0}"/>
          </ac:picMkLst>
        </pc:picChg>
        <pc:picChg chg="del">
          <ac:chgData name="Andreas Willich" userId="f1a27a91-fb80-49c6-a061-1959e15afc91" providerId="ADAL" clId="{EDF55AA3-04F5-4A29-B0AA-4C6DE1CF29ED}" dt="2020-05-04T15:49:03.723" v="5" actId="478"/>
          <ac:picMkLst>
            <pc:docMk/>
            <pc:sldMk cId="1152218513" sldId="2076136295"/>
            <ac:picMk id="23" creationId="{BF1A12AB-15C8-45F6-83AF-F0C6F5963C99}"/>
          </ac:picMkLst>
        </pc:picChg>
      </pc:sldChg>
      <pc:sldChg chg="del">
        <pc:chgData name="Andreas Willich" userId="f1a27a91-fb80-49c6-a061-1959e15afc91" providerId="ADAL" clId="{EDF55AA3-04F5-4A29-B0AA-4C6DE1CF29ED}" dt="2020-05-04T15:58:04.920" v="265" actId="2696"/>
        <pc:sldMkLst>
          <pc:docMk/>
          <pc:sldMk cId="3155323864" sldId="2076136297"/>
        </pc:sldMkLst>
      </pc:sldChg>
      <pc:sldChg chg="addSp delSp modSp add modTransition">
        <pc:chgData name="Andreas Willich" userId="f1a27a91-fb80-49c6-a061-1959e15afc91" providerId="ADAL" clId="{EDF55AA3-04F5-4A29-B0AA-4C6DE1CF29ED}" dt="2020-05-04T15:55:22.641" v="140" actId="20577"/>
        <pc:sldMkLst>
          <pc:docMk/>
          <pc:sldMk cId="1281630560" sldId="2076136299"/>
        </pc:sldMkLst>
        <pc:spChg chg="del">
          <ac:chgData name="Andreas Willich" userId="f1a27a91-fb80-49c6-a061-1959e15afc91" providerId="ADAL" clId="{EDF55AA3-04F5-4A29-B0AA-4C6DE1CF29ED}" dt="2020-05-04T15:49:33.201" v="12"/>
          <ac:spMkLst>
            <pc:docMk/>
            <pc:sldMk cId="1281630560" sldId="2076136299"/>
            <ac:spMk id="2" creationId="{EE7EA472-E47C-41A5-9613-481A83A7E375}"/>
          </ac:spMkLst>
        </pc:spChg>
        <pc:spChg chg="add mod">
          <ac:chgData name="Andreas Willich" userId="f1a27a91-fb80-49c6-a061-1959e15afc91" providerId="ADAL" clId="{EDF55AA3-04F5-4A29-B0AA-4C6DE1CF29ED}" dt="2020-05-04T15:51:44.462" v="89" actId="20577"/>
          <ac:spMkLst>
            <pc:docMk/>
            <pc:sldMk cId="1281630560" sldId="2076136299"/>
            <ac:spMk id="3" creationId="{850533D4-0989-4917-9198-55B5D635D15D}"/>
          </ac:spMkLst>
        </pc:spChg>
        <pc:spChg chg="add mod">
          <ac:chgData name="Andreas Willich" userId="f1a27a91-fb80-49c6-a061-1959e15afc91" providerId="ADAL" clId="{EDF55AA3-04F5-4A29-B0AA-4C6DE1CF29ED}" dt="2020-05-04T15:55:22.641" v="140" actId="20577"/>
          <ac:spMkLst>
            <pc:docMk/>
            <pc:sldMk cId="1281630560" sldId="2076136299"/>
            <ac:spMk id="4" creationId="{D7925A7C-AB59-454A-B250-F65B7CA9A084}"/>
          </ac:spMkLst>
        </pc:spChg>
      </pc:sldChg>
      <pc:sldChg chg="modSp add">
        <pc:chgData name="Andreas Willich" userId="f1a27a91-fb80-49c6-a061-1959e15afc91" providerId="ADAL" clId="{EDF55AA3-04F5-4A29-B0AA-4C6DE1CF29ED}" dt="2020-05-04T15:56:04.539" v="183"/>
        <pc:sldMkLst>
          <pc:docMk/>
          <pc:sldMk cId="3611784228" sldId="2076136300"/>
        </pc:sldMkLst>
        <pc:spChg chg="mod">
          <ac:chgData name="Andreas Willich" userId="f1a27a91-fb80-49c6-a061-1959e15afc91" providerId="ADAL" clId="{EDF55AA3-04F5-4A29-B0AA-4C6DE1CF29ED}" dt="2020-05-04T15:56:04.539" v="183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add">
        <pc:chgData name="Andreas Willich" userId="f1a27a91-fb80-49c6-a061-1959e15afc91" providerId="ADAL" clId="{EDF55AA3-04F5-4A29-B0AA-4C6DE1CF29ED}" dt="2020-05-05T17:29:26.359" v="298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EDF55AA3-04F5-4A29-B0AA-4C6DE1CF29ED}" dt="2020-05-05T17:29:26.359" v="29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add del">
        <pc:chgData name="Andreas Willich" userId="f1a27a91-fb80-49c6-a061-1959e15afc91" providerId="ADAL" clId="{EDF55AA3-04F5-4A29-B0AA-4C6DE1CF29ED}" dt="2020-05-04T16:09:17.129" v="277" actId="2696"/>
        <pc:sldMkLst>
          <pc:docMk/>
          <pc:sldMk cId="2799008307" sldId="2076136301"/>
        </pc:sldMkLst>
      </pc:sldChg>
      <pc:sldChg chg="add del">
        <pc:chgData name="Andreas Willich" userId="f1a27a91-fb80-49c6-a061-1959e15afc91" providerId="ADAL" clId="{EDF55AA3-04F5-4A29-B0AA-4C6DE1CF29ED}" dt="2020-05-04T15:55:36.310" v="144" actId="2696"/>
        <pc:sldMkLst>
          <pc:docMk/>
          <pc:sldMk cId="587134028" sldId="2076136302"/>
        </pc:sldMkLst>
      </pc:sldChg>
    </pc:docChg>
  </pc:docChgLst>
  <pc:docChgLst>
    <pc:chgData name="Andreas Willich" userId="f1a27a91-fb80-49c6-a061-1959e15afc91" providerId="ADAL" clId="{A01E0F7B-8A01-4325-ABF0-8D52AC743D91}"/>
    <pc:docChg chg="custSel addSld delSld modSld">
      <pc:chgData name="Andreas Willich" userId="f1a27a91-fb80-49c6-a061-1959e15afc91" providerId="ADAL" clId="{A01E0F7B-8A01-4325-ABF0-8D52AC743D91}" dt="2019-10-01T14:31:49.889" v="98" actId="20577"/>
      <pc:docMkLst>
        <pc:docMk/>
      </pc:docMkLst>
      <pc:sldChg chg="modSp del">
        <pc:chgData name="Andreas Willich" userId="f1a27a91-fb80-49c6-a061-1959e15afc91" providerId="ADAL" clId="{A01E0F7B-8A01-4325-ABF0-8D52AC743D91}" dt="2019-10-01T14:27:07.893" v="94" actId="2696"/>
        <pc:sldMkLst>
          <pc:docMk/>
          <pc:sldMk cId="761059054" sldId="256"/>
        </pc:sldMkLst>
        <pc:spChg chg="mod">
          <ac:chgData name="Andreas Willich" userId="f1a27a91-fb80-49c6-a061-1959e15afc91" providerId="ADAL" clId="{A01E0F7B-8A01-4325-ABF0-8D52AC743D91}" dt="2019-10-01T14:26:56.052" v="88" actId="20577"/>
          <ac:spMkLst>
            <pc:docMk/>
            <pc:sldMk cId="761059054" sldId="256"/>
            <ac:spMk id="2" creationId="{F9AA163C-91DF-4DE2-9A38-F40B13152A58}"/>
          </ac:spMkLst>
        </pc:spChg>
      </pc:sldChg>
      <pc:sldChg chg="modSp">
        <pc:chgData name="Andreas Willich" userId="f1a27a91-fb80-49c6-a061-1959e15afc91" providerId="ADAL" clId="{A01E0F7B-8A01-4325-ABF0-8D52AC743D91}" dt="2019-10-01T14:31:49.889" v="98" actId="20577"/>
        <pc:sldMkLst>
          <pc:docMk/>
          <pc:sldMk cId="3374559431" sldId="304"/>
        </pc:sldMkLst>
        <pc:spChg chg="mod">
          <ac:chgData name="Andreas Willich" userId="f1a27a91-fb80-49c6-a061-1959e15afc91" providerId="ADAL" clId="{A01E0F7B-8A01-4325-ABF0-8D52AC743D91}" dt="2019-10-01T14:31:49.889" v="98" actId="20577"/>
          <ac:spMkLst>
            <pc:docMk/>
            <pc:sldMk cId="3374559431" sldId="304"/>
            <ac:spMk id="3" creationId="{45ECB2EA-8F8A-4CFD-BE74-077FEFB374F1}"/>
          </ac:spMkLst>
        </pc:spChg>
      </pc:sldChg>
      <pc:sldChg chg="modSp">
        <pc:chgData name="Andreas Willich" userId="f1a27a91-fb80-49c6-a061-1959e15afc91" providerId="ADAL" clId="{A01E0F7B-8A01-4325-ABF0-8D52AC743D91}" dt="2019-10-01T14:25:31.703" v="9" actId="5793"/>
        <pc:sldMkLst>
          <pc:docMk/>
          <pc:sldMk cId="4009951914" sldId="311"/>
        </pc:sldMkLst>
        <pc:spChg chg="mod">
          <ac:chgData name="Andreas Willich" userId="f1a27a91-fb80-49c6-a061-1959e15afc91" providerId="ADAL" clId="{A01E0F7B-8A01-4325-ABF0-8D52AC743D91}" dt="2019-10-01T14:25:31.703" v="9" actId="5793"/>
          <ac:spMkLst>
            <pc:docMk/>
            <pc:sldMk cId="4009951914" sldId="311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5:52.295" v="23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A01E0F7B-8A01-4325-ABF0-8D52AC743D91}" dt="2019-10-01T14:25:52.295" v="23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6:19.076" v="46" actId="20577"/>
        <pc:sldMkLst>
          <pc:docMk/>
          <pc:sldMk cId="816153105" sldId="313"/>
        </pc:sldMkLst>
        <pc:spChg chg="mod">
          <ac:chgData name="Andreas Willich" userId="f1a27a91-fb80-49c6-a061-1959e15afc91" providerId="ADAL" clId="{A01E0F7B-8A01-4325-ABF0-8D52AC743D91}" dt="2019-10-01T14:26:19.076" v="46" actId="20577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7:02.989" v="92" actId="27636"/>
        <pc:sldMkLst>
          <pc:docMk/>
          <pc:sldMk cId="3908362423" sldId="314"/>
        </pc:sldMkLst>
        <pc:spChg chg="mod">
          <ac:chgData name="Andreas Willich" userId="f1a27a91-fb80-49c6-a061-1959e15afc91" providerId="ADAL" clId="{A01E0F7B-8A01-4325-ABF0-8D52AC743D91}" dt="2019-10-01T14:27:02.989" v="92" actId="27636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A01E0F7B-8A01-4325-ABF0-8D52AC743D91}" dt="2019-10-01T14:26:41.182" v="57" actId="20577"/>
        <pc:sldMkLst>
          <pc:docMk/>
          <pc:sldMk cId="38101848" sldId="315"/>
        </pc:sldMkLst>
        <pc:spChg chg="mod">
          <ac:chgData name="Andreas Willich" userId="f1a27a91-fb80-49c6-a061-1959e15afc91" providerId="ADAL" clId="{A01E0F7B-8A01-4325-ABF0-8D52AC743D91}" dt="2019-10-01T14:26:41.182" v="57" actId="20577"/>
          <ac:spMkLst>
            <pc:docMk/>
            <pc:sldMk cId="38101848" sldId="315"/>
            <ac:spMk id="2" creationId="{6E28FA68-F88A-4C3C-BF12-37A8759C5B35}"/>
          </ac:spMkLst>
        </pc:spChg>
      </pc:sldChg>
      <pc:sldChg chg="add">
        <pc:chgData name="Andreas Willich" userId="f1a27a91-fb80-49c6-a061-1959e15afc91" providerId="ADAL" clId="{A01E0F7B-8A01-4325-ABF0-8D52AC743D91}" dt="2019-10-01T14:27:05.916" v="93"/>
        <pc:sldMkLst>
          <pc:docMk/>
          <pc:sldMk cId="1406265366" sldId="319"/>
        </pc:sldMkLst>
      </pc:sldChg>
    </pc:docChg>
  </pc:docChgLst>
  <pc:docChgLst>
    <pc:chgData name="Andreas" userId="f1a27a91-fb80-49c6-a061-1959e15afc91" providerId="ADAL" clId="{8DD87FE7-7374-455E-A130-1FFB52C37A74}"/>
    <pc:docChg chg="undo custSel addSld delSld modSld">
      <pc:chgData name="Andreas" userId="f1a27a91-fb80-49c6-a061-1959e15afc91" providerId="ADAL" clId="{8DD87FE7-7374-455E-A130-1FFB52C37A74}" dt="2020-10-20T06:44:41.496" v="147" actId="20577"/>
      <pc:docMkLst>
        <pc:docMk/>
      </pc:docMkLst>
      <pc:sldChg chg="del">
        <pc:chgData name="Andreas" userId="f1a27a91-fb80-49c6-a061-1959e15afc91" providerId="ADAL" clId="{8DD87FE7-7374-455E-A130-1FFB52C37A74}" dt="2020-10-20T06:35:09.136" v="131" actId="2696"/>
        <pc:sldMkLst>
          <pc:docMk/>
          <pc:sldMk cId="2303228845" sldId="265"/>
        </pc:sldMkLst>
      </pc:sldChg>
      <pc:sldChg chg="modSp">
        <pc:chgData name="Andreas" userId="f1a27a91-fb80-49c6-a061-1959e15afc91" providerId="ADAL" clId="{8DD87FE7-7374-455E-A130-1FFB52C37A74}" dt="2020-10-19T11:29:17.195" v="53" actId="20577"/>
        <pc:sldMkLst>
          <pc:docMk/>
          <pc:sldMk cId="1406265366" sldId="319"/>
        </pc:sldMkLst>
        <pc:spChg chg="mod">
          <ac:chgData name="Andreas" userId="f1a27a91-fb80-49c6-a061-1959e15afc91" providerId="ADAL" clId="{8DD87FE7-7374-455E-A130-1FFB52C37A74}" dt="2020-10-19T11:29:17.195" v="53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" userId="f1a27a91-fb80-49c6-a061-1959e15afc91" providerId="ADAL" clId="{8DD87FE7-7374-455E-A130-1FFB52C37A74}" dt="2020-10-20T06:43:36.427" v="139" actId="14100"/>
        <pc:sldMkLst>
          <pc:docMk/>
          <pc:sldMk cId="820736664" sldId="321"/>
        </pc:sldMkLst>
        <pc:spChg chg="mod">
          <ac:chgData name="Andreas" userId="f1a27a91-fb80-49c6-a061-1959e15afc91" providerId="ADAL" clId="{8DD87FE7-7374-455E-A130-1FFB52C37A74}" dt="2020-10-20T06:42:34.860" v="134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" userId="f1a27a91-fb80-49c6-a061-1959e15afc91" providerId="ADAL" clId="{8DD87FE7-7374-455E-A130-1FFB52C37A74}" dt="2020-10-20T06:43:28.104" v="135" actId="478"/>
          <ac:picMkLst>
            <pc:docMk/>
            <pc:sldMk cId="820736664" sldId="321"/>
            <ac:picMk id="6" creationId="{2389D912-7D8E-4875-8717-C75CA2BD7E3C}"/>
          </ac:picMkLst>
        </pc:picChg>
        <pc:picChg chg="add mod">
          <ac:chgData name="Andreas" userId="f1a27a91-fb80-49c6-a061-1959e15afc91" providerId="ADAL" clId="{8DD87FE7-7374-455E-A130-1FFB52C37A74}" dt="2020-10-20T06:43:36.427" v="139" actId="14100"/>
          <ac:picMkLst>
            <pc:docMk/>
            <pc:sldMk cId="820736664" sldId="321"/>
            <ac:picMk id="1026" creationId="{FD382090-8B26-425A-81D6-47CFA04E662A}"/>
          </ac:picMkLst>
        </pc:picChg>
      </pc:sldChg>
      <pc:sldChg chg="modSp">
        <pc:chgData name="Andreas" userId="f1a27a91-fb80-49c6-a061-1959e15afc91" providerId="ADAL" clId="{8DD87FE7-7374-455E-A130-1FFB52C37A74}" dt="2020-10-19T11:29:59.784" v="127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8DD87FE7-7374-455E-A130-1FFB52C37A74}" dt="2020-10-19T11:29:59.784" v="12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Transition">
        <pc:chgData name="Andreas" userId="f1a27a91-fb80-49c6-a061-1959e15afc91" providerId="ADAL" clId="{8DD87FE7-7374-455E-A130-1FFB52C37A74}" dt="2020-10-20T06:35:33.236" v="133"/>
        <pc:sldMkLst>
          <pc:docMk/>
          <pc:sldMk cId="395760585" sldId="341"/>
        </pc:sldMkLst>
      </pc:sldChg>
      <pc:sldChg chg="del">
        <pc:chgData name="Andreas" userId="f1a27a91-fb80-49c6-a061-1959e15afc91" providerId="ADAL" clId="{8DD87FE7-7374-455E-A130-1FFB52C37A74}" dt="2020-10-20T06:35:09.094" v="128" actId="2696"/>
        <pc:sldMkLst>
          <pc:docMk/>
          <pc:sldMk cId="1227752644" sldId="2076136233"/>
        </pc:sldMkLst>
      </pc:sldChg>
      <pc:sldChg chg="del">
        <pc:chgData name="Andreas" userId="f1a27a91-fb80-49c6-a061-1959e15afc91" providerId="ADAL" clId="{8DD87FE7-7374-455E-A130-1FFB52C37A74}" dt="2020-10-20T06:35:09.128" v="130" actId="2696"/>
        <pc:sldMkLst>
          <pc:docMk/>
          <pc:sldMk cId="1347562593" sldId="2076136254"/>
        </pc:sldMkLst>
      </pc:sldChg>
      <pc:sldChg chg="modSp">
        <pc:chgData name="Andreas" userId="f1a27a91-fb80-49c6-a061-1959e15afc91" providerId="ADAL" clId="{8DD87FE7-7374-455E-A130-1FFB52C37A74}" dt="2020-10-15T13:42:54.377" v="41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8DD87FE7-7374-455E-A130-1FFB52C37A74}" dt="2020-10-15T13:42:54.377" v="41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add del">
        <pc:chgData name="Andreas" userId="f1a27a91-fb80-49c6-a061-1959e15afc91" providerId="ADAL" clId="{8DD87FE7-7374-455E-A130-1FFB52C37A74}" dt="2020-10-19T11:29:25.554" v="58" actId="20577"/>
        <pc:sldMkLst>
          <pc:docMk/>
          <pc:sldMk cId="602454855" sldId="2076136301"/>
        </pc:sldMkLst>
        <pc:spChg chg="mod">
          <ac:chgData name="Andreas" userId="f1a27a91-fb80-49c6-a061-1959e15afc91" providerId="ADAL" clId="{8DD87FE7-7374-455E-A130-1FFB52C37A74}" dt="2020-10-19T11:29:25.554" v="5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modSp">
        <pc:chgData name="Andreas" userId="f1a27a91-fb80-49c6-a061-1959e15afc91" providerId="ADAL" clId="{8DD87FE7-7374-455E-A130-1FFB52C37A74}" dt="2020-10-20T06:44:41.496" v="147" actId="20577"/>
        <pc:sldMkLst>
          <pc:docMk/>
          <pc:sldMk cId="363290704" sldId="2076136306"/>
        </pc:sldMkLst>
        <pc:spChg chg="mod">
          <ac:chgData name="Andreas" userId="f1a27a91-fb80-49c6-a061-1959e15afc91" providerId="ADAL" clId="{8DD87FE7-7374-455E-A130-1FFB52C37A74}" dt="2020-10-20T06:44:41.496" v="147" actId="20577"/>
          <ac:spMkLst>
            <pc:docMk/>
            <pc:sldMk cId="363290704" sldId="2076136306"/>
            <ac:spMk id="2" creationId="{9FA355AB-0459-4D79-B918-3DCE696E092C}"/>
          </ac:spMkLst>
        </pc:spChg>
      </pc:sldChg>
      <pc:sldMasterChg chg="delSldLayout">
        <pc:chgData name="Andreas" userId="f1a27a91-fb80-49c6-a061-1959e15afc91" providerId="ADAL" clId="{8DD87FE7-7374-455E-A130-1FFB52C37A74}" dt="2020-10-20T06:35:09.097" v="129" actId="2696"/>
        <pc:sldMasterMkLst>
          <pc:docMk/>
          <pc:sldMasterMk cId="1290038045" sldId="2147483660"/>
        </pc:sldMasterMkLst>
        <pc:sldLayoutChg chg="del">
          <pc:chgData name="Andreas" userId="f1a27a91-fb80-49c6-a061-1959e15afc91" providerId="ADAL" clId="{8DD87FE7-7374-455E-A130-1FFB52C37A74}" dt="2020-10-20T06:35:09.097" v="129" actId="2696"/>
          <pc:sldLayoutMkLst>
            <pc:docMk/>
            <pc:sldMasterMk cId="1290038045" sldId="2147483660"/>
            <pc:sldLayoutMk cId="1725988359" sldId="2147483678"/>
          </pc:sldLayoutMkLst>
        </pc:sldLayoutChg>
      </pc:sldMasterChg>
      <pc:sldMasterChg chg="delSldLayout">
        <pc:chgData name="Andreas" userId="f1a27a91-fb80-49c6-a061-1959e15afc91" providerId="ADAL" clId="{8DD87FE7-7374-455E-A130-1FFB52C37A74}" dt="2020-10-20T06:35:09.137" v="132" actId="2696"/>
        <pc:sldMasterMkLst>
          <pc:docMk/>
          <pc:sldMasterMk cId="4233338767" sldId="2147483679"/>
        </pc:sldMasterMkLst>
        <pc:sldLayoutChg chg="del">
          <pc:chgData name="Andreas" userId="f1a27a91-fb80-49c6-a061-1959e15afc91" providerId="ADAL" clId="{8DD87FE7-7374-455E-A130-1FFB52C37A74}" dt="2020-10-20T06:35:09.137" v="132" actId="2696"/>
          <pc:sldLayoutMkLst>
            <pc:docMk/>
            <pc:sldMasterMk cId="4233338767" sldId="2147483679"/>
            <pc:sldLayoutMk cId="4129072711" sldId="2147483691"/>
          </pc:sldLayoutMkLst>
        </pc:sldLayoutChg>
      </pc:sldMasterChg>
    </pc:docChg>
  </pc:docChgLst>
  <pc:docChgLst>
    <pc:chgData name="Andreas" userId="f1a27a91-fb80-49c6-a061-1959e15afc91" providerId="ADAL" clId="{FF89BC70-3D36-4F4F-949C-DD8361087660}"/>
    <pc:docChg chg="undo custSel addSld delSld modSld">
      <pc:chgData name="Andreas" userId="f1a27a91-fb80-49c6-a061-1959e15afc91" providerId="ADAL" clId="{FF89BC70-3D36-4F4F-949C-DD8361087660}" dt="2020-04-15T09:17:29.319" v="145" actId="1076"/>
      <pc:docMkLst>
        <pc:docMk/>
      </pc:docMkLst>
      <pc:sldChg chg="addSp modSp">
        <pc:chgData name="Andreas" userId="f1a27a91-fb80-49c6-a061-1959e15afc91" providerId="ADAL" clId="{FF89BC70-3D36-4F4F-949C-DD8361087660}" dt="2020-04-15T09:17:29.319" v="145" actId="1076"/>
        <pc:sldMkLst>
          <pc:docMk/>
          <pc:sldMk cId="820736664" sldId="321"/>
        </pc:sldMkLst>
        <pc:spChg chg="mod">
          <ac:chgData name="Andreas" userId="f1a27a91-fb80-49c6-a061-1959e15afc91" providerId="ADAL" clId="{FF89BC70-3D36-4F4F-949C-DD8361087660}" dt="2020-04-15T09:17:06.798" v="142"/>
          <ac:spMkLst>
            <pc:docMk/>
            <pc:sldMk cId="820736664" sldId="321"/>
            <ac:spMk id="3" creationId="{F6AD33C1-B332-454C-806B-0AAA693B62C2}"/>
          </ac:spMkLst>
        </pc:spChg>
        <pc:picChg chg="mod">
          <ac:chgData name="Andreas" userId="f1a27a91-fb80-49c6-a061-1959e15afc91" providerId="ADAL" clId="{FF89BC70-3D36-4F4F-949C-DD8361087660}" dt="2020-04-15T09:17:29.319" v="145" actId="1076"/>
          <ac:picMkLst>
            <pc:docMk/>
            <pc:sldMk cId="820736664" sldId="321"/>
            <ac:picMk id="4" creationId="{0495E371-0AF3-4058-894C-3BAEACE413EB}"/>
          </ac:picMkLst>
        </pc:picChg>
        <pc:picChg chg="add mod">
          <ac:chgData name="Andreas" userId="f1a27a91-fb80-49c6-a061-1959e15afc91" providerId="ADAL" clId="{FF89BC70-3D36-4F4F-949C-DD8361087660}" dt="2020-04-15T09:17:29.319" v="145" actId="1076"/>
          <ac:picMkLst>
            <pc:docMk/>
            <pc:sldMk cId="820736664" sldId="321"/>
            <ac:picMk id="2050" creationId="{7C68AE71-37F5-41EF-975F-18C770D6E5F2}"/>
          </ac:picMkLst>
        </pc:picChg>
      </pc:sldChg>
      <pc:sldChg chg="del">
        <pc:chgData name="Andreas" userId="f1a27a91-fb80-49c6-a061-1959e15afc91" providerId="ADAL" clId="{FF89BC70-3D36-4F4F-949C-DD8361087660}" dt="2020-04-15T09:12:23.559" v="141" actId="2696"/>
        <pc:sldMkLst>
          <pc:docMk/>
          <pc:sldMk cId="3651273312" sldId="330"/>
        </pc:sldMkLst>
      </pc:sldChg>
      <pc:sldChg chg="modSp">
        <pc:chgData name="Andreas" userId="f1a27a91-fb80-49c6-a061-1959e15afc91" providerId="ADAL" clId="{FF89BC70-3D36-4F4F-949C-DD8361087660}" dt="2020-04-15T09:08:07.462" v="6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FF89BC70-3D36-4F4F-949C-DD8361087660}" dt="2020-04-15T09:08:07.462" v="6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">
        <pc:chgData name="Andreas" userId="f1a27a91-fb80-49c6-a061-1959e15afc91" providerId="ADAL" clId="{FF89BC70-3D36-4F4F-949C-DD8361087660}" dt="2020-04-15T09:12:12.042" v="139" actId="408"/>
        <pc:sldMkLst>
          <pc:docMk/>
          <pc:sldMk cId="3887042138" sldId="346"/>
        </pc:sldMkLst>
        <pc:spChg chg="add del">
          <ac:chgData name="Andreas" userId="f1a27a91-fb80-49c6-a061-1959e15afc91" providerId="ADAL" clId="{FF89BC70-3D36-4F4F-949C-DD8361087660}" dt="2020-04-15T09:10:28.412" v="123" actId="478"/>
          <ac:spMkLst>
            <pc:docMk/>
            <pc:sldMk cId="3887042138" sldId="346"/>
            <ac:spMk id="2" creationId="{5489B9F2-67A1-476F-83ED-C8E0591BB344}"/>
          </ac:spMkLst>
        </pc:spChg>
        <pc:spChg chg="mod">
          <ac:chgData name="Andreas" userId="f1a27a91-fb80-49c6-a061-1959e15afc91" providerId="ADAL" clId="{FF89BC70-3D36-4F4F-949C-DD8361087660}" dt="2020-04-15T09:11:36.011" v="135" actId="1076"/>
          <ac:spMkLst>
            <pc:docMk/>
            <pc:sldMk cId="3887042138" sldId="346"/>
            <ac:spMk id="6" creationId="{289181EA-5F2D-4783-A466-BF7060E0BA2E}"/>
          </ac:spMkLst>
        </pc:spChg>
        <pc:grpChg chg="add 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5" creationId="{E4347991-90D6-40E5-8C75-5C42C9059681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0" creationId="{91CDD93B-EBC1-4450-B04F-8D1267D6911C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3" creationId="{1889159C-436C-4AA6-AF46-3DFB7105AE49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6" creationId="{4305BC33-523C-458D-82B3-F1DC26FE333C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9" creationId="{0A60D5DC-0196-41E0-9F61-1BC89192C7E0}"/>
          </ac:grpSpMkLst>
        </pc:grpChg>
        <pc:picChg chg="add mod">
          <ac:chgData name="Andreas" userId="f1a27a91-fb80-49c6-a061-1959e15afc91" providerId="ADAL" clId="{FF89BC70-3D36-4F4F-949C-DD8361087660}" dt="2020-04-15T09:11:31.675" v="133" actId="164"/>
          <ac:picMkLst>
            <pc:docMk/>
            <pc:sldMk cId="3887042138" sldId="346"/>
            <ac:picMk id="4" creationId="{C167AABE-79D8-4B68-966D-932B928999C1}"/>
          </ac:picMkLst>
        </pc:picChg>
        <pc:picChg chg="mod">
          <ac:chgData name="Andreas" userId="f1a27a91-fb80-49c6-a061-1959e15afc91" providerId="ADAL" clId="{FF89BC70-3D36-4F4F-949C-DD8361087660}" dt="2020-04-15T09:10:11.953" v="118" actId="1076"/>
          <ac:picMkLst>
            <pc:docMk/>
            <pc:sldMk cId="3887042138" sldId="346"/>
            <ac:picMk id="11" creationId="{326FF49C-64EF-4EAB-AFCE-281C2504C36D}"/>
          </ac:picMkLst>
        </pc:picChg>
        <pc:picChg chg="mod">
          <ac:chgData name="Andreas" userId="f1a27a91-fb80-49c6-a061-1959e15afc91" providerId="ADAL" clId="{FF89BC70-3D36-4F4F-949C-DD8361087660}" dt="2020-04-15T09:10:18.816" v="120" actId="1076"/>
          <ac:picMkLst>
            <pc:docMk/>
            <pc:sldMk cId="3887042138" sldId="346"/>
            <ac:picMk id="15" creationId="{C2E2F97B-B128-4120-B507-235FDAC98E7F}"/>
          </ac:picMkLst>
        </pc:picChg>
        <pc:picChg chg="add mod">
          <ac:chgData name="Andreas" userId="f1a27a91-fb80-49c6-a061-1959e15afc91" providerId="ADAL" clId="{FF89BC70-3D36-4F4F-949C-DD8361087660}" dt="2020-04-15T09:11:31.675" v="133" actId="164"/>
          <ac:picMkLst>
            <pc:docMk/>
            <pc:sldMk cId="3887042138" sldId="346"/>
            <ac:picMk id="1026" creationId="{ABD88EB4-C611-482A-A55E-9793804D7699}"/>
          </ac:picMkLst>
        </pc:picChg>
      </pc:sldChg>
      <pc:sldChg chg="add">
        <pc:chgData name="Andreas" userId="f1a27a91-fb80-49c6-a061-1959e15afc91" providerId="ADAL" clId="{FF89BC70-3D36-4F4F-949C-DD8361087660}" dt="2020-04-15T09:12:21.958" v="140"/>
        <pc:sldMkLst>
          <pc:docMk/>
          <pc:sldMk cId="453279210" sldId="2076136296"/>
        </pc:sldMkLst>
      </pc:sldChg>
    </pc:docChg>
  </pc:docChgLst>
  <pc:docChgLst>
    <pc:chgData name="Andreas" userId="f1a27a91-fb80-49c6-a061-1959e15afc91" providerId="ADAL" clId="{1C4CCB77-7A09-4A4C-B97D-9AF6D5D2BC83}"/>
    <pc:docChg chg="modSld">
      <pc:chgData name="Andreas" userId="f1a27a91-fb80-49c6-a061-1959e15afc91" providerId="ADAL" clId="{1C4CCB77-7A09-4A4C-B97D-9AF6D5D2BC83}" dt="2020-04-13T12:32:27.597" v="0"/>
      <pc:docMkLst>
        <pc:docMk/>
      </pc:docMkLst>
      <pc:sldChg chg="modSp">
        <pc:chgData name="Andreas" userId="f1a27a91-fb80-49c6-a061-1959e15afc91" providerId="ADAL" clId="{1C4CCB77-7A09-4A4C-B97D-9AF6D5D2BC83}" dt="2020-04-13T12:32:27.597" v="0"/>
        <pc:sldMkLst>
          <pc:docMk/>
          <pc:sldMk cId="1406265366" sldId="319"/>
        </pc:sldMkLst>
        <pc:spChg chg="mod">
          <ac:chgData name="Andreas" userId="f1a27a91-fb80-49c6-a061-1959e15afc91" providerId="ADAL" clId="{1C4CCB77-7A09-4A4C-B97D-9AF6D5D2BC83}" dt="2020-04-13T12:32:27.597" v="0"/>
          <ac:spMkLst>
            <pc:docMk/>
            <pc:sldMk cId="1406265366" sldId="319"/>
            <ac:spMk id="2" creationId="{C7CF4C79-936C-42D0-BDD1-5E60E01898F1}"/>
          </ac:spMkLst>
        </pc:spChg>
      </pc:sldChg>
    </pc:docChg>
  </pc:docChgLst>
  <pc:docChgLst>
    <pc:chgData name="Andreas Willich" userId="f1a27a91-fb80-49c6-a061-1959e15afc91" providerId="ADAL" clId="{9A93EFDF-DA3E-41BC-ADDA-976C6CAECA58}"/>
    <pc:docChg chg="modSld">
      <pc:chgData name="Andreas Willich" userId="f1a27a91-fb80-49c6-a061-1959e15afc91" providerId="ADAL" clId="{9A93EFDF-DA3E-41BC-ADDA-976C6CAECA58}" dt="2020-03-30T16:36:00.169" v="0"/>
      <pc:docMkLst>
        <pc:docMk/>
      </pc:docMkLst>
      <pc:sldChg chg="modSp">
        <pc:chgData name="Andreas Willich" userId="f1a27a91-fb80-49c6-a061-1959e15afc91" providerId="ADAL" clId="{9A93EFDF-DA3E-41BC-ADDA-976C6CAECA58}" dt="2020-03-30T16:36:00.169" v="0"/>
        <pc:sldMkLst>
          <pc:docMk/>
          <pc:sldMk cId="1447551412" sldId="347"/>
        </pc:sldMkLst>
        <pc:spChg chg="mod">
          <ac:chgData name="Andreas Willich" userId="f1a27a91-fb80-49c6-a061-1959e15afc91" providerId="ADAL" clId="{9A93EFDF-DA3E-41BC-ADDA-976C6CAECA58}" dt="2020-03-30T16:36:00.169" v="0"/>
          <ac:spMkLst>
            <pc:docMk/>
            <pc:sldMk cId="1447551412" sldId="347"/>
            <ac:spMk id="3" creationId="{75749533-675B-4072-B3D4-84538195242A}"/>
          </ac:spMkLst>
        </pc:spChg>
      </pc:sldChg>
    </pc:docChg>
  </pc:docChgLst>
  <pc:docChgLst>
    <pc:chgData name="Andreas Willich" userId="f1a27a91-fb80-49c6-a061-1959e15afc91" providerId="ADAL" clId="{6DEB2BA9-95E2-4C28-9098-116C126D9CBC}"/>
    <pc:docChg chg="undo custSel mod addSld delSld modSld">
      <pc:chgData name="Andreas Willich" userId="f1a27a91-fb80-49c6-a061-1959e15afc91" providerId="ADAL" clId="{6DEB2BA9-95E2-4C28-9098-116C126D9CBC}" dt="2020-02-08T14:09:44.303" v="843" actId="1076"/>
      <pc:docMkLst>
        <pc:docMk/>
      </pc:docMkLst>
      <pc:sldChg chg="addSp modSp del mod setBg">
        <pc:chgData name="Andreas Willich" userId="f1a27a91-fb80-49c6-a061-1959e15afc91" providerId="ADAL" clId="{6DEB2BA9-95E2-4C28-9098-116C126D9CBC}" dt="2020-02-08T09:05:26.877" v="48" actId="2696"/>
        <pc:sldMkLst>
          <pc:docMk/>
          <pc:sldMk cId="3568291105" sldId="297"/>
        </pc:sldMkLst>
        <pc:spChg chg="mo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4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5" creationId="{00000000-0000-0000-0000-000000000000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0" creationId="{C475749F-F487-4EFB-ABC7-C1359590EB76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2" creationId="{F6285A5F-6712-47A0-8A11-F0DFF60D0D20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4" creationId="{FA6F8ABB-6C5D-4349-9E1B-198D1ABFA804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6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04:03.747" v="44" actId="26606"/>
          <ac:grpSpMkLst>
            <pc:docMk/>
            <pc:sldMk cId="3568291105" sldId="297"/>
            <ac:grpSpMk id="18" creationId="{DAD463E1-6621-44B4-A995-C70A4631D388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6:27.440" v="229" actId="26606"/>
        <pc:sldMkLst>
          <pc:docMk/>
          <pc:sldMk cId="76436240" sldId="298"/>
        </pc:sldMkLst>
        <pc:spChg chg="mo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3" creationId="{00000000-0000-0000-0000-000000000000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8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0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2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4" creationId="{B971ABA8-4CDB-4EEE-8C48-AA4FDB650782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7" creationId="{15655827-B42D-4180-88D3-D83F25E4BD1C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8" creationId="{24ACCB06-563C-4ADE-B4D6-1FE9F723C7D9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9" creationId="{40761ECD-D92B-46AE-82CA-640023D282F9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76436240" sldId="298"/>
            <ac:spMk id="20" creationId="{398B9F3E-AAEC-4C9F-B8C2-2C7A6632EA9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76436240" sldId="298"/>
            <ac:spMk id="21" creationId="{5A19804F-A10A-425D-BC8A-FFCCFEA41802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3" creationId="{9A928607-C55C-40FD-B2DF-6CD6A7226A71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4" creationId="{400A20C1-29A4-43E0-AB15-7931F76F8C2D}"/>
          </ac:spMkLst>
        </pc:spChg>
        <pc:grpChg chg="add">
          <ac:chgData name="Andreas Willich" userId="f1a27a91-fb80-49c6-a061-1959e15afc91" providerId="ADAL" clId="{6DEB2BA9-95E2-4C28-9098-116C126D9CBC}" dt="2020-02-08T09:46:27.440" v="229" actId="26606"/>
          <ac:grpSpMkLst>
            <pc:docMk/>
            <pc:sldMk cId="76436240" sldId="298"/>
            <ac:grpSpMk id="5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09:05:22.016" v="46" actId="26606"/>
          <ac:grpSpMkLst>
            <pc:docMk/>
            <pc:sldMk cId="76436240" sldId="298"/>
            <ac:grpSpMk id="16" creationId="{DAD463E1-6621-44B4-A995-C70A4631D388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76436240" sldId="298"/>
            <ac:grpSpMk id="22" creationId="{AF2675FE-7C81-45E3-AE40-C45F0206B4E8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7:06.243" v="234" actId="26606"/>
        <pc:sldMkLst>
          <pc:docMk/>
          <pc:sldMk cId="4100226806" sldId="299"/>
        </pc:sldMkLst>
        <pc:spChg chg="mo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2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" creationId="{00000000-0000-0000-0000-000000000000}"/>
          </ac:spMkLst>
        </pc:spChg>
        <pc:spChg chg="add del">
          <ac:chgData name="Andreas Willich" userId="f1a27a91-fb80-49c6-a061-1959e15afc91" providerId="ADAL" clId="{6DEB2BA9-95E2-4C28-9098-116C126D9CBC}" dt="2020-02-08T09:05:57.867" v="50" actId="26606"/>
          <ac:spMkLst>
            <pc:docMk/>
            <pc:sldMk cId="4100226806" sldId="299"/>
            <ac:spMk id="8" creationId="{398B9F3E-AAEC-4C9F-B8C2-2C7A6632EA96}"/>
          </ac:spMkLst>
        </pc:spChg>
        <pc:spChg chg="add del">
          <ac:chgData name="Andreas Willich" userId="f1a27a91-fb80-49c6-a061-1959e15afc91" providerId="ADAL" clId="{6DEB2BA9-95E2-4C28-9098-116C126D9CBC}" dt="2020-02-08T09:05:57.867" v="50" actId="26606"/>
          <ac:spMkLst>
            <pc:docMk/>
            <pc:sldMk cId="4100226806" sldId="299"/>
            <ac:spMk id="10" creationId="{5A19804F-A10A-425D-BC8A-FFCCFEA41802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14" creationId="{07D1A722-B699-4DA0-B7AC-F06CC81AD5F2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19" creationId="{A29398BB-6F62-472B-88B2-8D942FEBFB20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20" creationId="{91E9AE86-E5FF-46E4-BE50-58DD19A2247A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21" creationId="{01F1CEA4-5DA0-41E1-A743-4F227AE62B67}"/>
          </ac:spMkLst>
        </pc:spChg>
        <pc:spChg chg="add del">
          <ac:chgData name="Andreas Willich" userId="f1a27a91-fb80-49c6-a061-1959e15afc91" providerId="ADAL" clId="{6DEB2BA9-95E2-4C28-9098-116C126D9CBC}" dt="2020-02-08T09:46:57.590" v="231" actId="26606"/>
          <ac:spMkLst>
            <pc:docMk/>
            <pc:sldMk cId="4100226806" sldId="299"/>
            <ac:spMk id="23" creationId="{260615AE-7DBC-4FF7-9107-9FE957695B02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100226806" sldId="299"/>
            <ac:spMk id="26" creationId="{3E443FD7-A66B-4AA0-872D-B088B9BC5F17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100226806" sldId="299"/>
            <ac:spMk id="28" creationId="{C04BE0EF-3561-49B4-9A29-F283168A91C7}"/>
          </ac:spMkLst>
        </pc:spChg>
        <pc:spChg chg="add del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0" creationId="{C29A1D40-470D-401E-8548-6FF3CF37797D}"/>
          </ac:spMkLst>
        </pc:spChg>
        <pc:spChg chg="add del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3" creationId="{1D4477A3-7936-4C6B-B46C-52E99531272A}"/>
          </ac:spMkLst>
        </pc:spChg>
        <pc:spChg chg="ad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49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51" creationId="{164E9BCF-1B67-4514-808C-A5DCBDEB4A85}"/>
          </ac:spMkLst>
        </pc:spChg>
        <pc:grpChg chg="add del">
          <ac:chgData name="Andreas Willich" userId="f1a27a91-fb80-49c6-a061-1959e15afc91" providerId="ADAL" clId="{6DEB2BA9-95E2-4C28-9098-116C126D9CBC}" dt="2020-02-08T09:46:57.590" v="231" actId="26606"/>
          <ac:grpSpMkLst>
            <pc:docMk/>
            <pc:sldMk cId="4100226806" sldId="299"/>
            <ac:grpSpMk id="9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09:05:57.867" v="50" actId="26606"/>
          <ac:grpSpMkLst>
            <pc:docMk/>
            <pc:sldMk cId="4100226806" sldId="299"/>
            <ac:grpSpMk id="12" creationId="{AF2675FE-7C81-45E3-AE40-C45F0206B4E8}"/>
          </ac:grpSpMkLst>
        </pc:grpChg>
        <pc:grpChg chg="add del">
          <ac:chgData name="Andreas Willich" userId="f1a27a91-fb80-49c6-a061-1959e15afc91" providerId="ADAL" clId="{6DEB2BA9-95E2-4C28-9098-116C126D9CBC}" dt="2020-02-08T09:24:06.382" v="107" actId="26606"/>
          <ac:grpSpMkLst>
            <pc:docMk/>
            <pc:sldMk cId="4100226806" sldId="299"/>
            <ac:grpSpMk id="16" creationId="{A3C0D298-47AC-4912-8022-B969E5732CB9}"/>
          </ac:grpSpMkLst>
        </pc:grpChg>
        <pc:grpChg chg="add del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22" creationId="{F44DEACC-B2E6-413E-B2B5-320225952713}"/>
          </ac:grpSpMkLst>
        </pc:grpChg>
        <pc:grpChg chg="add del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29" creationId="{C616B3DC-C165-433D-9187-62DCC0E317D3}"/>
          </ac:grpSpMkLst>
        </pc:grpChg>
        <pc:grpChg chg="add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41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53" creationId="{32238778-9D1D-45F4-BB78-76F208A224B4}"/>
          </ac:grpSpMkLst>
        </pc:grpChg>
        <pc:picChg chg="add del mod">
          <ac:chgData name="Andreas Willich" userId="f1a27a91-fb80-49c6-a061-1959e15afc91" providerId="ADAL" clId="{6DEB2BA9-95E2-4C28-9098-116C126D9CBC}" dt="2020-02-08T09:47:04.488" v="233" actId="478"/>
          <ac:picMkLst>
            <pc:docMk/>
            <pc:sldMk cId="4100226806" sldId="299"/>
            <ac:picMk id="7" creationId="{26BD6D09-333A-4233-89C9-ACE15A9B1D11}"/>
          </ac:picMkLst>
        </pc:picChg>
      </pc:sldChg>
      <pc:sldChg chg="addSp modSp mod setBg">
        <pc:chgData name="Andreas Willich" userId="f1a27a91-fb80-49c6-a061-1959e15afc91" providerId="ADAL" clId="{6DEB2BA9-95E2-4C28-9098-116C126D9CBC}" dt="2020-02-08T10:13:13.503" v="596" actId="26606"/>
        <pc:sldMkLst>
          <pc:docMk/>
          <pc:sldMk cId="3374559431" sldId="304"/>
        </pc:sldMkLst>
        <pc:spChg chg="mo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2" creationId="{777F1BEC-7346-49C4-8982-028289C661FA}"/>
          </ac:spMkLst>
        </pc:spChg>
        <pc:spChg chg="mo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3" creationId="{45ECB2EA-8F8A-4CFD-BE74-077FEFB374F1}"/>
          </ac:spMkLst>
        </pc:spChg>
        <pc:spChg chg="ad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10" creationId="{6AD30037-67ED-4367-9BE0-45787510BF13}"/>
          </ac:spMkLst>
        </pc:spChg>
        <pc:grpChg chg="add">
          <ac:chgData name="Andreas Willich" userId="f1a27a91-fb80-49c6-a061-1959e15afc91" providerId="ADAL" clId="{6DEB2BA9-95E2-4C28-9098-116C126D9CBC}" dt="2020-02-08T10:13:13.503" v="596" actId="26606"/>
          <ac:grpSpMkLst>
            <pc:docMk/>
            <pc:sldMk cId="3374559431" sldId="304"/>
            <ac:grpSpMk id="12" creationId="{50841A4E-5BC1-44B4-83CF-D524E8AEAD64}"/>
          </ac:grpSpMkLst>
        </pc:grpChg>
        <pc:picChg chg="add mod ord">
          <ac:chgData name="Andreas Willich" userId="f1a27a91-fb80-49c6-a061-1959e15afc91" providerId="ADAL" clId="{6DEB2BA9-95E2-4C28-9098-116C126D9CBC}" dt="2020-02-08T10:13:13.503" v="596" actId="26606"/>
          <ac:picMkLst>
            <pc:docMk/>
            <pc:sldMk cId="3374559431" sldId="304"/>
            <ac:picMk id="5" creationId="{F63B49BB-37AE-43B8-B7C4-3A7471E85128}"/>
          </ac:picMkLst>
        </pc:picChg>
      </pc:sldChg>
      <pc:sldChg chg="addSp delSp modSp mod setBg">
        <pc:chgData name="Andreas Willich" userId="f1a27a91-fb80-49c6-a061-1959e15afc91" providerId="ADAL" clId="{6DEB2BA9-95E2-4C28-9098-116C126D9CBC}" dt="2020-02-08T10:33:09.973" v="834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6DEB2BA9-95E2-4C28-9098-116C126D9CBC}" dt="2020-02-08T10:32:13.864" v="781" actId="26606"/>
          <ac:spMkLst>
            <pc:docMk/>
            <pc:sldMk cId="3668429019" sldId="312"/>
            <ac:spMk id="2" creationId="{00000000-0000-0000-0000-000000000000}"/>
          </ac:spMkLst>
        </pc:spChg>
        <pc:spChg chg="del mod">
          <ac:chgData name="Andreas Willich" userId="f1a27a91-fb80-49c6-a061-1959e15afc91" providerId="ADAL" clId="{6DEB2BA9-95E2-4C28-9098-116C126D9CBC}" dt="2020-02-08T10:32:13.864" v="781" actId="26606"/>
          <ac:spMkLst>
            <pc:docMk/>
            <pc:sldMk cId="3668429019" sldId="312"/>
            <ac:spMk id="3" creationId="{00000000-0000-0000-0000-000000000000}"/>
          </ac:spMkLst>
        </pc:spChg>
        <pc:graphicFrameChg chg="add mod">
          <ac:chgData name="Andreas Willich" userId="f1a27a91-fb80-49c6-a061-1959e15afc91" providerId="ADAL" clId="{6DEB2BA9-95E2-4C28-9098-116C126D9CBC}" dt="2020-02-08T10:33:09.973" v="834" actId="20577"/>
          <ac:graphicFrameMkLst>
            <pc:docMk/>
            <pc:sldMk cId="3668429019" sldId="312"/>
            <ac:graphicFrameMk id="5" creationId="{646BD10E-9A6C-45CE-A11F-D312F9487D4F}"/>
          </ac:graphicFrameMkLst>
        </pc:graphicFrameChg>
      </pc:sldChg>
      <pc:sldChg chg="addSp modSp">
        <pc:chgData name="Andreas Willich" userId="f1a27a91-fb80-49c6-a061-1959e15afc91" providerId="ADAL" clId="{6DEB2BA9-95E2-4C28-9098-116C126D9CBC}" dt="2020-02-08T10:03:26.609" v="592" actId="14100"/>
        <pc:sldMkLst>
          <pc:docMk/>
          <pc:sldMk cId="816153105" sldId="313"/>
        </pc:sldMkLst>
        <pc:spChg chg="mod">
          <ac:chgData name="Andreas Willich" userId="f1a27a91-fb80-49c6-a061-1959e15afc91" providerId="ADAL" clId="{6DEB2BA9-95E2-4C28-9098-116C126D9CBC}" dt="2020-02-08T10:03:19.273" v="590" actId="1076"/>
          <ac:spMkLst>
            <pc:docMk/>
            <pc:sldMk cId="816153105" sldId="313"/>
            <ac:spMk id="3" creationId="{00000000-0000-0000-0000-000000000000}"/>
          </ac:spMkLst>
        </pc:spChg>
        <pc:picChg chg="add mod">
          <ac:chgData name="Andreas Willich" userId="f1a27a91-fb80-49c6-a061-1959e15afc91" providerId="ADAL" clId="{6DEB2BA9-95E2-4C28-9098-116C126D9CBC}" dt="2020-02-08T10:03:26.609" v="592" actId="14100"/>
          <ac:picMkLst>
            <pc:docMk/>
            <pc:sldMk cId="816153105" sldId="313"/>
            <ac:picMk id="4098" creationId="{DD03BA0E-53C3-4989-AB5A-03BD78FC07E2}"/>
          </ac:picMkLst>
        </pc:picChg>
      </pc:sldChg>
      <pc:sldChg chg="addSp delSp modSp mod setBg delDesignElem">
        <pc:chgData name="Andreas Willich" userId="f1a27a91-fb80-49c6-a061-1959e15afc91" providerId="ADAL" clId="{6DEB2BA9-95E2-4C28-9098-116C126D9CBC}" dt="2020-02-08T09:43:20.429" v="196" actId="26606"/>
        <pc:sldMkLst>
          <pc:docMk/>
          <pc:sldMk cId="3908362423" sldId="314"/>
        </pc:sldMkLst>
        <pc:spChg chg="mo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2" creationId="{C7CF4C79-936C-42D0-BDD1-5E60E01898F1}"/>
          </ac:spMkLst>
        </pc:spChg>
        <pc:spChg chg="add mo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3" creationId="{8A275334-E97F-4EE2-A044-BED82FBD7ED6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5" creationId="{15655827-B42D-4180-88D3-D83F25E4BD1C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6" creationId="{24ACCB06-563C-4ADE-B4D6-1FE9F723C7D9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7" creationId="{40761ECD-D92B-46AE-82CA-640023D282F9}"/>
          </ac:spMkLst>
        </pc:spChg>
        <pc:spChg chg="add del">
          <ac:chgData name="Andreas Willich" userId="f1a27a91-fb80-49c6-a061-1959e15afc91" providerId="ADAL" clId="{6DEB2BA9-95E2-4C28-9098-116C126D9CBC}" dt="2020-02-08T09:03:23.031" v="40" actId="26606"/>
          <ac:spMkLst>
            <pc:docMk/>
            <pc:sldMk cId="3908362423" sldId="314"/>
            <ac:spMk id="8" creationId="{23962611-DFD5-4092-AAFD-559E3DFCE2C9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9" creationId="{9A928607-C55C-40FD-B2DF-6CD6A7226A71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11" creationId="{400A20C1-29A4-43E0-AB15-7931F76F8C2D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2" creationId="{B672F332-AF08-46C6-94F0-77684310D7B7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3" creationId="{559AE206-7EBA-4D33-8BC9-9D8158553F0E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4" creationId="{34244EF8-D73A-40E1-BE73-D46E6B4B04ED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5" creationId="{6437D937-A7F1-4011-92B4-328E5BE1B166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6" creationId="{AB84D7E8-4ECB-42D7-ADBF-01689B0F24AE}"/>
          </ac:spMkLst>
        </pc:spChg>
        <pc:spChg chg="ad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19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20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3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5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7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9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43:20.429" v="196" actId="26606"/>
          <ac:grpSpMkLst>
            <pc:docMk/>
            <pc:sldMk cId="3908362423" sldId="314"/>
            <ac:grpSpMk id="21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3908362423" sldId="314"/>
            <ac:grpSpMk id="31" creationId="{DAD463E1-6621-44B4-A995-C70A4631D388}"/>
          </ac:grpSpMkLst>
        </pc:grpChg>
        <pc:picChg chg="add del">
          <ac:chgData name="Andreas Willich" userId="f1a27a91-fb80-49c6-a061-1959e15afc91" providerId="ADAL" clId="{6DEB2BA9-95E2-4C28-9098-116C126D9CBC}" dt="2020-02-08T09:03:23.031" v="40" actId="26606"/>
          <ac:picMkLst>
            <pc:docMk/>
            <pc:sldMk cId="3908362423" sldId="314"/>
            <ac:picMk id="10" creationId="{2270F1FA-0425-408F-9861-80BF5AFB276D}"/>
          </ac:picMkLst>
        </pc:picChg>
        <pc:cxnChg chg="add del">
          <ac:chgData name="Andreas Willich" userId="f1a27a91-fb80-49c6-a061-1959e15afc91" providerId="ADAL" clId="{6DEB2BA9-95E2-4C28-9098-116C126D9CBC}" dt="2020-02-08T09:03:50.970" v="43" actId="26606"/>
          <ac:cxnSpMkLst>
            <pc:docMk/>
            <pc:sldMk cId="3908362423" sldId="314"/>
            <ac:cxnSpMk id="18" creationId="{9E8E38ED-369A-44C2-B635-0BED0E48A6E8}"/>
          </ac:cxnSpMkLst>
        </pc:cxnChg>
      </pc:sldChg>
      <pc:sldChg chg="del">
        <pc:chgData name="Andreas Willich" userId="f1a27a91-fb80-49c6-a061-1959e15afc91" providerId="ADAL" clId="{6DEB2BA9-95E2-4C28-9098-116C126D9CBC}" dt="2020-02-08T10:15:58.619" v="597" actId="2696"/>
        <pc:sldMkLst>
          <pc:docMk/>
          <pc:sldMk cId="38101848" sldId="315"/>
        </pc:sldMkLst>
      </pc:sldChg>
      <pc:sldChg chg="modSp del">
        <pc:chgData name="Andreas Willich" userId="f1a27a91-fb80-49c6-a061-1959e15afc91" providerId="ADAL" clId="{6DEB2BA9-95E2-4C28-9098-116C126D9CBC}" dt="2020-02-08T10:16:02.848" v="598" actId="2696"/>
        <pc:sldMkLst>
          <pc:docMk/>
          <pc:sldMk cId="1878672232" sldId="316"/>
        </pc:sldMkLst>
        <pc:spChg chg="mod">
          <ac:chgData name="Andreas Willich" userId="f1a27a91-fb80-49c6-a061-1959e15afc91" providerId="ADAL" clId="{6DEB2BA9-95E2-4C28-9098-116C126D9CBC}" dt="2020-02-08T09:43:03.145" v="193" actId="27636"/>
          <ac:spMkLst>
            <pc:docMk/>
            <pc:sldMk cId="1878672232" sldId="316"/>
            <ac:spMk id="3" creationId="{183F6854-477B-47BA-A625-FE388215D100}"/>
          </ac:spMkLst>
        </pc:spChg>
      </pc:sldChg>
      <pc:sldChg chg="addSp modSp mod setBg">
        <pc:chgData name="Andreas Willich" userId="f1a27a91-fb80-49c6-a061-1959e15afc91" providerId="ADAL" clId="{6DEB2BA9-95E2-4C28-9098-116C126D9CBC}" dt="2020-02-08T09:56:18.777" v="324" actId="26606"/>
        <pc:sldMkLst>
          <pc:docMk/>
          <pc:sldMk cId="834093159" sldId="318"/>
        </pc:sldMkLst>
        <pc:spChg chg="mo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4" creationId="{7C7A16D8-60F5-4B02-8C69-11C1FEAC93DC}"/>
          </ac:spMkLst>
        </pc:spChg>
        <pc:spChg chg="mo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5" creationId="{D19D4635-C1E2-4F48-9840-7CA3D53A55A3}"/>
          </ac:spMkLst>
        </pc:spChg>
        <pc:spChg chg="ad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18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20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09:56:18.777" v="324" actId="26606"/>
          <ac:grpSpMkLst>
            <pc:docMk/>
            <pc:sldMk cId="834093159" sldId="318"/>
            <ac:grpSpMk id="10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09:56:18.777" v="324" actId="26606"/>
          <ac:grpSpMkLst>
            <pc:docMk/>
            <pc:sldMk cId="834093159" sldId="318"/>
            <ac:grpSpMk id="22" creationId="{32238778-9D1D-45F4-BB78-76F208A224B4}"/>
          </ac:grpSpMkLst>
        </pc:grpChg>
      </pc:sldChg>
      <pc:sldChg chg="addSp modSp mod setBg">
        <pc:chgData name="Andreas Willich" userId="f1a27a91-fb80-49c6-a061-1959e15afc91" providerId="ADAL" clId="{6DEB2BA9-95E2-4C28-9098-116C126D9CBC}" dt="2020-02-08T10:20:09.314" v="612" actId="26606"/>
        <pc:sldMkLst>
          <pc:docMk/>
          <pc:sldMk cId="1406265366" sldId="319"/>
        </pc:sldMkLst>
        <pc:spChg chg="mo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2" creationId="{C7CF4C79-936C-42D0-BDD1-5E60E01898F1}"/>
          </ac:spMkLst>
        </pc:spChg>
        <pc:spChg chg="ad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7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9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10:20:09.314" v="612" actId="26606"/>
          <ac:grpSpMkLst>
            <pc:docMk/>
            <pc:sldMk cId="1406265366" sldId="319"/>
            <ac:grpSpMk id="11" creationId="{32238778-9D1D-45F4-BB78-76F208A224B4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7:22.369" v="246" actId="20577"/>
        <pc:sldMkLst>
          <pc:docMk/>
          <pc:sldMk cId="4012844004" sldId="320"/>
        </pc:sldMkLst>
        <pc:spChg chg="mod">
          <ac:chgData name="Andreas Willich" userId="f1a27a91-fb80-49c6-a061-1959e15afc91" providerId="ADAL" clId="{6DEB2BA9-95E2-4C28-9098-116C126D9CBC}" dt="2020-02-08T09:13:28.070" v="63" actId="20577"/>
          <ac:spMkLst>
            <pc:docMk/>
            <pc:sldMk cId="4012844004" sldId="320"/>
            <ac:spMk id="2" creationId="{254A830C-96FC-4FC1-867C-29EEA29E076A}"/>
          </ac:spMkLst>
        </pc:spChg>
        <pc:spChg chg="mod">
          <ac:chgData name="Andreas Willich" userId="f1a27a91-fb80-49c6-a061-1959e15afc91" providerId="ADAL" clId="{6DEB2BA9-95E2-4C28-9098-116C126D9CBC}" dt="2020-02-08T09:47:22.369" v="246" actId="20577"/>
          <ac:spMkLst>
            <pc:docMk/>
            <pc:sldMk cId="4012844004" sldId="320"/>
            <ac:spMk id="3" creationId="{F0A5CE4A-A558-4ED6-B2E5-7B20C18A7F9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012844004" sldId="320"/>
            <ac:spMk id="8" creationId="{16F9E488-0718-4E1E-9D12-26779F606252}"/>
          </ac:spMkLst>
        </pc:s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4012844004" sldId="320"/>
            <ac:grpSpMk id="10" creationId="{3E56AAFE-9BE9-4FA7-A0B3-1748E67F0E6A}"/>
          </ac:grpSpMkLst>
        </pc:grpChg>
      </pc:sldChg>
      <pc:sldChg chg="del">
        <pc:chgData name="Andreas Willich" userId="f1a27a91-fb80-49c6-a061-1959e15afc91" providerId="ADAL" clId="{6DEB2BA9-95E2-4C28-9098-116C126D9CBC}" dt="2020-02-08T09:55:49.188" v="318" actId="2696"/>
        <pc:sldMkLst>
          <pc:docMk/>
          <pc:sldMk cId="1692819872" sldId="321"/>
        </pc:sldMkLst>
      </pc:sldChg>
      <pc:sldChg chg="modSp del">
        <pc:chgData name="Andreas Willich" userId="f1a27a91-fb80-49c6-a061-1959e15afc91" providerId="ADAL" clId="{6DEB2BA9-95E2-4C28-9098-116C126D9CBC}" dt="2020-02-08T09:55:50.307" v="319" actId="2696"/>
        <pc:sldMkLst>
          <pc:docMk/>
          <pc:sldMk cId="1636694058" sldId="322"/>
        </pc:sldMkLst>
        <pc:spChg chg="mod">
          <ac:chgData name="Andreas Willich" userId="f1a27a91-fb80-49c6-a061-1959e15afc91" providerId="ADAL" clId="{6DEB2BA9-95E2-4C28-9098-116C126D9CBC}" dt="2020-02-08T09:50:17.751" v="249" actId="27636"/>
          <ac:spMkLst>
            <pc:docMk/>
            <pc:sldMk cId="1636694058" sldId="322"/>
            <ac:spMk id="5" creationId="{B233A8AE-4568-47B5-A29B-1DBD5BE1DB98}"/>
          </ac:spMkLst>
        </pc:spChg>
      </pc:sldChg>
      <pc:sldChg chg="del">
        <pc:chgData name="Andreas Willich" userId="f1a27a91-fb80-49c6-a061-1959e15afc91" providerId="ADAL" clId="{6DEB2BA9-95E2-4C28-9098-116C126D9CBC}" dt="2020-02-08T09:55:57.130" v="320" actId="2696"/>
        <pc:sldMkLst>
          <pc:docMk/>
          <pc:sldMk cId="3384348233" sldId="323"/>
        </pc:sldMkLst>
      </pc:sldChg>
      <pc:sldChg chg="del">
        <pc:chgData name="Andreas Willich" userId="f1a27a91-fb80-49c6-a061-1959e15afc91" providerId="ADAL" clId="{6DEB2BA9-95E2-4C28-9098-116C126D9CBC}" dt="2020-02-08T09:55:59.673" v="321" actId="2696"/>
        <pc:sldMkLst>
          <pc:docMk/>
          <pc:sldMk cId="2241390148" sldId="324"/>
        </pc:sldMkLst>
      </pc:sldChg>
      <pc:sldChg chg="del">
        <pc:chgData name="Andreas Willich" userId="f1a27a91-fb80-49c6-a061-1959e15afc91" providerId="ADAL" clId="{6DEB2BA9-95E2-4C28-9098-116C126D9CBC}" dt="2020-02-08T09:56:01.452" v="322" actId="2696"/>
        <pc:sldMkLst>
          <pc:docMk/>
          <pc:sldMk cId="1300036468" sldId="325"/>
        </pc:sldMkLst>
      </pc:sldChg>
      <pc:sldChg chg="del">
        <pc:chgData name="Andreas Willich" userId="f1a27a91-fb80-49c6-a061-1959e15afc91" providerId="ADAL" clId="{6DEB2BA9-95E2-4C28-9098-116C126D9CBC}" dt="2020-02-08T09:56:04.308" v="323" actId="2696"/>
        <pc:sldMkLst>
          <pc:docMk/>
          <pc:sldMk cId="305801345" sldId="326"/>
        </pc:sldMkLst>
      </pc:sldChg>
      <pc:sldChg chg="addSp delSp modSp add mod setBg delDesignElem">
        <pc:chgData name="Andreas Willich" userId="f1a27a91-fb80-49c6-a061-1959e15afc91" providerId="ADAL" clId="{6DEB2BA9-95E2-4C28-9098-116C126D9CBC}" dt="2020-02-08T09:43:34.269" v="197" actId="26606"/>
        <pc:sldMkLst>
          <pc:docMk/>
          <pc:sldMk cId="2491128967" sldId="327"/>
        </pc:sldMkLst>
        <pc:spChg chg="mo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2" creationId="{C7CF4C79-936C-42D0-BDD1-5E60E01898F1}"/>
          </ac:spMkLst>
        </pc:spChg>
        <pc:spChg chg="mo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3" creationId="{8A275334-E97F-4EE2-A044-BED82FBD7ED6}"/>
          </ac:spMkLst>
        </pc:spChg>
        <pc:spChg chg="ad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5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6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8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0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2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4" creationId="{B971ABA8-4CDB-4EEE-8C48-AA4FDB650782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3" creationId="{C475749F-F487-4EFB-ABC7-C1359590EB76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5" creationId="{F6285A5F-6712-47A0-8A11-F0DFF60D0D20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7" creationId="{FA6F8ABB-6C5D-4349-9E1B-198D1ABFA804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9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43:34.269" v="197" actId="26606"/>
          <ac:grpSpMkLst>
            <pc:docMk/>
            <pc:sldMk cId="2491128967" sldId="327"/>
            <ac:grpSpMk id="7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2491128967" sldId="327"/>
            <ac:grpSpMk id="16" creationId="{DAD463E1-6621-44B4-A995-C70A4631D388}"/>
          </ac:grpSpMkLst>
        </pc:grpChg>
        <pc:grpChg chg="del">
          <ac:chgData name="Andreas Willich" userId="f1a27a91-fb80-49c6-a061-1959e15afc91" providerId="ADAL" clId="{6DEB2BA9-95E2-4C28-9098-116C126D9CBC}" dt="2020-02-08T09:09:35.648" v="53"/>
          <ac:grpSpMkLst>
            <pc:docMk/>
            <pc:sldMk cId="2491128967" sldId="327"/>
            <ac:grpSpMk id="31" creationId="{DAD463E1-6621-44B4-A995-C70A4631D388}"/>
          </ac:grpSpMkLst>
        </pc:grpChg>
      </pc:sldChg>
      <pc:sldChg chg="addSp delSp modSp add mod setBg delDesignElem">
        <pc:chgData name="Andreas Willich" userId="f1a27a91-fb80-49c6-a061-1959e15afc91" providerId="ADAL" clId="{6DEB2BA9-95E2-4C28-9098-116C126D9CBC}" dt="2020-02-08T14:09:44.303" v="843" actId="1076"/>
        <pc:sldMkLst>
          <pc:docMk/>
          <pc:sldMk cId="2428404075" sldId="328"/>
        </pc:sldMkLst>
        <pc:spChg chg="del">
          <ac:chgData name="Andreas Willich" userId="f1a27a91-fb80-49c6-a061-1959e15afc91" providerId="ADAL" clId="{6DEB2BA9-95E2-4C28-9098-116C126D9CBC}" dt="2020-02-08T09:15:38.213" v="70" actId="478"/>
          <ac:spMkLst>
            <pc:docMk/>
            <pc:sldMk cId="2428404075" sldId="328"/>
            <ac:spMk id="2" creationId="{254A830C-96FC-4FC1-867C-29EEA29E076A}"/>
          </ac:spMkLst>
        </pc:spChg>
        <pc:spChg chg="del">
          <ac:chgData name="Andreas Willich" userId="f1a27a91-fb80-49c6-a061-1959e15afc91" providerId="ADAL" clId="{6DEB2BA9-95E2-4C28-9098-116C126D9CBC}" dt="2020-02-08T09:15:34.861" v="69"/>
          <ac:spMkLst>
            <pc:docMk/>
            <pc:sldMk cId="2428404075" sldId="328"/>
            <ac:spMk id="3" creationId="{F0A5CE4A-A558-4ED6-B2E5-7B20C18A7F94}"/>
          </ac:spMkLst>
        </pc:spChg>
        <pc:spChg chg="add del mod">
          <ac:chgData name="Andreas Willich" userId="f1a27a91-fb80-49c6-a061-1959e15afc91" providerId="ADAL" clId="{6DEB2BA9-95E2-4C28-9098-116C126D9CBC}" dt="2020-02-08T14:09:09.533" v="838" actId="478"/>
          <ac:spMkLst>
            <pc:docMk/>
            <pc:sldMk cId="2428404075" sldId="328"/>
            <ac:spMk id="4" creationId="{C4F6FC69-4D8D-4715-960A-33017762BF30}"/>
          </ac:spMkLst>
        </pc:spChg>
        <pc:spChg chg="del">
          <ac:chgData name="Andreas Willich" userId="f1a27a91-fb80-49c6-a061-1959e15afc91" providerId="ADAL" clId="{6DEB2BA9-95E2-4C28-9098-116C126D9CBC}" dt="2020-02-08T09:13:34.747" v="65"/>
          <ac:spMkLst>
            <pc:docMk/>
            <pc:sldMk cId="2428404075" sldId="328"/>
            <ac:spMk id="8" creationId="{16F9E488-0718-4E1E-9D12-26779F606252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28404075" sldId="328"/>
            <ac:spMk id="71" creationId="{B649E800-A5C8-49A0-A453-ED537DA3156A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28404075" sldId="328"/>
            <ac:spMk id="73" creationId="{8BA67DD7-B75D-4A30-90A4-EEA9F64AF11B}"/>
          </ac:spMkLst>
        </pc:spChg>
        <pc:grpChg chg="del">
          <ac:chgData name="Andreas Willich" userId="f1a27a91-fb80-49c6-a061-1959e15afc91" providerId="ADAL" clId="{6DEB2BA9-95E2-4C28-9098-116C126D9CBC}" dt="2020-02-08T09:13:34.747" v="65"/>
          <ac:grpSpMkLst>
            <pc:docMk/>
            <pc:sldMk cId="2428404075" sldId="328"/>
            <ac:grpSpMk id="10" creationId="{3E56AAFE-9BE9-4FA7-A0B3-1748E67F0E6A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2428404075" sldId="328"/>
            <ac:grpSpMk id="75" creationId="{E8C5FC48-0A3C-4D6D-A0D5-EEE93213DBBE}"/>
          </ac:grpSpMkLst>
        </pc:grpChg>
        <pc:picChg chg="add mod">
          <ac:chgData name="Andreas Willich" userId="f1a27a91-fb80-49c6-a061-1959e15afc91" providerId="ADAL" clId="{6DEB2BA9-95E2-4C28-9098-116C126D9CBC}" dt="2020-02-08T14:09:44.303" v="843" actId="1076"/>
          <ac:picMkLst>
            <pc:docMk/>
            <pc:sldMk cId="2428404075" sldId="328"/>
            <ac:picMk id="6" creationId="{011A3CB2-4F9B-46F0-BBE9-AA6754C04CB6}"/>
          </ac:picMkLst>
        </pc:picChg>
        <pc:picChg chg="add del mod">
          <ac:chgData name="Andreas Willich" userId="f1a27a91-fb80-49c6-a061-1959e15afc91" providerId="ADAL" clId="{6DEB2BA9-95E2-4C28-9098-116C126D9CBC}" dt="2020-02-08T14:09:01.016" v="835" actId="478"/>
          <ac:picMkLst>
            <pc:docMk/>
            <pc:sldMk cId="2428404075" sldId="328"/>
            <ac:picMk id="1026" creationId="{62C91998-7014-4F69-8F7C-CCF9F4EE245E}"/>
          </ac:picMkLst>
        </pc:picChg>
      </pc:sldChg>
      <pc:sldChg chg="addSp delSp modSp add del">
        <pc:chgData name="Andreas Willich" userId="f1a27a91-fb80-49c6-a061-1959e15afc91" providerId="ADAL" clId="{6DEB2BA9-95E2-4C28-9098-116C126D9CBC}" dt="2020-02-08T09:46:08.837" v="228" actId="2696"/>
        <pc:sldMkLst>
          <pc:docMk/>
          <pc:sldMk cId="1177475812" sldId="329"/>
        </pc:sldMkLst>
        <pc:spChg chg="mod">
          <ac:chgData name="Andreas Willich" userId="f1a27a91-fb80-49c6-a061-1959e15afc91" providerId="ADAL" clId="{6DEB2BA9-95E2-4C28-9098-116C126D9CBC}" dt="2020-02-08T09:34:30.295" v="173" actId="1076"/>
          <ac:spMkLst>
            <pc:docMk/>
            <pc:sldMk cId="1177475812" sldId="329"/>
            <ac:spMk id="2" creationId="{AAD567EA-BFE4-44D2-88CC-CD7CB1D53B09}"/>
          </ac:spMkLst>
        </pc:spChg>
        <pc:spChg chg="del mod">
          <ac:chgData name="Andreas Willich" userId="f1a27a91-fb80-49c6-a061-1959e15afc91" providerId="ADAL" clId="{6DEB2BA9-95E2-4C28-9098-116C126D9CBC}" dt="2020-02-08T09:27:22.351" v="123"/>
          <ac:spMkLst>
            <pc:docMk/>
            <pc:sldMk cId="1177475812" sldId="329"/>
            <ac:spMk id="3" creationId="{B4B7AA23-623E-4A6C-A7D1-360ECB0B4158}"/>
          </ac:spMkLst>
        </pc:spChg>
        <pc:spChg chg="add del mod">
          <ac:chgData name="Andreas Willich" userId="f1a27a91-fb80-49c6-a061-1959e15afc91" providerId="ADAL" clId="{6DEB2BA9-95E2-4C28-9098-116C126D9CBC}" dt="2020-02-08T09:43:59.818" v="199" actId="478"/>
          <ac:spMkLst>
            <pc:docMk/>
            <pc:sldMk cId="1177475812" sldId="329"/>
            <ac:spMk id="12" creationId="{097EAEA7-2055-4E85-9CB9-FFCF45B02845}"/>
          </ac:spMkLst>
        </pc:spChg>
        <pc:grpChg chg="add mod">
          <ac:chgData name="Andreas Willich" userId="f1a27a91-fb80-49c6-a061-1959e15afc91" providerId="ADAL" clId="{6DEB2BA9-95E2-4C28-9098-116C126D9CBC}" dt="2020-02-08T09:32:26.219" v="159" actId="164"/>
          <ac:grpSpMkLst>
            <pc:docMk/>
            <pc:sldMk cId="1177475812" sldId="329"/>
            <ac:grpSpMk id="10" creationId="{8C583D60-B0AD-44E3-B8C3-96B2356EA71B}"/>
          </ac:grpSpMkLst>
        </pc:grpChg>
        <pc:grpChg chg="add mod">
          <ac:chgData name="Andreas Willich" userId="f1a27a91-fb80-49c6-a061-1959e15afc91" providerId="ADAL" clId="{6DEB2BA9-95E2-4C28-9098-116C126D9CBC}" dt="2020-02-08T09:34:24.145" v="171" actId="1076"/>
          <ac:grpSpMkLst>
            <pc:docMk/>
            <pc:sldMk cId="1177475812" sldId="329"/>
            <ac:grpSpMk id="11" creationId="{8AF23AA3-FF57-4BAF-AC3A-2949897357D6}"/>
          </ac:grpSpMkLst>
        </pc:grpChg>
        <pc:grpChg chg="add mod">
          <ac:chgData name="Andreas Willich" userId="f1a27a91-fb80-49c6-a061-1959e15afc91" providerId="ADAL" clId="{6DEB2BA9-95E2-4C28-9098-116C126D9CBC}" dt="2020-02-08T09:44:36.592" v="203" actId="164"/>
          <ac:grpSpMkLst>
            <pc:docMk/>
            <pc:sldMk cId="1177475812" sldId="329"/>
            <ac:grpSpMk id="13" creationId="{05624C4C-67FB-45E3-87E4-3947B00E21F9}"/>
          </ac:grpSpMkLst>
        </pc:grpChg>
        <pc:picChg chg="add del mod">
          <ac:chgData name="Andreas Willich" userId="f1a27a91-fb80-49c6-a061-1959e15afc91" providerId="ADAL" clId="{6DEB2BA9-95E2-4C28-9098-116C126D9CBC}" dt="2020-02-08T09:43:54.438" v="198"/>
          <ac:picMkLst>
            <pc:docMk/>
            <pc:sldMk cId="1177475812" sldId="329"/>
            <ac:picMk id="5" creationId="{080F275B-F5C7-4065-9269-BD2C26F9DDCE}"/>
          </ac:picMkLst>
        </pc:picChg>
        <pc:picChg chg="add mod">
          <ac:chgData name="Andreas Willich" userId="f1a27a91-fb80-49c6-a061-1959e15afc91" providerId="ADAL" clId="{6DEB2BA9-95E2-4C28-9098-116C126D9CBC}" dt="2020-02-08T09:33:33.101" v="166" actId="164"/>
          <ac:picMkLst>
            <pc:docMk/>
            <pc:sldMk cId="1177475812" sldId="329"/>
            <ac:picMk id="7" creationId="{4A2FD0F9-B5F7-465C-811D-57B786689F3F}"/>
          </ac:picMkLst>
        </pc:picChg>
        <pc:picChg chg="add mod">
          <ac:chgData name="Andreas Willich" userId="f1a27a91-fb80-49c6-a061-1959e15afc91" providerId="ADAL" clId="{6DEB2BA9-95E2-4C28-9098-116C126D9CBC}" dt="2020-02-08T09:32:26.219" v="159" actId="164"/>
          <ac:picMkLst>
            <pc:docMk/>
            <pc:sldMk cId="1177475812" sldId="329"/>
            <ac:picMk id="9" creationId="{ACFB958F-A2D8-4925-A928-13FB00F351E8}"/>
          </ac:picMkLst>
        </pc:picChg>
        <pc:picChg chg="add del">
          <ac:chgData name="Andreas Willich" userId="f1a27a91-fb80-49c6-a061-1959e15afc91" providerId="ADAL" clId="{6DEB2BA9-95E2-4C28-9098-116C126D9CBC}" dt="2020-02-08T09:44:19.842" v="201" actId="478"/>
          <ac:picMkLst>
            <pc:docMk/>
            <pc:sldMk cId="1177475812" sldId="329"/>
            <ac:picMk id="16" creationId="{121AEA5A-49A7-48A9-A32D-F4D75057A4A8}"/>
          </ac:picMkLst>
        </pc:picChg>
        <pc:picChg chg="add mod">
          <ac:chgData name="Andreas Willich" userId="f1a27a91-fb80-49c6-a061-1959e15afc91" providerId="ADAL" clId="{6DEB2BA9-95E2-4C28-9098-116C126D9CBC}" dt="2020-02-08T09:44:36.592" v="203" actId="164"/>
          <ac:picMkLst>
            <pc:docMk/>
            <pc:sldMk cId="1177475812" sldId="329"/>
            <ac:picMk id="17" creationId="{543D9F71-0CEC-4DFE-8005-8116A2260FA8}"/>
          </ac:picMkLst>
        </pc:picChg>
        <pc:picChg chg="add mod">
          <ac:chgData name="Andreas Willich" userId="f1a27a91-fb80-49c6-a061-1959e15afc91" providerId="ADAL" clId="{6DEB2BA9-95E2-4C28-9098-116C126D9CBC}" dt="2020-02-08T09:32:26.219" v="159" actId="164"/>
          <ac:picMkLst>
            <pc:docMk/>
            <pc:sldMk cId="1177475812" sldId="329"/>
            <ac:picMk id="2050" creationId="{BF75B993-97B3-43DE-9CDE-6AAC6EE79C29}"/>
          </ac:picMkLst>
        </pc:picChg>
        <pc:picChg chg="add mod">
          <ac:chgData name="Andreas Willich" userId="f1a27a91-fb80-49c6-a061-1959e15afc91" providerId="ADAL" clId="{6DEB2BA9-95E2-4C28-9098-116C126D9CBC}" dt="2020-02-08T09:33:33.101" v="166" actId="164"/>
          <ac:picMkLst>
            <pc:docMk/>
            <pc:sldMk cId="1177475812" sldId="329"/>
            <ac:picMk id="2052" creationId="{A2FF4242-24C3-4A93-A159-294A86C53847}"/>
          </ac:picMkLst>
        </pc:picChg>
        <pc:picChg chg="add mod">
          <ac:chgData name="Andreas Willich" userId="f1a27a91-fb80-49c6-a061-1959e15afc91" providerId="ADAL" clId="{6DEB2BA9-95E2-4C28-9098-116C126D9CBC}" dt="2020-02-08T09:44:36.592" v="203" actId="164"/>
          <ac:picMkLst>
            <pc:docMk/>
            <pc:sldMk cId="1177475812" sldId="329"/>
            <ac:picMk id="2054" creationId="{D780811C-4A98-47EE-90CE-459147ECDC08}"/>
          </ac:picMkLst>
        </pc:picChg>
      </pc:sldChg>
      <pc:sldChg chg="addSp delSp modSp add modNotesTx">
        <pc:chgData name="Andreas Willich" userId="f1a27a91-fb80-49c6-a061-1959e15afc91" providerId="ADAL" clId="{6DEB2BA9-95E2-4C28-9098-116C126D9CBC}" dt="2020-02-08T09:54:20.902" v="317" actId="1076"/>
        <pc:sldMkLst>
          <pc:docMk/>
          <pc:sldMk cId="3651273312" sldId="330"/>
        </pc:sldMkLst>
        <pc:spChg chg="del">
          <ac:chgData name="Andreas Willich" userId="f1a27a91-fb80-49c6-a061-1959e15afc91" providerId="ADAL" clId="{6DEB2BA9-95E2-4C28-9098-116C126D9CBC}" dt="2020-02-08T09:44:53.740" v="205"/>
          <ac:spMkLst>
            <pc:docMk/>
            <pc:sldMk cId="3651273312" sldId="330"/>
            <ac:spMk id="2" creationId="{F9A4DC9B-3D51-433F-A59A-95813B4A7475}"/>
          </ac:spMkLst>
        </pc:spChg>
        <pc:spChg chg="del">
          <ac:chgData name="Andreas Willich" userId="f1a27a91-fb80-49c6-a061-1959e15afc91" providerId="ADAL" clId="{6DEB2BA9-95E2-4C28-9098-116C126D9CBC}" dt="2020-02-08T09:44:53.740" v="205"/>
          <ac:spMkLst>
            <pc:docMk/>
            <pc:sldMk cId="3651273312" sldId="330"/>
            <ac:spMk id="3" creationId="{C818E458-9DCD-4B10-A5B7-9E165ED4613D}"/>
          </ac:spMkLst>
        </pc:spChg>
        <pc:spChg chg="add del mod">
          <ac:chgData name="Andreas Willich" userId="f1a27a91-fb80-49c6-a061-1959e15afc91" providerId="ADAL" clId="{6DEB2BA9-95E2-4C28-9098-116C126D9CBC}" dt="2020-02-08T09:44:58.110" v="206"/>
          <ac:spMkLst>
            <pc:docMk/>
            <pc:sldMk cId="3651273312" sldId="330"/>
            <ac:spMk id="4" creationId="{042FDC08-551A-4904-9365-397E126DBED8}"/>
          </ac:spMkLst>
        </pc:spChg>
        <pc:spChg chg="add del mod">
          <ac:chgData name="Andreas Willich" userId="f1a27a91-fb80-49c6-a061-1959e15afc91" providerId="ADAL" clId="{6DEB2BA9-95E2-4C28-9098-116C126D9CBC}" dt="2020-02-08T09:44:58.110" v="206"/>
          <ac:spMkLst>
            <pc:docMk/>
            <pc:sldMk cId="3651273312" sldId="330"/>
            <ac:spMk id="5" creationId="{0283C8EC-A4FC-410B-9858-7E68E48A9DE5}"/>
          </ac:spMkLst>
        </pc:spChg>
        <pc:spChg chg="add mod">
          <ac:chgData name="Andreas Willich" userId="f1a27a91-fb80-49c6-a061-1959e15afc91" providerId="ADAL" clId="{6DEB2BA9-95E2-4C28-9098-116C126D9CBC}" dt="2020-02-08T09:45:53.551" v="227" actId="113"/>
          <ac:spMkLst>
            <pc:docMk/>
            <pc:sldMk cId="3651273312" sldId="330"/>
            <ac:spMk id="6" creationId="{289181EA-5F2D-4783-A466-BF7060E0BA2E}"/>
          </ac:spMkLst>
        </pc:spChg>
        <pc:grpChg chg="add del mod">
          <ac:chgData name="Andreas Willich" userId="f1a27a91-fb80-49c6-a061-1959e15afc91" providerId="ADAL" clId="{6DEB2BA9-95E2-4C28-9098-116C126D9CBC}" dt="2020-02-08T09:45:23.324" v="222" actId="165"/>
          <ac:grpSpMkLst>
            <pc:docMk/>
            <pc:sldMk cId="3651273312" sldId="330"/>
            <ac:grpSpMk id="7" creationId="{B7884256-7441-40B7-8E15-D930A71DBC14}"/>
          </ac:grpSpMkLst>
        </pc:grpChg>
        <pc:grpChg chg="add mod">
          <ac:chgData name="Andreas Willich" userId="f1a27a91-fb80-49c6-a061-1959e15afc91" providerId="ADAL" clId="{6DEB2BA9-95E2-4C28-9098-116C126D9CBC}" dt="2020-02-08T09:53:01.332" v="306" actId="1076"/>
          <ac:grpSpMkLst>
            <pc:docMk/>
            <pc:sldMk cId="3651273312" sldId="330"/>
            <ac:grpSpMk id="10" creationId="{91CDD93B-EBC1-4450-B04F-8D1267D6911C}"/>
          </ac:grpSpMkLst>
        </pc:grpChg>
        <pc:grpChg chg="add mod">
          <ac:chgData name="Andreas Willich" userId="f1a27a91-fb80-49c6-a061-1959e15afc91" providerId="ADAL" clId="{6DEB2BA9-95E2-4C28-9098-116C126D9CBC}" dt="2020-02-08T09:52:55.943" v="305" actId="1076"/>
          <ac:grpSpMkLst>
            <pc:docMk/>
            <pc:sldMk cId="3651273312" sldId="330"/>
            <ac:grpSpMk id="13" creationId="{1889159C-436C-4AA6-AF46-3DFB7105AE49}"/>
          </ac:grpSpMkLst>
        </pc:grpChg>
        <pc:grpChg chg="add mod">
          <ac:chgData name="Andreas Willich" userId="f1a27a91-fb80-49c6-a061-1959e15afc91" providerId="ADAL" clId="{6DEB2BA9-95E2-4C28-9098-116C126D9CBC}" dt="2020-02-08T09:53:12.244" v="309" actId="1076"/>
          <ac:grpSpMkLst>
            <pc:docMk/>
            <pc:sldMk cId="3651273312" sldId="330"/>
            <ac:grpSpMk id="16" creationId="{4305BC33-523C-458D-82B3-F1DC26FE333C}"/>
          </ac:grpSpMkLst>
        </pc:grpChg>
        <pc:grpChg chg="add mod">
          <ac:chgData name="Andreas Willich" userId="f1a27a91-fb80-49c6-a061-1959e15afc91" providerId="ADAL" clId="{6DEB2BA9-95E2-4C28-9098-116C126D9CBC}" dt="2020-02-08T09:54:07.072" v="315" actId="164"/>
          <ac:grpSpMkLst>
            <pc:docMk/>
            <pc:sldMk cId="3651273312" sldId="330"/>
            <ac:grpSpMk id="19" creationId="{0A60D5DC-0196-41E0-9F61-1BC89192C7E0}"/>
          </ac:grpSpMkLst>
        </pc:grpChg>
        <pc:picChg chg="mod topLvl">
          <ac:chgData name="Andreas Willich" userId="f1a27a91-fb80-49c6-a061-1959e15afc91" providerId="ADAL" clId="{6DEB2BA9-95E2-4C28-9098-116C126D9CBC}" dt="2020-02-08T09:53:07.099" v="308" actId="164"/>
          <ac:picMkLst>
            <pc:docMk/>
            <pc:sldMk cId="3651273312" sldId="330"/>
            <ac:picMk id="8" creationId="{64AFD18E-8BF1-4905-A9B1-237BE28DBC6C}"/>
          </ac:picMkLst>
        </pc:picChg>
        <pc:picChg chg="mod topLvl">
          <ac:chgData name="Andreas Willich" userId="f1a27a91-fb80-49c6-a061-1959e15afc91" providerId="ADAL" clId="{6DEB2BA9-95E2-4C28-9098-116C126D9CBC}" dt="2020-02-08T09:53:07.099" v="308" actId="164"/>
          <ac:picMkLst>
            <pc:docMk/>
            <pc:sldMk cId="3651273312" sldId="330"/>
            <ac:picMk id="9" creationId="{7D0975BB-2BBE-40A6-95B9-E1A9E7E26D7F}"/>
          </ac:picMkLst>
        </pc:picChg>
        <pc:picChg chg="mod">
          <ac:chgData name="Andreas Willich" userId="f1a27a91-fb80-49c6-a061-1959e15afc91" providerId="ADAL" clId="{6DEB2BA9-95E2-4C28-9098-116C126D9CBC}" dt="2020-02-08T09:54:20.902" v="317" actId="1076"/>
          <ac:picMkLst>
            <pc:docMk/>
            <pc:sldMk cId="3651273312" sldId="330"/>
            <ac:picMk id="11" creationId="{326FF49C-64EF-4EAB-AFCE-281C2504C36D}"/>
          </ac:picMkLst>
        </pc:picChg>
        <pc:picChg chg="add mod">
          <ac:chgData name="Andreas Willich" userId="f1a27a91-fb80-49c6-a061-1959e15afc91" providerId="ADAL" clId="{6DEB2BA9-95E2-4C28-9098-116C126D9CBC}" dt="2020-02-08T09:54:07.072" v="315" actId="164"/>
          <ac:picMkLst>
            <pc:docMk/>
            <pc:sldMk cId="3651273312" sldId="330"/>
            <ac:picMk id="18" creationId="{D9C266DD-38BD-4474-86A9-E39F3D081DA9}"/>
          </ac:picMkLst>
        </pc:picChg>
        <pc:picChg chg="add mod">
          <ac:chgData name="Andreas Willich" userId="f1a27a91-fb80-49c6-a061-1959e15afc91" providerId="ADAL" clId="{6DEB2BA9-95E2-4C28-9098-116C126D9CBC}" dt="2020-02-08T09:54:07.072" v="315" actId="164"/>
          <ac:picMkLst>
            <pc:docMk/>
            <pc:sldMk cId="3651273312" sldId="330"/>
            <ac:picMk id="3074" creationId="{C45E5BE0-3994-4D58-BEDD-C66A4B1238F9}"/>
          </ac:picMkLst>
        </pc:picChg>
      </pc:sldChg>
      <pc:sldChg chg="addSp modSp add mod setBg">
        <pc:chgData name="Andreas Willich" userId="f1a27a91-fb80-49c6-a061-1959e15afc91" providerId="ADAL" clId="{6DEB2BA9-95E2-4C28-9098-116C126D9CBC}" dt="2020-02-08T10:27:05.535" v="734" actId="6549"/>
        <pc:sldMkLst>
          <pc:docMk/>
          <pc:sldMk cId="3289957254" sldId="331"/>
        </pc:sldMkLst>
        <pc:spChg chg="add mod">
          <ac:chgData name="Andreas Willich" userId="f1a27a91-fb80-49c6-a061-1959e15afc91" providerId="ADAL" clId="{6DEB2BA9-95E2-4C28-9098-116C126D9CBC}" dt="2020-02-08T10:27:02.037" v="733" actId="27636"/>
          <ac:spMkLst>
            <pc:docMk/>
            <pc:sldMk cId="3289957254" sldId="331"/>
            <ac:spMk id="2" creationId="{A626F209-26DF-4FEC-9242-2AEB07C2ADC3}"/>
          </ac:spMkLst>
        </pc:spChg>
        <pc:spChg chg="add mod">
          <ac:chgData name="Andreas Willich" userId="f1a27a91-fb80-49c6-a061-1959e15afc91" providerId="ADAL" clId="{6DEB2BA9-95E2-4C28-9098-116C126D9CBC}" dt="2020-02-08T10:27:05.535" v="734" actId="6549"/>
          <ac:spMkLst>
            <pc:docMk/>
            <pc:sldMk cId="3289957254" sldId="331"/>
            <ac:spMk id="3" creationId="{4A59BF1E-66FA-44D0-B8D6-6D20760AB480}"/>
          </ac:spMkLst>
        </pc:spChg>
        <pc:spChg chg="add">
          <ac:chgData name="Andreas Willich" userId="f1a27a91-fb80-49c6-a061-1959e15afc91" providerId="ADAL" clId="{6DEB2BA9-95E2-4C28-9098-116C126D9CBC}" dt="2020-02-08T10:26:07.010" v="726" actId="26606"/>
          <ac:spMkLst>
            <pc:docMk/>
            <pc:sldMk cId="3289957254" sldId="331"/>
            <ac:spMk id="16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10:26:07.010" v="726" actId="26606"/>
          <ac:spMkLst>
            <pc:docMk/>
            <pc:sldMk cId="3289957254" sldId="331"/>
            <ac:spMk id="18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10:26:07.010" v="726" actId="26606"/>
          <ac:grpSpMkLst>
            <pc:docMk/>
            <pc:sldMk cId="3289957254" sldId="331"/>
            <ac:grpSpMk id="8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10:26:07.010" v="726" actId="26606"/>
          <ac:grpSpMkLst>
            <pc:docMk/>
            <pc:sldMk cId="3289957254" sldId="331"/>
            <ac:grpSpMk id="20" creationId="{32238778-9D1D-45F4-BB78-76F208A224B4}"/>
          </ac:grpSpMkLst>
        </pc:grpChg>
      </pc:sldChg>
      <pc:sldChg chg="addSp delSp modSp add mod setBg">
        <pc:chgData name="Andreas Willich" userId="f1a27a91-fb80-49c6-a061-1959e15afc91" providerId="ADAL" clId="{6DEB2BA9-95E2-4C28-9098-116C126D9CBC}" dt="2020-02-08T10:32:02.613" v="780" actId="20577"/>
        <pc:sldMkLst>
          <pc:docMk/>
          <pc:sldMk cId="3552980712" sldId="332"/>
        </pc:sldMkLst>
        <pc:spChg chg="mod">
          <ac:chgData name="Andreas Willich" userId="f1a27a91-fb80-49c6-a061-1959e15afc91" providerId="ADAL" clId="{6DEB2BA9-95E2-4C28-9098-116C126D9CBC}" dt="2020-02-08T10:32:02.613" v="780" actId="20577"/>
          <ac:spMkLst>
            <pc:docMk/>
            <pc:sldMk cId="3552980712" sldId="332"/>
            <ac:spMk id="2" creationId="{A5A7677A-6F6D-4AB8-B7CA-90C29CD5E1D8}"/>
          </ac:spMkLst>
        </pc:spChg>
        <pc:spChg chg="mo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3" creationId="{97B60A8D-7D39-4747-8373-705E700327F3}"/>
          </ac:spMkLst>
        </pc:spChg>
        <pc:spChg chg="add del">
          <ac:chgData name="Andreas Willich" userId="f1a27a91-fb80-49c6-a061-1959e15afc91" providerId="ADAL" clId="{6DEB2BA9-95E2-4C28-9098-116C126D9CBC}" dt="2020-02-08T10:31:53.574" v="772" actId="26606"/>
          <ac:spMkLst>
            <pc:docMk/>
            <pc:sldMk cId="3552980712" sldId="332"/>
            <ac:spMk id="16" creationId="{384E03DA-B800-46E1-AF36-59DF74A4B0F7}"/>
          </ac:spMkLst>
        </pc:spChg>
        <pc:spChg chg="add del">
          <ac:chgData name="Andreas Willich" userId="f1a27a91-fb80-49c6-a061-1959e15afc91" providerId="ADAL" clId="{6DEB2BA9-95E2-4C28-9098-116C126D9CBC}" dt="2020-02-08T10:31:53.574" v="772" actId="26606"/>
          <ac:spMkLst>
            <pc:docMk/>
            <pc:sldMk cId="3552980712" sldId="332"/>
            <ac:spMk id="18" creationId="{D7A9900B-CB87-464C-884A-B15D70B64935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22" creationId="{9A928607-C55C-40FD-B2DF-6CD6A7226A71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24" creationId="{400A20C1-29A4-43E0-AB15-7931F76F8C2D}"/>
          </ac:spMkLst>
        </pc:spChg>
        <pc:spChg chg="add del">
          <ac:chgData name="Andreas Willich" userId="f1a27a91-fb80-49c6-a061-1959e15afc91" providerId="ADAL" clId="{6DEB2BA9-95E2-4C28-9098-116C126D9CBC}" dt="2020-02-08T10:31:55.153" v="774" actId="26606"/>
          <ac:spMkLst>
            <pc:docMk/>
            <pc:sldMk cId="3552980712" sldId="332"/>
            <ac:spMk id="28" creationId="{CE3D4922-3D1C-4679-9A86-15BFC1A252F0}"/>
          </ac:spMkLst>
        </pc:spChg>
        <pc:spChg chg="add del">
          <ac:chgData name="Andreas Willich" userId="f1a27a91-fb80-49c6-a061-1959e15afc91" providerId="ADAL" clId="{6DEB2BA9-95E2-4C28-9098-116C126D9CBC}" dt="2020-02-08T10:31:55.153" v="774" actId="26606"/>
          <ac:spMkLst>
            <pc:docMk/>
            <pc:sldMk cId="3552980712" sldId="332"/>
            <ac:spMk id="29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10:31:56.919" v="776" actId="26606"/>
          <ac:spMkLst>
            <pc:docMk/>
            <pc:sldMk cId="3552980712" sldId="332"/>
            <ac:spMk id="33" creationId="{A6073935-E043-4801-AF06-06093A9145F7}"/>
          </ac:spMkLst>
        </pc:spChg>
        <pc:spChg chg="add del">
          <ac:chgData name="Andreas Willich" userId="f1a27a91-fb80-49c6-a061-1959e15afc91" providerId="ADAL" clId="{6DEB2BA9-95E2-4C28-9098-116C126D9CBC}" dt="2020-02-08T10:31:56.919" v="776" actId="26606"/>
          <ac:spMkLst>
            <pc:docMk/>
            <pc:sldMk cId="3552980712" sldId="332"/>
            <ac:spMk id="35" creationId="{8D6B9972-4A81-4223-9901-0E559A1D5E59}"/>
          </ac:spMkLst>
        </pc:spChg>
        <pc:spChg chg="add del">
          <ac:chgData name="Andreas Willich" userId="f1a27a91-fb80-49c6-a061-1959e15afc91" providerId="ADAL" clId="{6DEB2BA9-95E2-4C28-9098-116C126D9CBC}" dt="2020-02-08T10:31:58.705" v="778" actId="26606"/>
          <ac:spMkLst>
            <pc:docMk/>
            <pc:sldMk cId="3552980712" sldId="332"/>
            <ac:spMk id="39" creationId="{A6073935-E043-4801-AF06-06093A9145F7}"/>
          </ac:spMkLst>
        </pc:spChg>
        <pc:spChg chg="add del">
          <ac:chgData name="Andreas Willich" userId="f1a27a91-fb80-49c6-a061-1959e15afc91" providerId="ADAL" clId="{6DEB2BA9-95E2-4C28-9098-116C126D9CBC}" dt="2020-02-08T10:31:58.705" v="778" actId="26606"/>
          <ac:spMkLst>
            <pc:docMk/>
            <pc:sldMk cId="3552980712" sldId="332"/>
            <ac:spMk id="41" creationId="{8D6B9972-4A81-4223-9901-0E559A1D5E59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6" creationId="{15655827-B42D-4180-88D3-D83F25E4BD1C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7" creationId="{24ACCB06-563C-4ADE-B4D6-1FE9F723C7D9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8" creationId="{40761ECD-D92B-46AE-82CA-640023D282F9}"/>
          </ac:spMkLst>
        </pc:spChg>
        <pc:grpChg chg="add del">
          <ac:chgData name="Andreas Willich" userId="f1a27a91-fb80-49c6-a061-1959e15afc91" providerId="ADAL" clId="{6DEB2BA9-95E2-4C28-9098-116C126D9CBC}" dt="2020-02-08T10:31:53.574" v="772" actId="26606"/>
          <ac:grpSpMkLst>
            <pc:docMk/>
            <pc:sldMk cId="3552980712" sldId="332"/>
            <ac:grpSpMk id="8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10:31:56.919" v="776" actId="26606"/>
          <ac:grpSpMkLst>
            <pc:docMk/>
            <pc:sldMk cId="3552980712" sldId="332"/>
            <ac:grpSpMk id="10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10:31:55.153" v="774" actId="26606"/>
          <ac:grpSpMkLst>
            <pc:docMk/>
            <pc:sldMk cId="3552980712" sldId="332"/>
            <ac:grpSpMk id="27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10:31:55.153" v="774" actId="26606"/>
          <ac:grpSpMkLst>
            <pc:docMk/>
            <pc:sldMk cId="3552980712" sldId="332"/>
            <ac:grpSpMk id="30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10:31:56.919" v="776" actId="26606"/>
          <ac:grpSpMkLst>
            <pc:docMk/>
            <pc:sldMk cId="3552980712" sldId="332"/>
            <ac:grpSpMk id="34" creationId="{8AC26FF4-D6F9-4A94-A837-D051A101EDD3}"/>
          </ac:grpSpMkLst>
        </pc:grpChg>
        <pc:grpChg chg="add del">
          <ac:chgData name="Andreas Willich" userId="f1a27a91-fb80-49c6-a061-1959e15afc91" providerId="ADAL" clId="{6DEB2BA9-95E2-4C28-9098-116C126D9CBC}" dt="2020-02-08T10:31:58.705" v="778" actId="26606"/>
          <ac:grpSpMkLst>
            <pc:docMk/>
            <pc:sldMk cId="3552980712" sldId="332"/>
            <ac:grpSpMk id="37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10:31:58.705" v="778" actId="26606"/>
          <ac:grpSpMkLst>
            <pc:docMk/>
            <pc:sldMk cId="3552980712" sldId="332"/>
            <ac:grpSpMk id="40" creationId="{8AC26FF4-D6F9-4A94-A837-D051A101EDD3}"/>
          </ac:grpSpMkLst>
        </pc:grpChg>
        <pc:grpChg chg="add">
          <ac:chgData name="Andreas Willich" userId="f1a27a91-fb80-49c6-a061-1959e15afc91" providerId="ADAL" clId="{6DEB2BA9-95E2-4C28-9098-116C126D9CBC}" dt="2020-02-08T10:31:58.741" v="779" actId="26606"/>
          <ac:grpSpMkLst>
            <pc:docMk/>
            <pc:sldMk cId="3552980712" sldId="332"/>
            <ac:grpSpMk id="44" creationId="{E9D059B6-ADD8-488A-B346-63289E90D13F}"/>
          </ac:grpSpMkLst>
        </pc:grpChg>
        <pc:picChg chg="add del">
          <ac:chgData name="Andreas Willich" userId="f1a27a91-fb80-49c6-a061-1959e15afc91" providerId="ADAL" clId="{6DEB2BA9-95E2-4C28-9098-116C126D9CBC}" dt="2020-02-08T10:31:56.919" v="776" actId="26606"/>
          <ac:picMkLst>
            <pc:docMk/>
            <pc:sldMk cId="3552980712" sldId="332"/>
            <ac:picMk id="7" creationId="{44D1F761-4997-404D-A774-F909577962CC}"/>
          </ac:picMkLst>
        </pc:picChg>
        <pc:picChg chg="add del">
          <ac:chgData name="Andreas Willich" userId="f1a27a91-fb80-49c6-a061-1959e15afc91" providerId="ADAL" clId="{6DEB2BA9-95E2-4C28-9098-116C126D9CBC}" dt="2020-02-08T10:31:58.705" v="778" actId="26606"/>
          <ac:picMkLst>
            <pc:docMk/>
            <pc:sldMk cId="3552980712" sldId="332"/>
            <ac:picMk id="42" creationId="{5C70366D-580E-43EF-B143-7EE56B864C9C}"/>
          </ac:picMkLst>
        </pc:picChg>
        <pc:cxnChg chg="add del">
          <ac:chgData name="Andreas Willich" userId="f1a27a91-fb80-49c6-a061-1959e15afc91" providerId="ADAL" clId="{6DEB2BA9-95E2-4C28-9098-116C126D9CBC}" dt="2020-02-08T10:31:53.574" v="772" actId="26606"/>
          <ac:cxnSpMkLst>
            <pc:docMk/>
            <pc:sldMk cId="3552980712" sldId="332"/>
            <ac:cxnSpMk id="20" creationId="{2095369B-D528-438E-80C9-A093047670EE}"/>
          </ac:cxnSpMkLst>
        </pc:cxnChg>
      </pc:sldChg>
    </pc:docChg>
  </pc:docChgLst>
  <pc:docChgLst>
    <pc:chgData name="Andreas Willich" userId="f1a27a91-fb80-49c6-a061-1959e15afc91" providerId="ADAL" clId="{86013D1A-0724-4DB3-A4C7-ECA6124F5BFF}"/>
    <pc:docChg chg="undo custSel delSld modSld">
      <pc:chgData name="Andreas Willich" userId="f1a27a91-fb80-49c6-a061-1959e15afc91" providerId="ADAL" clId="{86013D1A-0724-4DB3-A4C7-ECA6124F5BFF}" dt="2021-04-25T16:48:39.730" v="59" actId="26606"/>
      <pc:docMkLst>
        <pc:docMk/>
      </pc:docMkLst>
      <pc:sldChg chg="modSp mod">
        <pc:chgData name="Andreas Willich" userId="f1a27a91-fb80-49c6-a061-1959e15afc91" providerId="ADAL" clId="{86013D1A-0724-4DB3-A4C7-ECA6124F5BFF}" dt="2021-04-25T16:40:26.716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6013D1A-0724-4DB3-A4C7-ECA6124F5BFF}" dt="2021-04-25T16:40:26.716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6013D1A-0724-4DB3-A4C7-ECA6124F5BFF}" dt="2021-04-25T16:45:45.147" v="42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86013D1A-0724-4DB3-A4C7-ECA6124F5BFF}" dt="2021-04-25T16:45:45.147" v="42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6013D1A-0724-4DB3-A4C7-ECA6124F5BFF}" dt="2021-04-25T16:48:39.730" v="59" actId="26606"/>
        <pc:sldMkLst>
          <pc:docMk/>
          <pc:sldMk cId="820736664" sldId="321"/>
        </pc:sldMkLst>
        <pc:spChg chg="mod">
          <ac:chgData name="Andreas Willich" userId="f1a27a91-fb80-49c6-a061-1959e15afc91" providerId="ADAL" clId="{86013D1A-0724-4DB3-A4C7-ECA6124F5BFF}" dt="2021-04-25T16:48:12.397" v="55"/>
          <ac:spMkLst>
            <pc:docMk/>
            <pc:sldMk cId="820736664" sldId="321"/>
            <ac:spMk id="3" creationId="{F6AD33C1-B332-454C-806B-0AAA693B62C2}"/>
          </ac:spMkLst>
        </pc:spChg>
        <pc:spChg chg="del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79" creationId="{6C686317-9C96-4A02-88CE-7319FF590580}"/>
          </ac:spMkLst>
        </pc:spChg>
        <pc:spChg chg="del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89" creationId="{EB9A9756-A5DB-460E-A867-A2AE77834D3A}"/>
          </ac:spMkLst>
        </pc:spChg>
        <pc:spChg chg="add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143" creationId="{6C686317-9C96-4A02-88CE-7319FF590580}"/>
          </ac:spMkLst>
        </pc:spChg>
        <pc:spChg chg="add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153" creationId="{EB9A9756-A5DB-460E-A867-A2AE77834D3A}"/>
          </ac:spMkLst>
        </pc:spChg>
        <pc:grpChg chg="del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71" creationId="{C616B3DC-C165-433D-9187-62DCC0E317D3}"/>
          </ac:grpSpMkLst>
        </pc:grpChg>
        <pc:grpChg chg="del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81" creationId="{E0E25B5C-98A3-47D8-A4D7-10C2E1758981}"/>
          </ac:grpSpMkLst>
        </pc:grpChg>
        <pc:grpChg chg="add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135" creationId="{C616B3DC-C165-433D-9187-62DCC0E317D3}"/>
          </ac:grpSpMkLst>
        </pc:grpChg>
        <pc:grpChg chg="add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145" creationId="{E0E25B5C-98A3-47D8-A4D7-10C2E1758981}"/>
          </ac:grpSpMkLst>
        </pc:grpChg>
        <pc:picChg chg="del">
          <ac:chgData name="Andreas Willich" userId="f1a27a91-fb80-49c6-a061-1959e15afc91" providerId="ADAL" clId="{86013D1A-0724-4DB3-A4C7-ECA6124F5BFF}" dt="2021-04-25T16:48:32.067" v="56" actId="478"/>
          <ac:picMkLst>
            <pc:docMk/>
            <pc:sldMk cId="820736664" sldId="321"/>
            <ac:picMk id="4" creationId="{138A25B8-A49B-43D4-830D-E2249168968B}"/>
          </ac:picMkLst>
        </pc:picChg>
        <pc:picChg chg="add mod">
          <ac:chgData name="Andreas Willich" userId="f1a27a91-fb80-49c6-a061-1959e15afc91" providerId="ADAL" clId="{86013D1A-0724-4DB3-A4C7-ECA6124F5BFF}" dt="2021-04-25T16:48:39.730" v="59" actId="26606"/>
          <ac:picMkLst>
            <pc:docMk/>
            <pc:sldMk cId="820736664" sldId="321"/>
            <ac:picMk id="1026" creationId="{A5E6E6B2-A3EF-49E2-AADD-D8F25295F5FB}"/>
          </ac:picMkLst>
        </pc:picChg>
      </pc:sldChg>
      <pc:sldChg chg="modSp">
        <pc:chgData name="Andreas Willich" userId="f1a27a91-fb80-49c6-a061-1959e15afc91" providerId="ADAL" clId="{86013D1A-0724-4DB3-A4C7-ECA6124F5BFF}" dt="2021-04-25T16:47:05.843" v="54" actId="113"/>
        <pc:sldMkLst>
          <pc:docMk/>
          <pc:sldMk cId="2598560352" sldId="334"/>
        </pc:sldMkLst>
        <pc:graphicFrameChg chg="mod">
          <ac:chgData name="Andreas Willich" userId="f1a27a91-fb80-49c6-a061-1959e15afc91" providerId="ADAL" clId="{86013D1A-0724-4DB3-A4C7-ECA6124F5BFF}" dt="2021-04-25T16:47:05.843" v="54" actId="11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86013D1A-0724-4DB3-A4C7-ECA6124F5BFF}" dt="2021-04-25T16:42:27.636" v="30" actId="5793"/>
        <pc:sldMkLst>
          <pc:docMk/>
          <pc:sldMk cId="3611784228" sldId="2076136300"/>
        </pc:sldMkLst>
        <pc:spChg chg="mod">
          <ac:chgData name="Andreas Willich" userId="f1a27a91-fb80-49c6-a061-1959e15afc91" providerId="ADAL" clId="{86013D1A-0724-4DB3-A4C7-ECA6124F5BFF}" dt="2021-04-25T16:42:27.636" v="30" actId="5793"/>
          <ac:spMkLst>
            <pc:docMk/>
            <pc:sldMk cId="3611784228" sldId="2076136300"/>
            <ac:spMk id="4" creationId="{D7925A7C-AB59-454A-B250-F65B7CA9A084}"/>
          </ac:spMkLst>
        </pc:spChg>
      </pc:sldChg>
      <pc:sldChg chg="del">
        <pc:chgData name="Andreas Willich" userId="f1a27a91-fb80-49c6-a061-1959e15afc91" providerId="ADAL" clId="{86013D1A-0724-4DB3-A4C7-ECA6124F5BFF}" dt="2021-04-25T16:45:51.235" v="43" actId="47"/>
        <pc:sldMkLst>
          <pc:docMk/>
          <pc:sldMk cId="602454855" sldId="2076136301"/>
        </pc:sldMkLst>
      </pc:sldChg>
    </pc:docChg>
  </pc:docChgLst>
  <pc:docChgLst>
    <pc:chgData name="Andreas" userId="f1a27a91-fb80-49c6-a061-1959e15afc91" providerId="ADAL" clId="{A6A8A3F8-DB62-42B8-85DE-E5CA23F41B08}"/>
    <pc:docChg chg="addSld delSld modSld">
      <pc:chgData name="Andreas" userId="f1a27a91-fb80-49c6-a061-1959e15afc91" providerId="ADAL" clId="{A6A8A3F8-DB62-42B8-85DE-E5CA23F41B08}" dt="2020-11-24T08:41:58.606" v="41" actId="20577"/>
      <pc:docMkLst>
        <pc:docMk/>
      </pc:docMkLst>
      <pc:sldChg chg="add">
        <pc:chgData name="Andreas" userId="f1a27a91-fb80-49c6-a061-1959e15afc91" providerId="ADAL" clId="{A6A8A3F8-DB62-42B8-85DE-E5CA23F41B08}" dt="2020-11-24T08:34:04.074" v="0"/>
        <pc:sldMkLst>
          <pc:docMk/>
          <pc:sldMk cId="2260171572" sldId="257"/>
        </pc:sldMkLst>
      </pc:sldChg>
      <pc:sldChg chg="add del">
        <pc:chgData name="Andreas" userId="f1a27a91-fb80-49c6-a061-1959e15afc91" providerId="ADAL" clId="{A6A8A3F8-DB62-42B8-85DE-E5CA23F41B08}" dt="2020-11-24T08:35:57.453" v="6"/>
        <pc:sldMkLst>
          <pc:docMk/>
          <pc:sldMk cId="2871497012" sldId="259"/>
        </pc:sldMkLst>
      </pc:sldChg>
      <pc:sldChg chg="add del">
        <pc:chgData name="Andreas" userId="f1a27a91-fb80-49c6-a061-1959e15afc91" providerId="ADAL" clId="{A6A8A3F8-DB62-42B8-85DE-E5CA23F41B08}" dt="2020-11-24T08:35:36.275" v="3"/>
        <pc:sldMkLst>
          <pc:docMk/>
          <pc:sldMk cId="2749397067" sldId="271"/>
        </pc:sldMkLst>
      </pc:sldChg>
      <pc:sldChg chg="modSp">
        <pc:chgData name="Andreas" userId="f1a27a91-fb80-49c6-a061-1959e15afc91" providerId="ADAL" clId="{A6A8A3F8-DB62-42B8-85DE-E5CA23F41B08}" dt="2020-11-24T08:41:58.606" v="4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A6A8A3F8-DB62-42B8-85DE-E5CA23F41B08}" dt="2020-11-24T08:41:58.606" v="4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" userId="f1a27a91-fb80-49c6-a061-1959e15afc91" providerId="ADAL" clId="{A6A8A3F8-DB62-42B8-85DE-E5CA23F41B08}" dt="2020-11-24T08:38:15.824" v="13"/>
        <pc:sldMkLst>
          <pc:docMk/>
          <pc:sldMk cId="3611784228" sldId="2076136300"/>
        </pc:sldMkLst>
        <pc:spChg chg="mod">
          <ac:chgData name="Andreas" userId="f1a27a91-fb80-49c6-a061-1959e15afc91" providerId="ADAL" clId="{A6A8A3F8-DB62-42B8-85DE-E5CA23F41B08}" dt="2020-11-24T08:38:15.824" v="13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">
        <pc:chgData name="Andreas" userId="f1a27a91-fb80-49c6-a061-1959e15afc91" providerId="ADAL" clId="{A6A8A3F8-DB62-42B8-85DE-E5CA23F41B08}" dt="2020-11-24T08:39:32.135" v="16"/>
        <pc:sldMkLst>
          <pc:docMk/>
          <pc:sldMk cId="1363913116" sldId="2076136918"/>
        </pc:sldMkLst>
      </pc:sldChg>
      <pc:sldChg chg="add del">
        <pc:chgData name="Andreas" userId="f1a27a91-fb80-49c6-a061-1959e15afc91" providerId="ADAL" clId="{A6A8A3F8-DB62-42B8-85DE-E5CA23F41B08}" dt="2020-11-24T08:39:32.118" v="15"/>
        <pc:sldMkLst>
          <pc:docMk/>
          <pc:sldMk cId="2529831504" sldId="2076136918"/>
        </pc:sldMkLst>
      </pc:sldChg>
    </pc:docChg>
  </pc:docChgLst>
  <pc:docChgLst>
    <pc:chgData name="Andreas" userId="f1a27a91-fb80-49c6-a061-1959e15afc91" providerId="ADAL" clId="{0B37D68B-B758-4FEE-8E87-CEDA5C9A558D}"/>
    <pc:docChg chg="custSel modSld">
      <pc:chgData name="Andreas" userId="f1a27a91-fb80-49c6-a061-1959e15afc91" providerId="ADAL" clId="{0B37D68B-B758-4FEE-8E87-CEDA5C9A558D}" dt="2020-08-11T14:41:06.231" v="106" actId="14100"/>
      <pc:docMkLst>
        <pc:docMk/>
      </pc:docMkLst>
      <pc:sldChg chg="addSp delSp modSp">
        <pc:chgData name="Andreas" userId="f1a27a91-fb80-49c6-a061-1959e15afc91" providerId="ADAL" clId="{0B37D68B-B758-4FEE-8E87-CEDA5C9A558D}" dt="2020-08-11T14:41:06.231" v="106" actId="14100"/>
        <pc:sldMkLst>
          <pc:docMk/>
          <pc:sldMk cId="2303228845" sldId="265"/>
        </pc:sldMkLst>
        <pc:picChg chg="add del">
          <ac:chgData name="Andreas" userId="f1a27a91-fb80-49c6-a061-1959e15afc91" providerId="ADAL" clId="{0B37D68B-B758-4FEE-8E87-CEDA5C9A558D}" dt="2020-08-11T14:41:02.168" v="104" actId="478"/>
          <ac:picMkLst>
            <pc:docMk/>
            <pc:sldMk cId="2303228845" sldId="265"/>
            <ac:picMk id="3" creationId="{574F0F1D-5523-46B0-884E-373D7A580F8D}"/>
          </ac:picMkLst>
        </pc:picChg>
        <pc:picChg chg="add mod">
          <ac:chgData name="Andreas" userId="f1a27a91-fb80-49c6-a061-1959e15afc91" providerId="ADAL" clId="{0B37D68B-B758-4FEE-8E87-CEDA5C9A558D}" dt="2020-08-11T14:41:06.231" v="106" actId="14100"/>
          <ac:picMkLst>
            <pc:docMk/>
            <pc:sldMk cId="2303228845" sldId="265"/>
            <ac:picMk id="4" creationId="{308A1D59-2815-4CA5-B225-8D04CFEBB14E}"/>
          </ac:picMkLst>
        </pc:picChg>
      </pc:sldChg>
      <pc:sldChg chg="modSp">
        <pc:chgData name="Andreas" userId="f1a27a91-fb80-49c6-a061-1959e15afc91" providerId="ADAL" clId="{0B37D68B-B758-4FEE-8E87-CEDA5C9A558D}" dt="2020-08-11T14:35:55.850" v="5" actId="20577"/>
        <pc:sldMkLst>
          <pc:docMk/>
          <pc:sldMk cId="3908362423" sldId="314"/>
        </pc:sldMkLst>
        <pc:spChg chg="mod">
          <ac:chgData name="Andreas" userId="f1a27a91-fb80-49c6-a061-1959e15afc91" providerId="ADAL" clId="{0B37D68B-B758-4FEE-8E87-CEDA5C9A558D}" dt="2020-08-11T14:35:55.850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" userId="f1a27a91-fb80-49c6-a061-1959e15afc91" providerId="ADAL" clId="{0B37D68B-B758-4FEE-8E87-CEDA5C9A558D}" dt="2020-08-11T14:36:21.389" v="24" actId="20577"/>
        <pc:sldMkLst>
          <pc:docMk/>
          <pc:sldMk cId="1406265366" sldId="319"/>
        </pc:sldMkLst>
        <pc:spChg chg="mod">
          <ac:chgData name="Andreas" userId="f1a27a91-fb80-49c6-a061-1959e15afc91" providerId="ADAL" clId="{0B37D68B-B758-4FEE-8E87-CEDA5C9A558D}" dt="2020-08-11T14:36:21.389" v="24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" userId="f1a27a91-fb80-49c6-a061-1959e15afc91" providerId="ADAL" clId="{0B37D68B-B758-4FEE-8E87-CEDA5C9A558D}" dt="2020-08-11T14:39:07.662" v="80" actId="1076"/>
        <pc:sldMkLst>
          <pc:docMk/>
          <pc:sldMk cId="820736664" sldId="321"/>
        </pc:sldMkLst>
        <pc:spChg chg="mod">
          <ac:chgData name="Andreas" userId="f1a27a91-fb80-49c6-a061-1959e15afc91" providerId="ADAL" clId="{0B37D68B-B758-4FEE-8E87-CEDA5C9A558D}" dt="2020-08-11T14:38:14.304" v="75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" userId="f1a27a91-fb80-49c6-a061-1959e15afc91" providerId="ADAL" clId="{0B37D68B-B758-4FEE-8E87-CEDA5C9A558D}" dt="2020-08-11T14:39:07.662" v="80" actId="1076"/>
          <ac:picMkLst>
            <pc:docMk/>
            <pc:sldMk cId="820736664" sldId="321"/>
            <ac:picMk id="4" creationId="{9C76C943-F200-4D2A-B9B1-6CD2A3222B66}"/>
          </ac:picMkLst>
        </pc:picChg>
        <pc:picChg chg="del">
          <ac:chgData name="Andreas" userId="f1a27a91-fb80-49c6-a061-1959e15afc91" providerId="ADAL" clId="{0B37D68B-B758-4FEE-8E87-CEDA5C9A558D}" dt="2020-08-11T14:38:59.960" v="76" actId="478"/>
          <ac:picMkLst>
            <pc:docMk/>
            <pc:sldMk cId="820736664" sldId="321"/>
            <ac:picMk id="1026" creationId="{16DC2AEB-A52D-45A0-BF9A-598E8E5AFA18}"/>
          </ac:picMkLst>
        </pc:picChg>
      </pc:sldChg>
      <pc:sldChg chg="modSp">
        <pc:chgData name="Andreas" userId="f1a27a91-fb80-49c6-a061-1959e15afc91" providerId="ADAL" clId="{0B37D68B-B758-4FEE-8E87-CEDA5C9A558D}" dt="2020-08-11T14:36:53.824" v="74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0B37D68B-B758-4FEE-8E87-CEDA5C9A558D}" dt="2020-08-11T14:36:53.824" v="7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" userId="f1a27a91-fb80-49c6-a061-1959e15afc91" providerId="ADAL" clId="{0B37D68B-B758-4FEE-8E87-CEDA5C9A558D}" dt="2020-08-11T14:36:08.843" v="6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0B37D68B-B758-4FEE-8E87-CEDA5C9A558D}" dt="2020-08-11T14:36:08.843" v="6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" userId="f1a27a91-fb80-49c6-a061-1959e15afc91" providerId="ADAL" clId="{0B37D68B-B758-4FEE-8E87-CEDA5C9A558D}" dt="2020-08-11T14:39:15.330" v="100" actId="20577"/>
        <pc:sldMkLst>
          <pc:docMk/>
          <pc:sldMk cId="363290704" sldId="2076136306"/>
        </pc:sldMkLst>
        <pc:spChg chg="mod">
          <ac:chgData name="Andreas" userId="f1a27a91-fb80-49c6-a061-1959e15afc91" providerId="ADAL" clId="{0B37D68B-B758-4FEE-8E87-CEDA5C9A558D}" dt="2020-08-11T14:39:15.330" v="100" actId="20577"/>
          <ac:spMkLst>
            <pc:docMk/>
            <pc:sldMk cId="363290704" sldId="2076136306"/>
            <ac:spMk id="3" creationId="{023A6FCC-F2F2-40E2-9047-052EF4B30FDD}"/>
          </ac:spMkLst>
        </pc:spChg>
      </pc:sldChg>
    </pc:docChg>
  </pc:docChgLst>
  <pc:docChgLst>
    <pc:chgData name="Andreas Willich" userId="f1a27a91-fb80-49c6-a061-1959e15afc91" providerId="ADAL" clId="{7408A012-5EBE-4E39-896B-C14D86C8CB0D}"/>
    <pc:docChg chg="modSld">
      <pc:chgData name="Andreas Willich" userId="f1a27a91-fb80-49c6-a061-1959e15afc91" providerId="ADAL" clId="{7408A012-5EBE-4E39-896B-C14D86C8CB0D}" dt="2019-09-23T14:10:39.788" v="66" actId="20577"/>
      <pc:docMkLst>
        <pc:docMk/>
      </pc:docMkLst>
      <pc:sldChg chg="modSp">
        <pc:chgData name="Andreas Willich" userId="f1a27a91-fb80-49c6-a061-1959e15afc91" providerId="ADAL" clId="{7408A012-5EBE-4E39-896B-C14D86C8CB0D}" dt="2019-09-23T14:08:24.667" v="48" actId="20577"/>
        <pc:sldMkLst>
          <pc:docMk/>
          <pc:sldMk cId="4009951914" sldId="311"/>
        </pc:sldMkLst>
        <pc:spChg chg="mod">
          <ac:chgData name="Andreas Willich" userId="f1a27a91-fb80-49c6-a061-1959e15afc91" providerId="ADAL" clId="{7408A012-5EBE-4E39-896B-C14D86C8CB0D}" dt="2019-09-23T14:08:24.667" v="48" actId="20577"/>
          <ac:spMkLst>
            <pc:docMk/>
            <pc:sldMk cId="4009951914" sldId="311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408A012-5EBE-4E39-896B-C14D86C8CB0D}" dt="2019-09-23T14:08:41.692" v="65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7408A012-5EBE-4E39-896B-C14D86C8CB0D}" dt="2019-09-23T14:08:41.692" v="65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408A012-5EBE-4E39-896B-C14D86C8CB0D}" dt="2019-09-23T14:10:39.788" v="66" actId="20577"/>
        <pc:sldMkLst>
          <pc:docMk/>
          <pc:sldMk cId="38101848" sldId="315"/>
        </pc:sldMkLst>
        <pc:spChg chg="mod">
          <ac:chgData name="Andreas Willich" userId="f1a27a91-fb80-49c6-a061-1959e15afc91" providerId="ADAL" clId="{7408A012-5EBE-4E39-896B-C14D86C8CB0D}" dt="2019-09-23T14:10:39.788" v="66" actId="20577"/>
          <ac:spMkLst>
            <pc:docMk/>
            <pc:sldMk cId="38101848" sldId="315"/>
            <ac:spMk id="4" creationId="{30442E76-A2FF-4162-9B3D-7A843539EB0B}"/>
          </ac:spMkLst>
        </pc:spChg>
      </pc:sldChg>
    </pc:docChg>
  </pc:docChgLst>
  <pc:docChgLst>
    <pc:chgData name="Andreas Willich" userId="f1a27a91-fb80-49c6-a061-1959e15afc91" providerId="ADAL" clId="{240867DE-76D4-4BC6-87CA-182DAFFE0F5F}"/>
    <pc:docChg chg="undo redo custSel addSld delSld modSld sldOrd">
      <pc:chgData name="Andreas Willich" userId="f1a27a91-fb80-49c6-a061-1959e15afc91" providerId="ADAL" clId="{240867DE-76D4-4BC6-87CA-182DAFFE0F5F}" dt="2022-03-01T17:09:17.783" v="123"/>
      <pc:docMkLst>
        <pc:docMk/>
      </pc:docMkLst>
      <pc:sldChg chg="ord">
        <pc:chgData name="Andreas Willich" userId="f1a27a91-fb80-49c6-a061-1959e15afc91" providerId="ADAL" clId="{240867DE-76D4-4BC6-87CA-182DAFFE0F5F}" dt="2022-03-01T17:09:17.783" v="123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240867DE-76D4-4BC6-87CA-182DAFFE0F5F}" dt="2022-03-01T16:40:41.871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240867DE-76D4-4BC6-87CA-182DAFFE0F5F}" dt="2022-03-01T16:40:41.871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240867DE-76D4-4BC6-87CA-182DAFFE0F5F}" dt="2022-03-01T16:44:48.366" v="22" actId="404"/>
        <pc:sldMkLst>
          <pc:docMk/>
          <pc:sldMk cId="1406265366" sldId="319"/>
        </pc:sldMkLst>
        <pc:spChg chg="mod">
          <ac:chgData name="Andreas Willich" userId="f1a27a91-fb80-49c6-a061-1959e15afc91" providerId="ADAL" clId="{240867DE-76D4-4BC6-87CA-182DAFFE0F5F}" dt="2022-03-01T16:44:48.366" v="22" actId="404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240867DE-76D4-4BC6-87CA-182DAFFE0F5F}" dt="2022-03-01T16:57:26.924" v="114" actId="1076"/>
        <pc:sldMkLst>
          <pc:docMk/>
          <pc:sldMk cId="820736664" sldId="321"/>
        </pc:sldMkLst>
        <pc:spChg chg="mod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2" creationId="{D2BE8B6A-5FBB-4721-B07C-F8B3BF495852}"/>
          </ac:spMkLst>
        </pc:spChg>
        <pc:spChg chg="mod">
          <ac:chgData name="Andreas Willich" userId="f1a27a91-fb80-49c6-a061-1959e15afc91" providerId="ADAL" clId="{240867DE-76D4-4BC6-87CA-182DAFFE0F5F}" dt="2022-03-01T16:57:00.389" v="113" actId="20577"/>
          <ac:spMkLst>
            <pc:docMk/>
            <pc:sldMk cId="820736664" sldId="321"/>
            <ac:spMk id="3" creationId="{F6AD33C1-B332-454C-806B-0AAA693B62C2}"/>
          </ac:spMkLst>
        </pc:spChg>
        <pc:spChg chg="add del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143" creationId="{6C686317-9C96-4A02-88CE-7319FF590580}"/>
          </ac:spMkLst>
        </pc:spChg>
        <pc:spChg chg="add del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153" creationId="{EB9A9756-A5DB-460E-A867-A2AE77834D3A}"/>
          </ac:spMkLst>
        </pc:spChg>
        <pc:spChg chg="add del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199" creationId="{260615AE-7DBC-4FF7-9107-9FE957695B02}"/>
          </ac:spMkLst>
        </pc:spChg>
        <pc:grpChg chg="add del">
          <ac:chgData name="Andreas Willich" userId="f1a27a91-fb80-49c6-a061-1959e15afc91" providerId="ADAL" clId="{240867DE-76D4-4BC6-87CA-182DAFFE0F5F}" dt="2022-03-01T16:56:58.199" v="111" actId="26606"/>
          <ac:grpSpMkLst>
            <pc:docMk/>
            <pc:sldMk cId="820736664" sldId="321"/>
            <ac:grpSpMk id="135" creationId="{C616B3DC-C165-433D-9187-62DCC0E317D3}"/>
          </ac:grpSpMkLst>
        </pc:grpChg>
        <pc:grpChg chg="add del">
          <ac:chgData name="Andreas Willich" userId="f1a27a91-fb80-49c6-a061-1959e15afc91" providerId="ADAL" clId="{240867DE-76D4-4BC6-87CA-182DAFFE0F5F}" dt="2022-03-01T16:56:58.199" v="111" actId="26606"/>
          <ac:grpSpMkLst>
            <pc:docMk/>
            <pc:sldMk cId="820736664" sldId="321"/>
            <ac:grpSpMk id="145" creationId="{E0E25B5C-98A3-47D8-A4D7-10C2E1758981}"/>
          </ac:grpSpMkLst>
        </pc:grpChg>
        <pc:grpChg chg="add del">
          <ac:chgData name="Andreas Willich" userId="f1a27a91-fb80-49c6-a061-1959e15afc91" providerId="ADAL" clId="{240867DE-76D4-4BC6-87CA-182DAFFE0F5F}" dt="2022-03-01T16:56:58.199" v="111" actId="26606"/>
          <ac:grpSpMkLst>
            <pc:docMk/>
            <pc:sldMk cId="820736664" sldId="321"/>
            <ac:grpSpMk id="192" creationId="{C616B3DC-C165-433D-9187-62DCC0E317D3}"/>
          </ac:grpSpMkLst>
        </pc:grpChg>
        <pc:picChg chg="del">
          <ac:chgData name="Andreas Willich" userId="f1a27a91-fb80-49c6-a061-1959e15afc91" providerId="ADAL" clId="{240867DE-76D4-4BC6-87CA-182DAFFE0F5F}" dt="2022-03-01T16:56:51.974" v="107" actId="478"/>
          <ac:picMkLst>
            <pc:docMk/>
            <pc:sldMk cId="820736664" sldId="321"/>
            <ac:picMk id="4" creationId="{0DE26AED-EFC4-4B1D-AA5D-0C33669D49E6}"/>
          </ac:picMkLst>
        </pc:picChg>
        <pc:picChg chg="add mod">
          <ac:chgData name="Andreas Willich" userId="f1a27a91-fb80-49c6-a061-1959e15afc91" providerId="ADAL" clId="{240867DE-76D4-4BC6-87CA-182DAFFE0F5F}" dt="2022-03-01T16:57:26.924" v="114" actId="1076"/>
          <ac:picMkLst>
            <pc:docMk/>
            <pc:sldMk cId="820736664" sldId="321"/>
            <ac:picMk id="1026" creationId="{8FAA5B48-9E1B-4078-819A-FB196EFF8070}"/>
          </ac:picMkLst>
        </pc:picChg>
      </pc:sldChg>
      <pc:sldChg chg="modSp">
        <pc:chgData name="Andreas Willich" userId="f1a27a91-fb80-49c6-a061-1959e15afc91" providerId="ADAL" clId="{240867DE-76D4-4BC6-87CA-182DAFFE0F5F}" dt="2022-03-01T16:45:10.713" v="60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240867DE-76D4-4BC6-87CA-182DAFFE0F5F}" dt="2022-03-01T16:45:10.713" v="60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240867DE-76D4-4BC6-87CA-182DAFFE0F5F}" dt="2022-03-01T16:51:03.536" v="61" actId="729"/>
        <pc:sldMkLst>
          <pc:docMk/>
          <pc:sldMk cId="4285057711" sldId="2076136298"/>
        </pc:sldMkLst>
      </pc:sldChg>
      <pc:sldChg chg="del">
        <pc:chgData name="Andreas Willich" userId="f1a27a91-fb80-49c6-a061-1959e15afc91" providerId="ADAL" clId="{240867DE-76D4-4BC6-87CA-182DAFFE0F5F}" dt="2022-03-01T16:59:24.516" v="119" actId="47"/>
        <pc:sldMkLst>
          <pc:docMk/>
          <pc:sldMk cId="3611784228" sldId="2076136300"/>
        </pc:sldMkLst>
      </pc:sldChg>
      <pc:sldChg chg="ord">
        <pc:chgData name="Andreas Willich" userId="f1a27a91-fb80-49c6-a061-1959e15afc91" providerId="ADAL" clId="{240867DE-76D4-4BC6-87CA-182DAFFE0F5F}" dt="2022-03-01T17:09:17.783" v="123"/>
        <pc:sldMkLst>
          <pc:docMk/>
          <pc:sldMk cId="933372865" sldId="2076136916"/>
        </pc:sldMkLst>
      </pc:sldChg>
      <pc:sldChg chg="modSp mod">
        <pc:chgData name="Andreas Willich" userId="f1a27a91-fb80-49c6-a061-1959e15afc91" providerId="ADAL" clId="{240867DE-76D4-4BC6-87CA-182DAFFE0F5F}" dt="2022-03-01T16:44:52.303" v="26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240867DE-76D4-4BC6-87CA-182DAFFE0F5F}" dt="2022-03-01T16:44:52.303" v="26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mod">
        <pc:chgData name="Andreas Willich" userId="f1a27a91-fb80-49c6-a061-1959e15afc91" providerId="ADAL" clId="{240867DE-76D4-4BC6-87CA-182DAFFE0F5F}" dt="2022-03-01T16:40:57.805" v="13" actId="20577"/>
        <pc:sldMkLst>
          <pc:docMk/>
          <pc:sldMk cId="1342454545" sldId="2076136921"/>
        </pc:sldMkLst>
        <pc:spChg chg="mod">
          <ac:chgData name="Andreas Willich" userId="f1a27a91-fb80-49c6-a061-1959e15afc91" providerId="ADAL" clId="{240867DE-76D4-4BC6-87CA-182DAFFE0F5F}" dt="2022-03-01T16:40:57.805" v="13" actId="20577"/>
          <ac:spMkLst>
            <pc:docMk/>
            <pc:sldMk cId="1342454545" sldId="2076136921"/>
            <ac:spMk id="3" creationId="{E53344D8-8688-474B-8A70-1ABAE72E4E7B}"/>
          </ac:spMkLst>
        </pc:spChg>
      </pc:sldChg>
      <pc:sldChg chg="ord">
        <pc:chgData name="Andreas Willich" userId="f1a27a91-fb80-49c6-a061-1959e15afc91" providerId="ADAL" clId="{240867DE-76D4-4BC6-87CA-182DAFFE0F5F}" dt="2022-03-01T16:59:18.225" v="118"/>
        <pc:sldMkLst>
          <pc:docMk/>
          <pc:sldMk cId="796943666" sldId="2076136922"/>
        </pc:sldMkLst>
      </pc:sldChg>
      <pc:sldChg chg="addSp delSp modSp new del mod modClrScheme chgLayout">
        <pc:chgData name="Andreas Willich" userId="f1a27a91-fb80-49c6-a061-1959e15afc91" providerId="ADAL" clId="{240867DE-76D4-4BC6-87CA-182DAFFE0F5F}" dt="2022-03-01T16:58:27.325" v="116" actId="47"/>
        <pc:sldMkLst>
          <pc:docMk/>
          <pc:sldMk cId="30436398" sldId="2076136923"/>
        </pc:sldMkLst>
        <pc:spChg chg="del mod ord">
          <ac:chgData name="Andreas Willich" userId="f1a27a91-fb80-49c6-a061-1959e15afc91" providerId="ADAL" clId="{240867DE-76D4-4BC6-87CA-182DAFFE0F5F}" dt="2022-03-01T16:51:16.444" v="63" actId="700"/>
          <ac:spMkLst>
            <pc:docMk/>
            <pc:sldMk cId="30436398" sldId="2076136923"/>
            <ac:spMk id="2" creationId="{8E1793AD-05BA-467B-89A4-F96B81B91E41}"/>
          </ac:spMkLst>
        </pc:spChg>
        <pc:spChg chg="del mod ord">
          <ac:chgData name="Andreas Willich" userId="f1a27a91-fb80-49c6-a061-1959e15afc91" providerId="ADAL" clId="{240867DE-76D4-4BC6-87CA-182DAFFE0F5F}" dt="2022-03-01T16:51:16.444" v="63" actId="700"/>
          <ac:spMkLst>
            <pc:docMk/>
            <pc:sldMk cId="30436398" sldId="2076136923"/>
            <ac:spMk id="3" creationId="{67CC0612-8363-486F-82DA-DAE2180FF79E}"/>
          </ac:spMkLst>
        </pc:spChg>
        <pc:spChg chg="add mod ord">
          <ac:chgData name="Andreas Willich" userId="f1a27a91-fb80-49c6-a061-1959e15afc91" providerId="ADAL" clId="{240867DE-76D4-4BC6-87CA-182DAFFE0F5F}" dt="2022-03-01T16:51:43.895" v="69" actId="20577"/>
          <ac:spMkLst>
            <pc:docMk/>
            <pc:sldMk cId="30436398" sldId="2076136923"/>
            <ac:spMk id="4" creationId="{689BB606-E22D-4ED6-AED5-EC7B5583F47C}"/>
          </ac:spMkLst>
        </pc:spChg>
        <pc:spChg chg="add mod ord">
          <ac:chgData name="Andreas Willich" userId="f1a27a91-fb80-49c6-a061-1959e15afc91" providerId="ADAL" clId="{240867DE-76D4-4BC6-87CA-182DAFFE0F5F}" dt="2022-03-01T16:53:52.028" v="106"/>
          <ac:spMkLst>
            <pc:docMk/>
            <pc:sldMk cId="30436398" sldId="2076136923"/>
            <ac:spMk id="5" creationId="{9143DBA2-AC2A-45E2-85EF-67AABBF926E4}"/>
          </ac:spMkLst>
        </pc:spChg>
      </pc:sldChg>
      <pc:sldChg chg="add setBg">
        <pc:chgData name="Andreas Willich" userId="f1a27a91-fb80-49c6-a061-1959e15afc91" providerId="ADAL" clId="{240867DE-76D4-4BC6-87CA-182DAFFE0F5F}" dt="2022-03-01T17:05:49.867" v="121"/>
        <pc:sldMkLst>
          <pc:docMk/>
          <pc:sldMk cId="3606453312" sldId="2076138300"/>
        </pc:sldMkLst>
      </pc:sldChg>
    </pc:docChg>
  </pc:docChgLst>
  <pc:docChgLst>
    <pc:chgData name="Andreas Willich" userId="f1a27a91-fb80-49c6-a061-1959e15afc91" providerId="ADAL" clId="{F628C34C-E73E-4B97-BC7A-F9D636D00E1E}"/>
    <pc:docChg chg="modSld">
      <pc:chgData name="Andreas Willich" userId="f1a27a91-fb80-49c6-a061-1959e15afc91" providerId="ADAL" clId="{F628C34C-E73E-4B97-BC7A-F9D636D00E1E}" dt="2020-12-15T16:16:40.988" v="1" actId="20577"/>
      <pc:docMkLst>
        <pc:docMk/>
      </pc:docMkLst>
      <pc:sldChg chg="modSp mod">
        <pc:chgData name="Andreas Willich" userId="f1a27a91-fb80-49c6-a061-1959e15afc91" providerId="ADAL" clId="{F628C34C-E73E-4B97-BC7A-F9D636D00E1E}" dt="2020-12-15T16:16:40.988" v="1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628C34C-E73E-4B97-BC7A-F9D636D00E1E}" dt="2020-12-15T16:16:40.988" v="1" actId="20577"/>
          <ac:spMkLst>
            <pc:docMk/>
            <pc:sldMk cId="3908362423" sldId="314"/>
            <ac:spMk id="2" creationId="{C7CF4C79-936C-42D0-BDD1-5E60E01898F1}"/>
          </ac:spMkLst>
        </pc:spChg>
      </pc:sldChg>
    </pc:docChg>
  </pc:docChgLst>
  <pc:docChgLst>
    <pc:chgData name="Andreas Willich" userId="f1a27a91-fb80-49c6-a061-1959e15afc91" providerId="ADAL" clId="{6E6D51CD-D21B-43CC-84E6-87671340470D}"/>
    <pc:docChg chg="addSld modSld">
      <pc:chgData name="Andreas Willich" userId="f1a27a91-fb80-49c6-a061-1959e15afc91" providerId="ADAL" clId="{6E6D51CD-D21B-43CC-84E6-87671340470D}" dt="2020-06-02T15:15:02.615" v="94"/>
      <pc:docMkLst>
        <pc:docMk/>
      </pc:docMkLst>
      <pc:sldChg chg="modSp">
        <pc:chgData name="Andreas Willich" userId="f1a27a91-fb80-49c6-a061-1959e15afc91" providerId="ADAL" clId="{6E6D51CD-D21B-43CC-84E6-87671340470D}" dt="2020-06-02T15:08:38.429" v="16"/>
        <pc:sldMkLst>
          <pc:docMk/>
          <pc:sldMk cId="1406265366" sldId="319"/>
        </pc:sldMkLst>
        <pc:spChg chg="mod">
          <ac:chgData name="Andreas Willich" userId="f1a27a91-fb80-49c6-a061-1959e15afc91" providerId="ADAL" clId="{6E6D51CD-D21B-43CC-84E6-87671340470D}" dt="2020-06-02T15:08:38.429" v="1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6E6D51CD-D21B-43CC-84E6-87671340470D}" dt="2020-06-02T15:15:02.615" v="94"/>
        <pc:sldMkLst>
          <pc:docMk/>
          <pc:sldMk cId="820736664" sldId="321"/>
        </pc:sldMkLst>
        <pc:spChg chg="mod">
          <ac:chgData name="Andreas Willich" userId="f1a27a91-fb80-49c6-a061-1959e15afc91" providerId="ADAL" clId="{6E6D51CD-D21B-43CC-84E6-87671340470D}" dt="2020-06-02T15:15:02.615" v="94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6E6D51CD-D21B-43CC-84E6-87671340470D}" dt="2020-06-02T15:14:55.997" v="93" actId="1076"/>
          <ac:picMkLst>
            <pc:docMk/>
            <pc:sldMk cId="820736664" sldId="321"/>
            <ac:picMk id="2050" creationId="{9235C5EA-AF12-4B8F-B650-73D796EA8790}"/>
          </ac:picMkLst>
        </pc:picChg>
        <pc:picChg chg="del">
          <ac:chgData name="Andreas Willich" userId="f1a27a91-fb80-49c6-a061-1959e15afc91" providerId="ADAL" clId="{6E6D51CD-D21B-43CC-84E6-87671340470D}" dt="2020-06-02T15:14:48.638" v="90" actId="478"/>
          <ac:picMkLst>
            <pc:docMk/>
            <pc:sldMk cId="820736664" sldId="321"/>
            <ac:picMk id="2052" creationId="{8878D270-AA30-4BF1-BBAD-18062D62DD76}"/>
          </ac:picMkLst>
        </pc:picChg>
      </pc:sldChg>
      <pc:sldChg chg="modSp">
        <pc:chgData name="Andreas Willich" userId="f1a27a91-fb80-49c6-a061-1959e15afc91" providerId="ADAL" clId="{6E6D51CD-D21B-43CC-84E6-87671340470D}" dt="2020-06-02T15:10:17.395" v="85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6E6D51CD-D21B-43CC-84E6-87671340470D}" dt="2020-06-02T15:10:17.395" v="85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 Willich" userId="f1a27a91-fb80-49c6-a061-1959e15afc91" providerId="ADAL" clId="{6E6D51CD-D21B-43CC-84E6-87671340470D}" dt="2020-06-02T15:09:26.618" v="19"/>
        <pc:sldMkLst>
          <pc:docMk/>
          <pc:sldMk cId="3163372477" sldId="342"/>
        </pc:sldMkLst>
        <pc:spChg chg="mod">
          <ac:chgData name="Andreas Willich" userId="f1a27a91-fb80-49c6-a061-1959e15afc91" providerId="ADAL" clId="{6E6D51CD-D21B-43CC-84E6-87671340470D}" dt="2020-06-02T15:09:26.618" v="19"/>
          <ac:spMkLst>
            <pc:docMk/>
            <pc:sldMk cId="3163372477" sldId="342"/>
            <ac:spMk id="3" creationId="{97B60A8D-7D39-4747-8373-705E700327F3}"/>
          </ac:spMkLst>
        </pc:spChg>
      </pc:sldChg>
      <pc:sldChg chg="addSp delSp modSp">
        <pc:chgData name="Andreas Willich" userId="f1a27a91-fb80-49c6-a061-1959e15afc91" providerId="ADAL" clId="{6E6D51CD-D21B-43CC-84E6-87671340470D}" dt="2020-06-02T15:06:23.727" v="12" actId="14100"/>
        <pc:sldMkLst>
          <pc:docMk/>
          <pc:sldMk cId="1152218513" sldId="2076136295"/>
        </pc:sldMkLst>
        <pc:picChg chg="del">
          <ac:chgData name="Andreas Willich" userId="f1a27a91-fb80-49c6-a061-1959e15afc91" providerId="ADAL" clId="{6E6D51CD-D21B-43CC-84E6-87671340470D}" dt="2020-06-02T15:06:18.155" v="10" actId="478"/>
          <ac:picMkLst>
            <pc:docMk/>
            <pc:sldMk cId="1152218513" sldId="2076136295"/>
            <ac:picMk id="3" creationId="{F6A68FB5-E6A8-4134-84D6-0CF61DD255B0}"/>
          </ac:picMkLst>
        </pc:picChg>
        <pc:picChg chg="add mod">
          <ac:chgData name="Andreas Willich" userId="f1a27a91-fb80-49c6-a061-1959e15afc91" providerId="ADAL" clId="{6E6D51CD-D21B-43CC-84E6-87671340470D}" dt="2020-06-02T15:06:23.727" v="12" actId="14100"/>
          <ac:picMkLst>
            <pc:docMk/>
            <pc:sldMk cId="1152218513" sldId="2076136295"/>
            <ac:picMk id="4" creationId="{C4E54E9E-AE8F-40BF-9113-CEAB24481A7C}"/>
          </ac:picMkLst>
        </pc:picChg>
      </pc:sldChg>
      <pc:sldChg chg="modSp">
        <pc:chgData name="Andreas Willich" userId="f1a27a91-fb80-49c6-a061-1959e15afc91" providerId="ADAL" clId="{6E6D51CD-D21B-43CC-84E6-87671340470D}" dt="2020-06-02T15:07:44.636" v="15"/>
        <pc:sldMkLst>
          <pc:docMk/>
          <pc:sldMk cId="3611784228" sldId="2076136300"/>
        </pc:sldMkLst>
        <pc:spChg chg="mod">
          <ac:chgData name="Andreas Willich" userId="f1a27a91-fb80-49c6-a061-1959e15afc91" providerId="ADAL" clId="{6E6D51CD-D21B-43CC-84E6-87671340470D}" dt="2020-06-02T15:07:44.636" v="15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">
        <pc:chgData name="Andreas Willich" userId="f1a27a91-fb80-49c6-a061-1959e15afc91" providerId="ADAL" clId="{6E6D51CD-D21B-43CC-84E6-87671340470D}" dt="2020-06-02T15:02:13.669" v="0"/>
        <pc:sldMkLst>
          <pc:docMk/>
          <pc:sldMk cId="4037594332" sldId="2076136302"/>
        </pc:sldMkLst>
      </pc:sldChg>
      <pc:sldChg chg="addSp delSp modSp add">
        <pc:chgData name="Andreas Willich" userId="f1a27a91-fb80-49c6-a061-1959e15afc91" providerId="ADAL" clId="{6E6D51CD-D21B-43CC-84E6-87671340470D}" dt="2020-06-02T15:04:35.919" v="8"/>
        <pc:sldMkLst>
          <pc:docMk/>
          <pc:sldMk cId="2842526864" sldId="2076136303"/>
        </pc:sldMkLst>
        <pc:spChg chg="add mod">
          <ac:chgData name="Andreas Willich" userId="f1a27a91-fb80-49c6-a061-1959e15afc91" providerId="ADAL" clId="{6E6D51CD-D21B-43CC-84E6-87671340470D}" dt="2020-06-02T15:04:35.919" v="8"/>
          <ac:spMkLst>
            <pc:docMk/>
            <pc:sldMk cId="2842526864" sldId="2076136303"/>
            <ac:spMk id="2" creationId="{2C1D50AE-76BF-4C41-8D6B-F8683CB7917B}"/>
          </ac:spMkLst>
        </pc:spChg>
        <pc:grpChg chg="del">
          <ac:chgData name="Andreas Willich" userId="f1a27a91-fb80-49c6-a061-1959e15afc91" providerId="ADAL" clId="{6E6D51CD-D21B-43CC-84E6-87671340470D}" dt="2020-06-02T15:03:53.149" v="3" actId="478"/>
          <ac:grpSpMkLst>
            <pc:docMk/>
            <pc:sldMk cId="2842526864" sldId="2076136303"/>
            <ac:grpSpMk id="5" creationId="{E4347991-90D6-40E5-8C75-5C42C9059681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0" creationId="{91CDD93B-EBC1-4450-B04F-8D1267D6911C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3" creationId="{1889159C-436C-4AA6-AF46-3DFB7105AE49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6" creationId="{4305BC33-523C-458D-82B3-F1DC26FE333C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9" creationId="{0A60D5DC-0196-41E0-9F61-1BC89192C7E0}"/>
          </ac:grpSpMkLst>
        </pc:grpChg>
      </pc:sldChg>
      <pc:sldChg chg="add">
        <pc:chgData name="Andreas Willich" userId="f1a27a91-fb80-49c6-a061-1959e15afc91" providerId="ADAL" clId="{6E6D51CD-D21B-43CC-84E6-87671340470D}" dt="2020-06-02T15:10:30.406" v="86"/>
        <pc:sldMkLst>
          <pc:docMk/>
          <pc:sldMk cId="3671716299" sldId="2076136304"/>
        </pc:sldMkLst>
      </pc:sldChg>
      <pc:sldChg chg="add">
        <pc:chgData name="Andreas Willich" userId="f1a27a91-fb80-49c6-a061-1959e15afc91" providerId="ADAL" clId="{6E6D51CD-D21B-43CC-84E6-87671340470D}" dt="2020-06-02T15:11:16.588" v="87"/>
        <pc:sldMkLst>
          <pc:docMk/>
          <pc:sldMk cId="892236017" sldId="2076136305"/>
        </pc:sldMkLst>
      </pc:sldChg>
      <pc:sldChg chg="modSp add">
        <pc:chgData name="Andreas Willich" userId="f1a27a91-fb80-49c6-a061-1959e15afc91" providerId="ADAL" clId="{6E6D51CD-D21B-43CC-84E6-87671340470D}" dt="2020-06-02T15:13:05.055" v="89"/>
        <pc:sldMkLst>
          <pc:docMk/>
          <pc:sldMk cId="363290704" sldId="2076136306"/>
        </pc:sldMkLst>
        <pc:spChg chg="mod">
          <ac:chgData name="Andreas Willich" userId="f1a27a91-fb80-49c6-a061-1959e15afc91" providerId="ADAL" clId="{6E6D51CD-D21B-43CC-84E6-87671340470D}" dt="2020-06-02T15:13:05.055" v="89"/>
          <ac:spMkLst>
            <pc:docMk/>
            <pc:sldMk cId="363290704" sldId="2076136306"/>
            <ac:spMk id="3" creationId="{023A6FCC-F2F2-40E2-9047-052EF4B30FDD}"/>
          </ac:spMkLst>
        </pc:spChg>
      </pc:sldChg>
    </pc:docChg>
  </pc:docChgLst>
  <pc:docChgLst>
    <pc:chgData name="Andreas" userId="f1a27a91-fb80-49c6-a061-1959e15afc91" providerId="ADAL" clId="{7FF82D88-0C33-4AD8-9872-9D0352BEDE65}"/>
    <pc:docChg chg="custSel mod addSld modSld">
      <pc:chgData name="Andreas" userId="f1a27a91-fb80-49c6-a061-1959e15afc91" providerId="ADAL" clId="{7FF82D88-0C33-4AD8-9872-9D0352BEDE65}" dt="2020-04-15T15:51:07.804" v="100" actId="26606"/>
      <pc:docMkLst>
        <pc:docMk/>
      </pc:docMkLst>
      <pc:sldChg chg="modSp add">
        <pc:chgData name="Andreas" userId="f1a27a91-fb80-49c6-a061-1959e15afc91" providerId="ADAL" clId="{7FF82D88-0C33-4AD8-9872-9D0352BEDE65}" dt="2020-04-15T12:54:34.925" v="74"/>
        <pc:sldMkLst>
          <pc:docMk/>
          <pc:sldMk cId="3155323864" sldId="2076136297"/>
        </pc:sldMkLst>
        <pc:spChg chg="mod">
          <ac:chgData name="Andreas" userId="f1a27a91-fb80-49c6-a061-1959e15afc91" providerId="ADAL" clId="{7FF82D88-0C33-4AD8-9872-9D0352BEDE65}" dt="2020-04-15T12:54:03.814" v="32" actId="20577"/>
          <ac:spMkLst>
            <pc:docMk/>
            <pc:sldMk cId="3155323864" sldId="2076136297"/>
            <ac:spMk id="2" creationId="{E300E701-1805-4DA9-8588-2E053D5C09BC}"/>
          </ac:spMkLst>
        </pc:spChg>
        <pc:spChg chg="mod">
          <ac:chgData name="Andreas" userId="f1a27a91-fb80-49c6-a061-1959e15afc91" providerId="ADAL" clId="{7FF82D88-0C33-4AD8-9872-9D0352BEDE65}" dt="2020-04-15T12:54:34.925" v="74"/>
          <ac:spMkLst>
            <pc:docMk/>
            <pc:sldMk cId="3155323864" sldId="2076136297"/>
            <ac:spMk id="3" creationId="{6866EB95-DAB4-45D4-92A1-6DE492231AC9}"/>
          </ac:spMkLst>
        </pc:spChg>
      </pc:sldChg>
      <pc:sldChg chg="addSp delSp modSp add mod setBg">
        <pc:chgData name="Andreas" userId="f1a27a91-fb80-49c6-a061-1959e15afc91" providerId="ADAL" clId="{7FF82D88-0C33-4AD8-9872-9D0352BEDE65}" dt="2020-04-15T15:51:07.804" v="100" actId="26606"/>
        <pc:sldMkLst>
          <pc:docMk/>
          <pc:sldMk cId="4285057711" sldId="2076136298"/>
        </pc:sldMkLst>
        <pc:spChg chg="del">
          <ac:chgData name="Andreas" userId="f1a27a91-fb80-49c6-a061-1959e15afc91" providerId="ADAL" clId="{7FF82D88-0C33-4AD8-9872-9D0352BEDE65}" dt="2020-04-15T15:50:39.626" v="76"/>
          <ac:spMkLst>
            <pc:docMk/>
            <pc:sldMk cId="4285057711" sldId="2076136298"/>
            <ac:spMk id="2" creationId="{C84AD3BE-87E6-481D-A47E-DEF4DE9DA6B5}"/>
          </ac:spMkLst>
        </pc:spChg>
        <pc:spChg chg="del">
          <ac:chgData name="Andreas" userId="f1a27a91-fb80-49c6-a061-1959e15afc91" providerId="ADAL" clId="{7FF82D88-0C33-4AD8-9872-9D0352BEDE65}" dt="2020-04-15T15:50:39.626" v="76"/>
          <ac:spMkLst>
            <pc:docMk/>
            <pc:sldMk cId="4285057711" sldId="2076136298"/>
            <ac:spMk id="3" creationId="{55C1E6AB-CF52-4107-81B7-C382E19A8B1D}"/>
          </ac:spMkLst>
        </pc:spChg>
        <pc:spChg chg="add mo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4" creationId="{A7102B55-47DF-4BDC-8D1D-B95F13395FAD}"/>
          </ac:spMkLst>
        </pc:spChg>
        <pc:spChg chg="add mo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5" creationId="{E787885E-072E-4C47-8D3E-3D2E27E092CB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18" creationId="{15655827-B42D-4180-88D3-D83F25E4BD1C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0" creationId="{24ACCB06-563C-4ADE-B4D6-1FE9F723C7D9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2" creationId="{40761ECD-D92B-46AE-82CA-640023D282F9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4" creationId="{9A928607-C55C-40FD-B2DF-6CD6A7226A71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6" creationId="{400A20C1-29A4-43E0-AB15-7931F76F8C2D}"/>
          </ac:spMkLst>
        </pc:spChg>
        <pc:grpChg chg="add">
          <ac:chgData name="Andreas" userId="f1a27a91-fb80-49c6-a061-1959e15afc91" providerId="ADAL" clId="{7FF82D88-0C33-4AD8-9872-9D0352BEDE65}" dt="2020-04-15T15:51:07.804" v="100" actId="26606"/>
          <ac:grpSpMkLst>
            <pc:docMk/>
            <pc:sldMk cId="4285057711" sldId="2076136298"/>
            <ac:grpSpMk id="10" creationId="{E9D059B6-ADD8-488A-B346-63289E90D13F}"/>
          </ac:grpSpMkLst>
        </pc:gr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93DE44-4E4A-4C9A-95E4-2181834F7975}" type="doc">
      <dgm:prSet loTypeId="urn:microsoft.com/office/officeart/2017/3/layout/DropPinTimeline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B6AAF2-0073-4C02-8332-D3D7686F2CB2}">
      <dgm:prSet/>
      <dgm:spPr/>
      <dgm:t>
        <a:bodyPr/>
        <a:lstStyle/>
        <a:p>
          <a:pPr>
            <a:defRPr b="1"/>
          </a:pPr>
          <a:r>
            <a:rPr lang="en-US" dirty="0"/>
            <a:t>September 2022</a:t>
          </a:r>
        </a:p>
      </dgm:t>
    </dgm:pt>
    <dgm:pt modelId="{A9A069AE-B099-4B9A-B3F5-2E6A37C91490}" type="parTrans" cxnId="{2A670127-08C3-4B86-B220-822D19E6D485}">
      <dgm:prSet/>
      <dgm:spPr/>
      <dgm:t>
        <a:bodyPr/>
        <a:lstStyle/>
        <a:p>
          <a:endParaRPr lang="de-AT"/>
        </a:p>
      </dgm:t>
    </dgm:pt>
    <dgm:pt modelId="{5EBC5F30-AE82-41F5-B370-9C5A7B95356E}" type="sibTrans" cxnId="{2A670127-08C3-4B86-B220-822D19E6D485}">
      <dgm:prSet/>
      <dgm:spPr/>
      <dgm:t>
        <a:bodyPr/>
        <a:lstStyle/>
        <a:p>
          <a:endParaRPr lang="de-AT"/>
        </a:p>
      </dgm:t>
    </dgm:pt>
    <dgm:pt modelId="{E58B5C82-D271-4EFB-BA4B-EEB922B8ECD4}">
      <dgm:prSet/>
      <dgm:spPr/>
      <dgm:t>
        <a:bodyPr/>
        <a:lstStyle/>
        <a:p>
          <a:r>
            <a:rPr lang="en-US" dirty="0"/>
            <a:t>Modern observability for your .NET apps with </a:t>
          </a:r>
          <a:r>
            <a:rPr lang="en-US" dirty="0" err="1"/>
            <a:t>OpenTelemetry</a:t>
          </a:r>
          <a:r>
            <a:rPr lang="en-US" dirty="0"/>
            <a:t> by Joao Grassi</a:t>
          </a:r>
        </a:p>
      </dgm:t>
    </dgm:pt>
    <dgm:pt modelId="{F33AFDEB-DA64-42D1-A80D-E81CE7331A4D}" type="parTrans" cxnId="{E4536B58-ACB0-423C-988A-45C20697C005}">
      <dgm:prSet/>
      <dgm:spPr/>
      <dgm:t>
        <a:bodyPr/>
        <a:lstStyle/>
        <a:p>
          <a:endParaRPr lang="de-AT"/>
        </a:p>
      </dgm:t>
    </dgm:pt>
    <dgm:pt modelId="{471DB44E-8996-4B15-B99D-95C8B33D0D24}" type="sibTrans" cxnId="{E4536B58-ACB0-423C-988A-45C20697C005}">
      <dgm:prSet/>
      <dgm:spPr/>
      <dgm:t>
        <a:bodyPr/>
        <a:lstStyle/>
        <a:p>
          <a:endParaRPr lang="de-AT"/>
        </a:p>
      </dgm:t>
    </dgm:pt>
    <dgm:pt modelId="{BCDEB44F-4C6B-486E-8907-CAB1931E5F6C}">
      <dgm:prSet/>
      <dgm:spPr/>
      <dgm:t>
        <a:bodyPr/>
        <a:lstStyle/>
        <a:p>
          <a:pPr>
            <a:defRPr b="1"/>
          </a:pPr>
          <a:r>
            <a:rPr lang="en-US" dirty="0"/>
            <a:t>October 2022</a:t>
          </a:r>
        </a:p>
      </dgm:t>
    </dgm:pt>
    <dgm:pt modelId="{5FFF6DFA-CD5E-4EF7-8EF9-92ED277D48CE}" type="parTrans" cxnId="{57A5B5F4-00E5-4C3C-A078-038054D93B00}">
      <dgm:prSet/>
      <dgm:spPr/>
      <dgm:t>
        <a:bodyPr/>
        <a:lstStyle/>
        <a:p>
          <a:endParaRPr lang="de-AT"/>
        </a:p>
      </dgm:t>
    </dgm:pt>
    <dgm:pt modelId="{98873A34-9D8E-413A-AD4A-44FB517933EF}" type="sibTrans" cxnId="{57A5B5F4-00E5-4C3C-A078-038054D93B00}">
      <dgm:prSet/>
      <dgm:spPr/>
      <dgm:t>
        <a:bodyPr/>
        <a:lstStyle/>
        <a:p>
          <a:endParaRPr lang="de-AT"/>
        </a:p>
      </dgm:t>
    </dgm:pt>
    <dgm:pt modelId="{4F81E8A4-599A-4E48-B580-BDA7D663ECC4}">
      <dgm:prSet/>
      <dgm:spPr/>
      <dgm:t>
        <a:bodyPr/>
        <a:lstStyle/>
        <a:p>
          <a:r>
            <a:rPr lang="en-US" dirty="0"/>
            <a:t>TBD</a:t>
          </a:r>
        </a:p>
      </dgm:t>
    </dgm:pt>
    <dgm:pt modelId="{14F9F738-EE54-48F1-8D7B-58BD04D97670}" type="parTrans" cxnId="{E7AB3422-79E9-4BF9-978B-78859778334D}">
      <dgm:prSet/>
      <dgm:spPr/>
      <dgm:t>
        <a:bodyPr/>
        <a:lstStyle/>
        <a:p>
          <a:endParaRPr lang="de-AT"/>
        </a:p>
      </dgm:t>
    </dgm:pt>
    <dgm:pt modelId="{41EC81C6-D63D-4C5E-A8AA-A40A63B75B25}" type="sibTrans" cxnId="{E7AB3422-79E9-4BF9-978B-78859778334D}">
      <dgm:prSet/>
      <dgm:spPr/>
      <dgm:t>
        <a:bodyPr/>
        <a:lstStyle/>
        <a:p>
          <a:endParaRPr lang="de-AT"/>
        </a:p>
      </dgm:t>
    </dgm:pt>
    <dgm:pt modelId="{41582C8B-5138-4E27-A09A-FFDA94FBE4DB}">
      <dgm:prSet/>
      <dgm:spPr/>
      <dgm:t>
        <a:bodyPr/>
        <a:lstStyle/>
        <a:p>
          <a:pPr>
            <a:defRPr b="1"/>
          </a:pPr>
          <a:r>
            <a:rPr lang="en-US" dirty="0"/>
            <a:t>November 2022</a:t>
          </a:r>
        </a:p>
      </dgm:t>
    </dgm:pt>
    <dgm:pt modelId="{20C757C4-34EA-4949-916E-8A3F05FE3389}" type="parTrans" cxnId="{A777F1B7-7C71-4FF6-B079-E3A63CB01983}">
      <dgm:prSet/>
      <dgm:spPr/>
    </dgm:pt>
    <dgm:pt modelId="{F7360415-2F4F-47BE-8746-076C99CD4D9E}" type="sibTrans" cxnId="{A777F1B7-7C71-4FF6-B079-E3A63CB01983}">
      <dgm:prSet/>
      <dgm:spPr/>
    </dgm:pt>
    <dgm:pt modelId="{B69CD38C-AE7F-442C-BD57-EEEC848D07C6}">
      <dgm:prSet/>
      <dgm:spPr/>
      <dgm:t>
        <a:bodyPr/>
        <a:lstStyle/>
        <a:p>
          <a:r>
            <a:rPr lang="en-US" dirty="0"/>
            <a:t>TBD</a:t>
          </a:r>
        </a:p>
      </dgm:t>
    </dgm:pt>
    <dgm:pt modelId="{C1418ED5-0D32-4590-9454-04A162B6228D}" type="parTrans" cxnId="{0F608A6D-B51B-45E2-B492-4E8F931DDBE0}">
      <dgm:prSet/>
      <dgm:spPr/>
      <dgm:t>
        <a:bodyPr/>
        <a:lstStyle/>
        <a:p>
          <a:endParaRPr lang="de-AT"/>
        </a:p>
      </dgm:t>
    </dgm:pt>
    <dgm:pt modelId="{003DFB8C-7B36-4BB6-BC43-A4456B395995}" type="sibTrans" cxnId="{0F608A6D-B51B-45E2-B492-4E8F931DDBE0}">
      <dgm:prSet/>
      <dgm:spPr/>
      <dgm:t>
        <a:bodyPr/>
        <a:lstStyle/>
        <a:p>
          <a:endParaRPr lang="de-AT"/>
        </a:p>
      </dgm:t>
    </dgm:pt>
    <dgm:pt modelId="{3DA630F9-2B07-4D76-AB3F-EB26E00F6B3F}" type="pres">
      <dgm:prSet presAssocID="{6E93DE44-4E4A-4C9A-95E4-2181834F7975}" presName="root" presStyleCnt="0">
        <dgm:presLayoutVars>
          <dgm:chMax/>
          <dgm:chPref/>
          <dgm:animLvl val="lvl"/>
        </dgm:presLayoutVars>
      </dgm:prSet>
      <dgm:spPr/>
    </dgm:pt>
    <dgm:pt modelId="{28FC3E88-7C32-415F-9750-3D26A34F0107}" type="pres">
      <dgm:prSet presAssocID="{6E93DE44-4E4A-4C9A-95E4-2181834F7975}" presName="divider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gm:spPr>
    </dgm:pt>
    <dgm:pt modelId="{A76CF17B-42DA-4154-BC58-6F58196E6904}" type="pres">
      <dgm:prSet presAssocID="{6E93DE44-4E4A-4C9A-95E4-2181834F7975}" presName="nodes" presStyleCnt="0">
        <dgm:presLayoutVars>
          <dgm:chMax/>
          <dgm:chPref/>
          <dgm:animLvl val="lvl"/>
        </dgm:presLayoutVars>
      </dgm:prSet>
      <dgm:spPr/>
    </dgm:pt>
    <dgm:pt modelId="{DC50BB5C-A1E3-4BDE-91D3-F88CEF72DA44}" type="pres">
      <dgm:prSet presAssocID="{2CB6AAF2-0073-4C02-8332-D3D7686F2CB2}" presName="composite" presStyleCnt="0"/>
      <dgm:spPr/>
    </dgm:pt>
    <dgm:pt modelId="{F0A05B8A-4B1D-4E02-99F2-1F3772A5A33F}" type="pres">
      <dgm:prSet presAssocID="{2CB6AAF2-0073-4C02-8332-D3D7686F2CB2}" presName="ConnectorPoint" presStyleLbl="lnNode1" presStyleIdx="0" presStyleCnt="3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8E90B7BC-FB28-4D4A-8184-B48B01188398}" type="pres">
      <dgm:prSet presAssocID="{2CB6AAF2-0073-4C02-8332-D3D7686F2CB2}" presName="DropPinPlaceHolder" presStyleCnt="0"/>
      <dgm:spPr/>
    </dgm:pt>
    <dgm:pt modelId="{87355568-CCFA-4C93-B1E0-75BE46CD2ACE}" type="pres">
      <dgm:prSet presAssocID="{2CB6AAF2-0073-4C02-8332-D3D7686F2CB2}" presName="DropPin" presStyleLbl="alignNode1" presStyleIdx="0" presStyleCnt="3"/>
      <dgm:spPr/>
    </dgm:pt>
    <dgm:pt modelId="{948CA986-6362-49EE-A9ED-FBAC8223E52A}" type="pres">
      <dgm:prSet presAssocID="{2CB6AAF2-0073-4C02-8332-D3D7686F2CB2}" presName="Ellipse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CCCB96C3-C249-4D9A-9982-A7A597EEA0CD}" type="pres">
      <dgm:prSet presAssocID="{2CB6AAF2-0073-4C02-8332-D3D7686F2CB2}" presName="L2TextContainer" presStyleLbl="revTx" presStyleIdx="0" presStyleCnt="6">
        <dgm:presLayoutVars>
          <dgm:bulletEnabled val="1"/>
        </dgm:presLayoutVars>
      </dgm:prSet>
      <dgm:spPr/>
    </dgm:pt>
    <dgm:pt modelId="{0CF73294-E637-438A-9689-C4CBA3A5E841}" type="pres">
      <dgm:prSet presAssocID="{2CB6AAF2-0073-4C02-8332-D3D7686F2CB2}" presName="L1TextContainer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64FB43AE-CA8B-49D6-9D2E-41276C5834EE}" type="pres">
      <dgm:prSet presAssocID="{2CB6AAF2-0073-4C02-8332-D3D7686F2CB2}" presName="ConnectLine" presStyleLbl="sibTrans1D1" presStyleIdx="0" presStyleCnt="3"/>
      <dgm:spPr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618C6A18-442A-4CDD-9969-CF1E32785BBC}" type="pres">
      <dgm:prSet presAssocID="{2CB6AAF2-0073-4C02-8332-D3D7686F2CB2}" presName="EmptyPlaceHolder" presStyleCnt="0"/>
      <dgm:spPr/>
    </dgm:pt>
    <dgm:pt modelId="{A23DD173-3530-4C9A-8A1D-7D29CC02BE79}" type="pres">
      <dgm:prSet presAssocID="{5EBC5F30-AE82-41F5-B370-9C5A7B95356E}" presName="spaceBetweenRectangles" presStyleCnt="0"/>
      <dgm:spPr/>
    </dgm:pt>
    <dgm:pt modelId="{042C0209-FEDF-4DA4-9A91-9F8E9405C81B}" type="pres">
      <dgm:prSet presAssocID="{BCDEB44F-4C6B-486E-8907-CAB1931E5F6C}" presName="composite" presStyleCnt="0"/>
      <dgm:spPr/>
    </dgm:pt>
    <dgm:pt modelId="{F30F5F3E-2F2A-4DA4-BD73-1AC1D8C09225}" type="pres">
      <dgm:prSet presAssocID="{BCDEB44F-4C6B-486E-8907-CAB1931E5F6C}" presName="ConnectorPoint" presStyleLbl="lnNode1" presStyleIdx="1" presStyleCnt="3"/>
      <dgm:spPr>
        <a:solidFill>
          <a:schemeClr val="accent2">
            <a:hueOff val="-1796981"/>
            <a:satOff val="12361"/>
            <a:lumOff val="1372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1090FDB3-3B59-490D-AFFF-CDCE101DECCC}" type="pres">
      <dgm:prSet presAssocID="{BCDEB44F-4C6B-486E-8907-CAB1931E5F6C}" presName="DropPinPlaceHolder" presStyleCnt="0"/>
      <dgm:spPr/>
    </dgm:pt>
    <dgm:pt modelId="{4A81D49E-D5DD-48C9-8373-86FB35E4EDE3}" type="pres">
      <dgm:prSet presAssocID="{BCDEB44F-4C6B-486E-8907-CAB1931E5F6C}" presName="DropPin" presStyleLbl="alignNode1" presStyleIdx="1" presStyleCnt="3"/>
      <dgm:spPr/>
    </dgm:pt>
    <dgm:pt modelId="{B13050DC-5756-4F6C-979D-D88D3B7F1E5A}" type="pres">
      <dgm:prSet presAssocID="{BCDEB44F-4C6B-486E-8907-CAB1931E5F6C}" presName="Ellipse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69A98263-0BEE-45BA-9BDD-20AC97453E95}" type="pres">
      <dgm:prSet presAssocID="{BCDEB44F-4C6B-486E-8907-CAB1931E5F6C}" presName="L2TextContainer" presStyleLbl="revTx" presStyleIdx="2" presStyleCnt="6">
        <dgm:presLayoutVars>
          <dgm:bulletEnabled val="1"/>
        </dgm:presLayoutVars>
      </dgm:prSet>
      <dgm:spPr/>
    </dgm:pt>
    <dgm:pt modelId="{7E3E1753-59AC-47B7-A97D-5DFE35F432FF}" type="pres">
      <dgm:prSet presAssocID="{BCDEB44F-4C6B-486E-8907-CAB1931E5F6C}" presName="L1TextContainer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3554CB15-F6D3-48FF-8339-FB4BA3683C83}" type="pres">
      <dgm:prSet presAssocID="{BCDEB44F-4C6B-486E-8907-CAB1931E5F6C}" presName="ConnectLine" presStyleLbl="sibTrans1D1" presStyleIdx="1" presStyleCnt="3"/>
      <dgm:spPr>
        <a:noFill/>
        <a:ln w="12700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dash"/>
        </a:ln>
        <a:effectLst/>
      </dgm:spPr>
    </dgm:pt>
    <dgm:pt modelId="{E90FE5E1-876C-420D-87EB-B81AD5358E99}" type="pres">
      <dgm:prSet presAssocID="{BCDEB44F-4C6B-486E-8907-CAB1931E5F6C}" presName="EmptyPlaceHolder" presStyleCnt="0"/>
      <dgm:spPr/>
    </dgm:pt>
    <dgm:pt modelId="{ADF42B0E-C386-421A-B03A-1962B2B73D56}" type="pres">
      <dgm:prSet presAssocID="{98873A34-9D8E-413A-AD4A-44FB517933EF}" presName="spaceBetweenRectangles" presStyleCnt="0"/>
      <dgm:spPr/>
    </dgm:pt>
    <dgm:pt modelId="{81A2EC3C-CADB-4EFB-A408-639E0A89BC75}" type="pres">
      <dgm:prSet presAssocID="{41582C8B-5138-4E27-A09A-FFDA94FBE4DB}" presName="composite" presStyleCnt="0"/>
      <dgm:spPr/>
    </dgm:pt>
    <dgm:pt modelId="{BBB50A6E-00E4-4271-BB8B-F17F2355FD3C}" type="pres">
      <dgm:prSet presAssocID="{41582C8B-5138-4E27-A09A-FFDA94FBE4DB}" presName="ConnectorPoint" presStyleLbl="lnNode1" presStyleIdx="2" presStyleCnt="3"/>
      <dgm:spPr>
        <a:solidFill>
          <a:schemeClr val="accent2">
            <a:hueOff val="-3593961"/>
            <a:satOff val="24722"/>
            <a:lumOff val="2744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7E5C267F-0515-4DE0-857C-316E8FAB8383}" type="pres">
      <dgm:prSet presAssocID="{41582C8B-5138-4E27-A09A-FFDA94FBE4DB}" presName="DropPinPlaceHolder" presStyleCnt="0"/>
      <dgm:spPr/>
    </dgm:pt>
    <dgm:pt modelId="{0AA65FD7-5591-49CF-AC49-CE3D1841F1A8}" type="pres">
      <dgm:prSet presAssocID="{41582C8B-5138-4E27-A09A-FFDA94FBE4DB}" presName="DropPin" presStyleLbl="alignNode1" presStyleIdx="2" presStyleCnt="3"/>
      <dgm:spPr/>
    </dgm:pt>
    <dgm:pt modelId="{4C7B3A3D-5228-4368-B24A-8BEFEEF6B959}" type="pres">
      <dgm:prSet presAssocID="{41582C8B-5138-4E27-A09A-FFDA94FBE4DB}" presName="Ellipse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B96FA61C-6099-45BF-83F3-83C1AAF05CD2}" type="pres">
      <dgm:prSet presAssocID="{41582C8B-5138-4E27-A09A-FFDA94FBE4DB}" presName="L2TextContainer" presStyleLbl="revTx" presStyleIdx="4" presStyleCnt="6">
        <dgm:presLayoutVars>
          <dgm:bulletEnabled val="1"/>
        </dgm:presLayoutVars>
      </dgm:prSet>
      <dgm:spPr/>
    </dgm:pt>
    <dgm:pt modelId="{7E5C3E69-E305-485F-B2DF-A4368E0D2496}" type="pres">
      <dgm:prSet presAssocID="{41582C8B-5138-4E27-A09A-FFDA94FBE4DB}" presName="L1TextContainer" presStyleLbl="revTx" presStyleIdx="5" presStyleCnt="6">
        <dgm:presLayoutVars>
          <dgm:chMax val="1"/>
          <dgm:chPref val="1"/>
          <dgm:bulletEnabled val="1"/>
        </dgm:presLayoutVars>
      </dgm:prSet>
      <dgm:spPr/>
    </dgm:pt>
    <dgm:pt modelId="{D52A7682-C496-4AEE-909E-E8A1A35C04A9}" type="pres">
      <dgm:prSet presAssocID="{41582C8B-5138-4E27-A09A-FFDA94FBE4DB}" presName="ConnectLine" presStyleLbl="sibTrans1D1" presStyleIdx="2" presStyleCnt="3"/>
      <dgm:spPr>
        <a:noFill/>
        <a:ln w="12700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dash"/>
        </a:ln>
        <a:effectLst/>
      </dgm:spPr>
    </dgm:pt>
    <dgm:pt modelId="{C6D229DF-DE07-4DC9-972F-BEBEBF7AE177}" type="pres">
      <dgm:prSet presAssocID="{41582C8B-5138-4E27-A09A-FFDA94FBE4DB}" presName="EmptyPlaceHolder" presStyleCnt="0"/>
      <dgm:spPr/>
    </dgm:pt>
  </dgm:ptLst>
  <dgm:cxnLst>
    <dgm:cxn modelId="{B49DC917-6C51-453D-A4C8-4214737EE4C7}" type="presOf" srcId="{B69CD38C-AE7F-442C-BD57-EEEC848D07C6}" destId="{B96FA61C-6099-45BF-83F3-83C1AAF05CD2}" srcOrd="0" destOrd="0" presId="urn:microsoft.com/office/officeart/2017/3/layout/DropPinTimeline"/>
    <dgm:cxn modelId="{E8DD391B-BEBD-4342-8863-D74D7AD5472E}" type="presOf" srcId="{E58B5C82-D271-4EFB-BA4B-EEB922B8ECD4}" destId="{CCCB96C3-C249-4D9A-9982-A7A597EEA0CD}" srcOrd="0" destOrd="0" presId="urn:microsoft.com/office/officeart/2017/3/layout/DropPinTimeline"/>
    <dgm:cxn modelId="{E7AB3422-79E9-4BF9-978B-78859778334D}" srcId="{BCDEB44F-4C6B-486E-8907-CAB1931E5F6C}" destId="{4F81E8A4-599A-4E48-B580-BDA7D663ECC4}" srcOrd="0" destOrd="0" parTransId="{14F9F738-EE54-48F1-8D7B-58BD04D97670}" sibTransId="{41EC81C6-D63D-4C5E-A8AA-A40A63B75B25}"/>
    <dgm:cxn modelId="{2A670127-08C3-4B86-B220-822D19E6D485}" srcId="{6E93DE44-4E4A-4C9A-95E4-2181834F7975}" destId="{2CB6AAF2-0073-4C02-8332-D3D7686F2CB2}" srcOrd="0" destOrd="0" parTransId="{A9A069AE-B099-4B9A-B3F5-2E6A37C91490}" sibTransId="{5EBC5F30-AE82-41F5-B370-9C5A7B95356E}"/>
    <dgm:cxn modelId="{0F608A6D-B51B-45E2-B492-4E8F931DDBE0}" srcId="{41582C8B-5138-4E27-A09A-FFDA94FBE4DB}" destId="{B69CD38C-AE7F-442C-BD57-EEEC848D07C6}" srcOrd="0" destOrd="0" parTransId="{C1418ED5-0D32-4590-9454-04A162B6228D}" sibTransId="{003DFB8C-7B36-4BB6-BC43-A4456B395995}"/>
    <dgm:cxn modelId="{E4536B58-ACB0-423C-988A-45C20697C005}" srcId="{2CB6AAF2-0073-4C02-8332-D3D7686F2CB2}" destId="{E58B5C82-D271-4EFB-BA4B-EEB922B8ECD4}" srcOrd="0" destOrd="0" parTransId="{F33AFDEB-DA64-42D1-A80D-E81CE7331A4D}" sibTransId="{471DB44E-8996-4B15-B99D-95C8B33D0D24}"/>
    <dgm:cxn modelId="{64E7657C-12C4-47CB-B567-1896D012782D}" type="presOf" srcId="{6E93DE44-4E4A-4C9A-95E4-2181834F7975}" destId="{3DA630F9-2B07-4D76-AB3F-EB26E00F6B3F}" srcOrd="0" destOrd="0" presId="urn:microsoft.com/office/officeart/2017/3/layout/DropPinTimeline"/>
    <dgm:cxn modelId="{C3F0F987-56CA-49D9-869A-3EC102C7A805}" type="presOf" srcId="{BCDEB44F-4C6B-486E-8907-CAB1931E5F6C}" destId="{7E3E1753-59AC-47B7-A97D-5DFE35F432FF}" srcOrd="0" destOrd="0" presId="urn:microsoft.com/office/officeart/2017/3/layout/DropPinTimeline"/>
    <dgm:cxn modelId="{E6849492-6A9F-401C-B33E-8B21D6493F3B}" type="presOf" srcId="{2CB6AAF2-0073-4C02-8332-D3D7686F2CB2}" destId="{0CF73294-E637-438A-9689-C4CBA3A5E841}" srcOrd="0" destOrd="0" presId="urn:microsoft.com/office/officeart/2017/3/layout/DropPinTimeline"/>
    <dgm:cxn modelId="{A777F1B7-7C71-4FF6-B079-E3A63CB01983}" srcId="{6E93DE44-4E4A-4C9A-95E4-2181834F7975}" destId="{41582C8B-5138-4E27-A09A-FFDA94FBE4DB}" srcOrd="2" destOrd="0" parTransId="{20C757C4-34EA-4949-916E-8A3F05FE3389}" sibTransId="{F7360415-2F4F-47BE-8746-076C99CD4D9E}"/>
    <dgm:cxn modelId="{546608DE-EED0-4948-8A33-FEAB308FCA8E}" type="presOf" srcId="{4F81E8A4-599A-4E48-B580-BDA7D663ECC4}" destId="{69A98263-0BEE-45BA-9BDD-20AC97453E95}" srcOrd="0" destOrd="0" presId="urn:microsoft.com/office/officeart/2017/3/layout/DropPinTimeline"/>
    <dgm:cxn modelId="{F2256EEA-BC61-47FE-BE27-F7C043CAE110}" type="presOf" srcId="{41582C8B-5138-4E27-A09A-FFDA94FBE4DB}" destId="{7E5C3E69-E305-485F-B2DF-A4368E0D2496}" srcOrd="0" destOrd="0" presId="urn:microsoft.com/office/officeart/2017/3/layout/DropPinTimeline"/>
    <dgm:cxn modelId="{57A5B5F4-00E5-4C3C-A078-038054D93B00}" srcId="{6E93DE44-4E4A-4C9A-95E4-2181834F7975}" destId="{BCDEB44F-4C6B-486E-8907-CAB1931E5F6C}" srcOrd="1" destOrd="0" parTransId="{5FFF6DFA-CD5E-4EF7-8EF9-92ED277D48CE}" sibTransId="{98873A34-9D8E-413A-AD4A-44FB517933EF}"/>
    <dgm:cxn modelId="{7A8D26EA-253B-4E4C-8E27-3904AAD8A9B8}" type="presParOf" srcId="{3DA630F9-2B07-4D76-AB3F-EB26E00F6B3F}" destId="{28FC3E88-7C32-415F-9750-3D26A34F0107}" srcOrd="0" destOrd="0" presId="urn:microsoft.com/office/officeart/2017/3/layout/DropPinTimeline"/>
    <dgm:cxn modelId="{74AD02AD-6199-4939-A7A8-898D1E0173CC}" type="presParOf" srcId="{3DA630F9-2B07-4D76-AB3F-EB26E00F6B3F}" destId="{A76CF17B-42DA-4154-BC58-6F58196E6904}" srcOrd="1" destOrd="0" presId="urn:microsoft.com/office/officeart/2017/3/layout/DropPinTimeline"/>
    <dgm:cxn modelId="{32D43266-BE28-4029-B71B-A7766DAE46F6}" type="presParOf" srcId="{A76CF17B-42DA-4154-BC58-6F58196E6904}" destId="{DC50BB5C-A1E3-4BDE-91D3-F88CEF72DA44}" srcOrd="0" destOrd="0" presId="urn:microsoft.com/office/officeart/2017/3/layout/DropPinTimeline"/>
    <dgm:cxn modelId="{6521EB8B-94E2-4345-8AE4-97EFAA6F105C}" type="presParOf" srcId="{DC50BB5C-A1E3-4BDE-91D3-F88CEF72DA44}" destId="{F0A05B8A-4B1D-4E02-99F2-1F3772A5A33F}" srcOrd="0" destOrd="0" presId="urn:microsoft.com/office/officeart/2017/3/layout/DropPinTimeline"/>
    <dgm:cxn modelId="{3337C3D3-56D8-492A-A663-83B4FB97B3D7}" type="presParOf" srcId="{DC50BB5C-A1E3-4BDE-91D3-F88CEF72DA44}" destId="{8E90B7BC-FB28-4D4A-8184-B48B01188398}" srcOrd="1" destOrd="0" presId="urn:microsoft.com/office/officeart/2017/3/layout/DropPinTimeline"/>
    <dgm:cxn modelId="{AF5FEC2F-361D-42DF-849F-67B4B0A4A243}" type="presParOf" srcId="{8E90B7BC-FB28-4D4A-8184-B48B01188398}" destId="{87355568-CCFA-4C93-B1E0-75BE46CD2ACE}" srcOrd="0" destOrd="0" presId="urn:microsoft.com/office/officeart/2017/3/layout/DropPinTimeline"/>
    <dgm:cxn modelId="{A3D9BD71-027D-4CF6-B25F-490A264B49D3}" type="presParOf" srcId="{8E90B7BC-FB28-4D4A-8184-B48B01188398}" destId="{948CA986-6362-49EE-A9ED-FBAC8223E52A}" srcOrd="1" destOrd="0" presId="urn:microsoft.com/office/officeart/2017/3/layout/DropPinTimeline"/>
    <dgm:cxn modelId="{1DA772F1-AB7D-4718-BBB8-3594299F9755}" type="presParOf" srcId="{DC50BB5C-A1E3-4BDE-91D3-F88CEF72DA44}" destId="{CCCB96C3-C249-4D9A-9982-A7A597EEA0CD}" srcOrd="2" destOrd="0" presId="urn:microsoft.com/office/officeart/2017/3/layout/DropPinTimeline"/>
    <dgm:cxn modelId="{CE1E4C33-34F5-434D-9C66-05AD443E2BC5}" type="presParOf" srcId="{DC50BB5C-A1E3-4BDE-91D3-F88CEF72DA44}" destId="{0CF73294-E637-438A-9689-C4CBA3A5E841}" srcOrd="3" destOrd="0" presId="urn:microsoft.com/office/officeart/2017/3/layout/DropPinTimeline"/>
    <dgm:cxn modelId="{5B031C37-5C2A-4EC6-8540-A4D833959DD6}" type="presParOf" srcId="{DC50BB5C-A1E3-4BDE-91D3-F88CEF72DA44}" destId="{64FB43AE-CA8B-49D6-9D2E-41276C5834EE}" srcOrd="4" destOrd="0" presId="urn:microsoft.com/office/officeart/2017/3/layout/DropPinTimeline"/>
    <dgm:cxn modelId="{7ACDDAC6-8CCC-46C1-A820-3319433A886F}" type="presParOf" srcId="{DC50BB5C-A1E3-4BDE-91D3-F88CEF72DA44}" destId="{618C6A18-442A-4CDD-9969-CF1E32785BBC}" srcOrd="5" destOrd="0" presId="urn:microsoft.com/office/officeart/2017/3/layout/DropPinTimeline"/>
    <dgm:cxn modelId="{DB2020D5-8B4B-4F5F-A215-F46801197000}" type="presParOf" srcId="{A76CF17B-42DA-4154-BC58-6F58196E6904}" destId="{A23DD173-3530-4C9A-8A1D-7D29CC02BE79}" srcOrd="1" destOrd="0" presId="urn:microsoft.com/office/officeart/2017/3/layout/DropPinTimeline"/>
    <dgm:cxn modelId="{885431DD-BD64-4509-9F6C-EEA00EEFD510}" type="presParOf" srcId="{A76CF17B-42DA-4154-BC58-6F58196E6904}" destId="{042C0209-FEDF-4DA4-9A91-9F8E9405C81B}" srcOrd="2" destOrd="0" presId="urn:microsoft.com/office/officeart/2017/3/layout/DropPinTimeline"/>
    <dgm:cxn modelId="{4D60C860-E076-410A-B688-202ACA86E967}" type="presParOf" srcId="{042C0209-FEDF-4DA4-9A91-9F8E9405C81B}" destId="{F30F5F3E-2F2A-4DA4-BD73-1AC1D8C09225}" srcOrd="0" destOrd="0" presId="urn:microsoft.com/office/officeart/2017/3/layout/DropPinTimeline"/>
    <dgm:cxn modelId="{F3435FB9-E99A-4D99-A304-DF0BE2FF4FB3}" type="presParOf" srcId="{042C0209-FEDF-4DA4-9A91-9F8E9405C81B}" destId="{1090FDB3-3B59-490D-AFFF-CDCE101DECCC}" srcOrd="1" destOrd="0" presId="urn:microsoft.com/office/officeart/2017/3/layout/DropPinTimeline"/>
    <dgm:cxn modelId="{BE186729-EDE3-4BD9-B244-4CB1A5E102CF}" type="presParOf" srcId="{1090FDB3-3B59-490D-AFFF-CDCE101DECCC}" destId="{4A81D49E-D5DD-48C9-8373-86FB35E4EDE3}" srcOrd="0" destOrd="0" presId="urn:microsoft.com/office/officeart/2017/3/layout/DropPinTimeline"/>
    <dgm:cxn modelId="{0DA13E70-1231-4592-8B87-31754DBCE766}" type="presParOf" srcId="{1090FDB3-3B59-490D-AFFF-CDCE101DECCC}" destId="{B13050DC-5756-4F6C-979D-D88D3B7F1E5A}" srcOrd="1" destOrd="0" presId="urn:microsoft.com/office/officeart/2017/3/layout/DropPinTimeline"/>
    <dgm:cxn modelId="{0EA5A9AC-8466-40C5-B902-C4E27933E183}" type="presParOf" srcId="{042C0209-FEDF-4DA4-9A91-9F8E9405C81B}" destId="{69A98263-0BEE-45BA-9BDD-20AC97453E95}" srcOrd="2" destOrd="0" presId="urn:microsoft.com/office/officeart/2017/3/layout/DropPinTimeline"/>
    <dgm:cxn modelId="{D45A702E-801E-4BAF-A06D-30CD978C7F23}" type="presParOf" srcId="{042C0209-FEDF-4DA4-9A91-9F8E9405C81B}" destId="{7E3E1753-59AC-47B7-A97D-5DFE35F432FF}" srcOrd="3" destOrd="0" presId="urn:microsoft.com/office/officeart/2017/3/layout/DropPinTimeline"/>
    <dgm:cxn modelId="{4FB86BAC-B219-48A4-B944-44BBD14F860A}" type="presParOf" srcId="{042C0209-FEDF-4DA4-9A91-9F8E9405C81B}" destId="{3554CB15-F6D3-48FF-8339-FB4BA3683C83}" srcOrd="4" destOrd="0" presId="urn:microsoft.com/office/officeart/2017/3/layout/DropPinTimeline"/>
    <dgm:cxn modelId="{0C579BBD-8A89-4D81-909E-5EA12C17559D}" type="presParOf" srcId="{042C0209-FEDF-4DA4-9A91-9F8E9405C81B}" destId="{E90FE5E1-876C-420D-87EB-B81AD5358E99}" srcOrd="5" destOrd="0" presId="urn:microsoft.com/office/officeart/2017/3/layout/DropPinTimeline"/>
    <dgm:cxn modelId="{C4A24D2F-87DA-40DD-988E-535C0EA5F0C2}" type="presParOf" srcId="{A76CF17B-42DA-4154-BC58-6F58196E6904}" destId="{ADF42B0E-C386-421A-B03A-1962B2B73D56}" srcOrd="3" destOrd="0" presId="urn:microsoft.com/office/officeart/2017/3/layout/DropPinTimeline"/>
    <dgm:cxn modelId="{64E54AE7-3B69-4A3C-AB0D-005F1F8BBD98}" type="presParOf" srcId="{A76CF17B-42DA-4154-BC58-6F58196E6904}" destId="{81A2EC3C-CADB-4EFB-A408-639E0A89BC75}" srcOrd="4" destOrd="0" presId="urn:microsoft.com/office/officeart/2017/3/layout/DropPinTimeline"/>
    <dgm:cxn modelId="{3724DFED-3488-49BB-AEA7-6AB049C27B9D}" type="presParOf" srcId="{81A2EC3C-CADB-4EFB-A408-639E0A89BC75}" destId="{BBB50A6E-00E4-4271-BB8B-F17F2355FD3C}" srcOrd="0" destOrd="0" presId="urn:microsoft.com/office/officeart/2017/3/layout/DropPinTimeline"/>
    <dgm:cxn modelId="{7D210749-EAC0-4C9B-83CB-ADD5FC285025}" type="presParOf" srcId="{81A2EC3C-CADB-4EFB-A408-639E0A89BC75}" destId="{7E5C267F-0515-4DE0-857C-316E8FAB8383}" srcOrd="1" destOrd="0" presId="urn:microsoft.com/office/officeart/2017/3/layout/DropPinTimeline"/>
    <dgm:cxn modelId="{BF8C4E5B-5FD2-4D78-AA53-05072B6E6EB5}" type="presParOf" srcId="{7E5C267F-0515-4DE0-857C-316E8FAB8383}" destId="{0AA65FD7-5591-49CF-AC49-CE3D1841F1A8}" srcOrd="0" destOrd="0" presId="urn:microsoft.com/office/officeart/2017/3/layout/DropPinTimeline"/>
    <dgm:cxn modelId="{0D7CDBF2-9315-4C28-B77B-2B3CB9C022F9}" type="presParOf" srcId="{7E5C267F-0515-4DE0-857C-316E8FAB8383}" destId="{4C7B3A3D-5228-4368-B24A-8BEFEEF6B959}" srcOrd="1" destOrd="0" presId="urn:microsoft.com/office/officeart/2017/3/layout/DropPinTimeline"/>
    <dgm:cxn modelId="{796CD20C-80A6-40F5-ACD2-9D2CF26C8BF2}" type="presParOf" srcId="{81A2EC3C-CADB-4EFB-A408-639E0A89BC75}" destId="{B96FA61C-6099-45BF-83F3-83C1AAF05CD2}" srcOrd="2" destOrd="0" presId="urn:microsoft.com/office/officeart/2017/3/layout/DropPinTimeline"/>
    <dgm:cxn modelId="{2A487AF9-8B50-4EDB-B721-F07502E65B14}" type="presParOf" srcId="{81A2EC3C-CADB-4EFB-A408-639E0A89BC75}" destId="{7E5C3E69-E305-485F-B2DF-A4368E0D2496}" srcOrd="3" destOrd="0" presId="urn:microsoft.com/office/officeart/2017/3/layout/DropPinTimeline"/>
    <dgm:cxn modelId="{971CDAF0-F175-403E-85A0-A53274B39990}" type="presParOf" srcId="{81A2EC3C-CADB-4EFB-A408-639E0A89BC75}" destId="{D52A7682-C496-4AEE-909E-E8A1A35C04A9}" srcOrd="4" destOrd="0" presId="urn:microsoft.com/office/officeart/2017/3/layout/DropPinTimeline"/>
    <dgm:cxn modelId="{1E07D8A6-165C-4481-966C-DE906C13D652}" type="presParOf" srcId="{81A2EC3C-CADB-4EFB-A408-639E0A89BC75}" destId="{C6D229DF-DE07-4DC9-972F-BEBEBF7AE177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FC3E88-7C32-415F-9750-3D26A34F0107}">
      <dsp:nvSpPr>
        <dsp:cNvPr id="0" name=""/>
        <dsp:cNvSpPr/>
      </dsp:nvSpPr>
      <dsp:spPr>
        <a:xfrm>
          <a:off x="0" y="1548319"/>
          <a:ext cx="9742319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355568-CCFA-4C93-B1E0-75BE46CD2ACE}">
      <dsp:nvSpPr>
        <dsp:cNvPr id="0" name=""/>
        <dsp:cNvSpPr/>
      </dsp:nvSpPr>
      <dsp:spPr>
        <a:xfrm rot="8100000">
          <a:off x="49893" y="356826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8CA986-6362-49EE-A9ED-FBAC8223E52A}">
      <dsp:nvSpPr>
        <dsp:cNvPr id="0" name=""/>
        <dsp:cNvSpPr/>
      </dsp:nvSpPr>
      <dsp:spPr>
        <a:xfrm>
          <a:off x="75191" y="38212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CB96C3-C249-4D9A-9982-A7A597EEA0CD}">
      <dsp:nvSpPr>
        <dsp:cNvPr id="0" name=""/>
        <dsp:cNvSpPr/>
      </dsp:nvSpPr>
      <dsp:spPr>
        <a:xfrm>
          <a:off x="324780" y="631714"/>
          <a:ext cx="4046815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Modern observability for your .NET apps with </a:t>
          </a:r>
          <a:r>
            <a:rPr lang="en-US" sz="1500" kern="1200" dirty="0" err="1"/>
            <a:t>OpenTelemetry</a:t>
          </a:r>
          <a:r>
            <a:rPr lang="en-US" sz="1500" kern="1200" dirty="0"/>
            <a:t> by Joao Grassi</a:t>
          </a:r>
        </a:p>
      </dsp:txBody>
      <dsp:txXfrm>
        <a:off x="324780" y="631714"/>
        <a:ext cx="4046815" cy="916604"/>
      </dsp:txXfrm>
    </dsp:sp>
    <dsp:sp modelId="{0CF73294-E637-438A-9689-C4CBA3A5E841}">
      <dsp:nvSpPr>
        <dsp:cNvPr id="0" name=""/>
        <dsp:cNvSpPr/>
      </dsp:nvSpPr>
      <dsp:spPr>
        <a:xfrm>
          <a:off x="324780" y="309663"/>
          <a:ext cx="4046815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September 2022</a:t>
          </a:r>
        </a:p>
      </dsp:txBody>
      <dsp:txXfrm>
        <a:off x="324780" y="309663"/>
        <a:ext cx="4046815" cy="322050"/>
      </dsp:txXfrm>
    </dsp:sp>
    <dsp:sp modelId="{64FB43AE-CA8B-49D6-9D2E-41276C5834EE}">
      <dsp:nvSpPr>
        <dsp:cNvPr id="0" name=""/>
        <dsp:cNvSpPr/>
      </dsp:nvSpPr>
      <dsp:spPr>
        <a:xfrm>
          <a:off x="163755" y="631714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A05B8A-4B1D-4E02-99F2-1F3772A5A33F}">
      <dsp:nvSpPr>
        <dsp:cNvPr id="0" name=""/>
        <dsp:cNvSpPr/>
      </dsp:nvSpPr>
      <dsp:spPr>
        <a:xfrm>
          <a:off x="134293" y="1519334"/>
          <a:ext cx="57969" cy="5796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81D49E-D5DD-48C9-8373-86FB35E4EDE3}">
      <dsp:nvSpPr>
        <dsp:cNvPr id="0" name=""/>
        <dsp:cNvSpPr/>
      </dsp:nvSpPr>
      <dsp:spPr>
        <a:xfrm rot="18900000">
          <a:off x="2480481" y="2512087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15875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3050DC-5756-4F6C-979D-D88D3B7F1E5A}">
      <dsp:nvSpPr>
        <dsp:cNvPr id="0" name=""/>
        <dsp:cNvSpPr/>
      </dsp:nvSpPr>
      <dsp:spPr>
        <a:xfrm>
          <a:off x="2505779" y="253738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A98263-0BEE-45BA-9BDD-20AC97453E95}">
      <dsp:nvSpPr>
        <dsp:cNvPr id="0" name=""/>
        <dsp:cNvSpPr/>
      </dsp:nvSpPr>
      <dsp:spPr>
        <a:xfrm>
          <a:off x="2755368" y="1548318"/>
          <a:ext cx="4046815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TBD</a:t>
          </a:r>
        </a:p>
      </dsp:txBody>
      <dsp:txXfrm>
        <a:off x="2755368" y="1548318"/>
        <a:ext cx="4046815" cy="916604"/>
      </dsp:txXfrm>
    </dsp:sp>
    <dsp:sp modelId="{7E3E1753-59AC-47B7-A97D-5DFE35F432FF}">
      <dsp:nvSpPr>
        <dsp:cNvPr id="0" name=""/>
        <dsp:cNvSpPr/>
      </dsp:nvSpPr>
      <dsp:spPr>
        <a:xfrm>
          <a:off x="2755368" y="2464923"/>
          <a:ext cx="4046815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October 2022</a:t>
          </a:r>
        </a:p>
      </dsp:txBody>
      <dsp:txXfrm>
        <a:off x="2755368" y="2464923"/>
        <a:ext cx="4046815" cy="322050"/>
      </dsp:txXfrm>
    </dsp:sp>
    <dsp:sp modelId="{3554CB15-F6D3-48FF-8339-FB4BA3683C83}">
      <dsp:nvSpPr>
        <dsp:cNvPr id="0" name=""/>
        <dsp:cNvSpPr/>
      </dsp:nvSpPr>
      <dsp:spPr>
        <a:xfrm>
          <a:off x="2594343" y="1548318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0F5F3E-2F2A-4DA4-BD73-1AC1D8C09225}">
      <dsp:nvSpPr>
        <dsp:cNvPr id="0" name=""/>
        <dsp:cNvSpPr/>
      </dsp:nvSpPr>
      <dsp:spPr>
        <a:xfrm>
          <a:off x="2564881" y="1519334"/>
          <a:ext cx="57969" cy="57969"/>
        </a:xfrm>
        <a:prstGeom prst="ellipse">
          <a:avLst/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A65FD7-5591-49CF-AC49-CE3D1841F1A8}">
      <dsp:nvSpPr>
        <dsp:cNvPr id="0" name=""/>
        <dsp:cNvSpPr/>
      </dsp:nvSpPr>
      <dsp:spPr>
        <a:xfrm rot="8100000">
          <a:off x="4911069" y="356826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7B3A3D-5228-4368-B24A-8BEFEEF6B959}">
      <dsp:nvSpPr>
        <dsp:cNvPr id="0" name=""/>
        <dsp:cNvSpPr/>
      </dsp:nvSpPr>
      <dsp:spPr>
        <a:xfrm>
          <a:off x="4936367" y="38212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6FA61C-6099-45BF-83F3-83C1AAF05CD2}">
      <dsp:nvSpPr>
        <dsp:cNvPr id="0" name=""/>
        <dsp:cNvSpPr/>
      </dsp:nvSpPr>
      <dsp:spPr>
        <a:xfrm>
          <a:off x="5185956" y="631714"/>
          <a:ext cx="4046815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TBD</a:t>
          </a:r>
        </a:p>
      </dsp:txBody>
      <dsp:txXfrm>
        <a:off x="5185956" y="631714"/>
        <a:ext cx="4046815" cy="916604"/>
      </dsp:txXfrm>
    </dsp:sp>
    <dsp:sp modelId="{7E5C3E69-E305-485F-B2DF-A4368E0D2496}">
      <dsp:nvSpPr>
        <dsp:cNvPr id="0" name=""/>
        <dsp:cNvSpPr/>
      </dsp:nvSpPr>
      <dsp:spPr>
        <a:xfrm>
          <a:off x="5185956" y="309663"/>
          <a:ext cx="4046815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November 2022</a:t>
          </a:r>
        </a:p>
      </dsp:txBody>
      <dsp:txXfrm>
        <a:off x="5185956" y="309663"/>
        <a:ext cx="4046815" cy="322050"/>
      </dsp:txXfrm>
    </dsp:sp>
    <dsp:sp modelId="{D52A7682-C496-4AEE-909E-E8A1A35C04A9}">
      <dsp:nvSpPr>
        <dsp:cNvPr id="0" name=""/>
        <dsp:cNvSpPr/>
      </dsp:nvSpPr>
      <dsp:spPr>
        <a:xfrm>
          <a:off x="5024931" y="631714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B50A6E-00E4-4271-BB8B-F17F2355FD3C}">
      <dsp:nvSpPr>
        <dsp:cNvPr id="0" name=""/>
        <dsp:cNvSpPr/>
      </dsp:nvSpPr>
      <dsp:spPr>
        <a:xfrm>
          <a:off x="4995469" y="1519334"/>
          <a:ext cx="57969" cy="57969"/>
        </a:xfrm>
        <a:prstGeom prst="ellipse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63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D597F-513A-4174-ABFE-FB51DF0DB273}" type="datetimeFigureOut">
              <a:rPr lang="en-AT" smtClean="0"/>
              <a:t>08/16/2022</a:t>
            </a:fld>
            <a:endParaRPr lang="en-A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9AB04D-63EB-474A-B203-35EE5D82FDC3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24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DotNetDevs.at is an</a:t>
            </a:r>
            <a:r>
              <a:rPr lang="en-AT"/>
              <a:t> </a:t>
            </a:r>
            <a:r>
              <a:rPr lang="de-AT"/>
              <a:t>n</a:t>
            </a:r>
            <a:r>
              <a:rPr lang="en-AT"/>
              <a:t>on- 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o</a:t>
            </a:r>
            <a:r>
              <a:rPr lang="en-AT"/>
              <a:t>f</a:t>
            </a:r>
            <a:r>
              <a:rPr lang="de-AT"/>
              <a:t>i</a:t>
            </a:r>
            <a:r>
              <a:rPr lang="en-AT"/>
              <a:t>t</a:t>
            </a:r>
            <a:r>
              <a:rPr lang="en-US"/>
              <a:t> association,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h</a:t>
            </a:r>
            <a:r>
              <a:rPr lang="de-AT"/>
              <a:t>o</a:t>
            </a:r>
            <a:r>
              <a:rPr lang="en-AT"/>
              <a:t>s</a:t>
            </a:r>
            <a:r>
              <a:rPr lang="de-AT"/>
              <a:t>e</a:t>
            </a:r>
            <a:r>
              <a:rPr lang="en-US"/>
              <a:t> purpose is to spread of knowledge and experience about usage of .NET technologies.</a:t>
            </a:r>
          </a:p>
          <a:p>
            <a:pPr marL="0" indent="0">
              <a:buNone/>
            </a:pPr>
            <a:endParaRPr lang="en-AT"/>
          </a:p>
          <a:p>
            <a:pPr marL="0" indent="0">
              <a:buNone/>
            </a:pPr>
            <a:r>
              <a:rPr lang="en-US"/>
              <a:t>Our goals are:</a:t>
            </a:r>
          </a:p>
          <a:p>
            <a:r>
              <a:rPr lang="en-US"/>
              <a:t>making it easier for new participants to find existing communities</a:t>
            </a:r>
          </a:p>
          <a:p>
            <a:r>
              <a:rPr lang="en-US"/>
              <a:t>offering existing members more choices</a:t>
            </a:r>
          </a:p>
          <a:p>
            <a:r>
              <a:rPr lang="en-US"/>
              <a:t>promoting the exchange between the different communities</a:t>
            </a:r>
          </a:p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AB04D-63EB-474A-B203-35EE5D82FDC3}" type="slidenum">
              <a:rPr lang="en-AT" smtClean="0"/>
              <a:t>3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863470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66501">
              <a:defRPr/>
            </a:pPr>
            <a:fld id="{3F63EB8A-53A4-4077-8798-610E05BE84FE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966501">
                <a:defRPr/>
              </a:pPr>
              <a:t>9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Header Placeholder 10">
            <a:extLst>
              <a:ext uri="{FF2B5EF4-FFF2-40B4-BE49-F238E27FC236}">
                <a16:creationId xmlns:a16="http://schemas.microsoft.com/office/drawing/2014/main" id="{2D783C66-F127-46DC-9F52-CFBF74E00F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170238" cy="481013"/>
          </a:xfrm>
          <a:prstGeom prst="rect">
            <a:avLst/>
          </a:prstGeom>
        </p:spPr>
        <p:txBody>
          <a:bodyPr vert="horz" lIns="91429" tIns="45715" rIns="91429" bIns="45715" rtlCol="0"/>
          <a:lstStyle>
            <a:lvl1pPr algn="l">
              <a:defRPr sz="1200"/>
            </a:lvl1pPr>
          </a:lstStyle>
          <a:p>
            <a:r>
              <a:rPr lang="en-US"/>
              <a:t>https://github.com/dotnet-presentations/home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641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E778D-2A57-4226-B72B-26EA3CA6013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0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E778D-2A57-4226-B72B-26EA3CA6013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823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DotNetDevs.at is an</a:t>
            </a:r>
            <a:r>
              <a:rPr lang="en-AT"/>
              <a:t> </a:t>
            </a:r>
            <a:r>
              <a:rPr lang="de-AT"/>
              <a:t>n</a:t>
            </a:r>
            <a:r>
              <a:rPr lang="en-AT"/>
              <a:t>on- 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o</a:t>
            </a:r>
            <a:r>
              <a:rPr lang="en-AT"/>
              <a:t>f</a:t>
            </a:r>
            <a:r>
              <a:rPr lang="de-AT"/>
              <a:t>i</a:t>
            </a:r>
            <a:r>
              <a:rPr lang="en-AT"/>
              <a:t>t</a:t>
            </a:r>
            <a:r>
              <a:rPr lang="en-US"/>
              <a:t> association,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h</a:t>
            </a:r>
            <a:r>
              <a:rPr lang="de-AT"/>
              <a:t>o</a:t>
            </a:r>
            <a:r>
              <a:rPr lang="en-AT"/>
              <a:t>s</a:t>
            </a:r>
            <a:r>
              <a:rPr lang="de-AT"/>
              <a:t>e</a:t>
            </a:r>
            <a:r>
              <a:rPr lang="en-US"/>
              <a:t> purpose is to spread of knowledge and experience about usage of .NET technologies.</a:t>
            </a:r>
          </a:p>
          <a:p>
            <a:pPr marL="0" indent="0">
              <a:buNone/>
            </a:pPr>
            <a:endParaRPr lang="en-AT"/>
          </a:p>
          <a:p>
            <a:pPr marL="0" indent="0">
              <a:buNone/>
            </a:pPr>
            <a:r>
              <a:rPr lang="en-US"/>
              <a:t>Our goals are:</a:t>
            </a:r>
          </a:p>
          <a:p>
            <a:r>
              <a:rPr lang="en-US"/>
              <a:t>making it easier for new participants to find existing communities</a:t>
            </a:r>
          </a:p>
          <a:p>
            <a:r>
              <a:rPr lang="en-US"/>
              <a:t>offering existing members more choices</a:t>
            </a:r>
          </a:p>
          <a:p>
            <a:r>
              <a:rPr lang="en-US"/>
              <a:t>promoting the exchange between the different communities</a:t>
            </a:r>
          </a:p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AB04D-63EB-474A-B203-35EE5D82FDC3}" type="slidenum">
              <a:rPr lang="en-AT" smtClean="0"/>
              <a:t>26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977843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08/16/2022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98316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08/16/2022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34032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08/16/2022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147262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08/16/2022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494357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08/16/2022</a:t>
            </a:fld>
            <a:endParaRPr lang="en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12112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08/16/2022</a:t>
            </a:fld>
            <a:endParaRPr lang="en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38213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08/16/2022</a:t>
            </a:fld>
            <a:endParaRPr lang="en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360959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08/16/2022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073177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08/16/2022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66731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08/16/2022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963687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08/16/2022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4355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08/16/2022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158822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08/16/2022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37481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08/16/2022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55799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08/16/2022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764057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08/16/2022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6083083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08/16/2022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187408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1944-2A45-4B7B-A477-BA45CE943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A0533-CD44-4DDE-B317-752BCF8BE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1C2DC-9D13-45B8-9C91-FAFEF0819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16-8-2022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C4E39-1AE7-4646-A587-3B7171AB2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EDAC0-D24A-4D78-B8DB-BEB7297B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624637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CED97-7892-4A6A-B40C-3C1372B4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C458E-501A-4932-AB79-4DA6B0DF9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6C5CD-5CA2-45D3-A7E5-5F0C41CFA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16-8-2022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25868-F3A4-41EE-9FA8-A3278F9C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4AED9-7AD0-4BE2-9F3D-EEA95145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85399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40846-2E23-4F5E-862C-F0E79D9B5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0B54E-F735-415F-BCB5-9F3633B03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2A00C-93C8-4143-B536-17F9E9D1A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16-8-2022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45FA0-8B3E-46EB-B062-ECB3B4CE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43D8E-1315-4C71-9D6E-C3916E40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58200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E89B-20B1-440A-AA3A-A5E11E45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4437A-F66C-4875-A74F-3C75CFC2F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757C9-5F48-46C8-ADC6-8F8A79A34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18420-C84D-4415-9356-52F5EB88B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16-8-2022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AA0E1-3220-43BD-954D-20604B18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821A3-FCB3-4C1E-9E49-EA91D851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50784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55EF6-0BBA-44B4-A4C5-B3C895ED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8683B-A28C-4845-822F-04E0CD832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3C1FE-FE3B-40D0-85AC-B03F04658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E390F9-3027-49EE-A483-89DC3E7E9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44934-6812-4DFC-BF6F-714BC4CBF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DC2A01-49FB-4D07-B01B-529F0DBD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16-8-2022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524A5D-C587-4CB5-ADFC-33A91CEF0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0F4136-265F-4E73-84C6-CF822258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01583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F709-38DF-4FC9-92E2-B50C448F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653B80-0ABE-48BA-8254-62014230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16-8-2022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847FF1-D68D-4890-B0FE-D70B1703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AEE45-D205-4FB8-8EFA-AE2A28924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44273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902FB-23CF-4211-ADF0-3A4DE0B6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16-8-2022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ED0D9-AA32-4C72-83AD-B6C1ED24F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B3314-6C94-4202-968D-E70216A4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00792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842A-612B-4000-A784-0BC4F8BF6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42E23-E41A-49FF-AC83-CA3721D07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09896-E4F5-40FA-90E2-4561A5E1B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16635-A7B4-4B97-88E6-38C7D2C5D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16-8-2022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E2EB0-16D9-4607-B6BE-F88A1551B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0C3FE-53AC-4110-B3FF-3BB15FA05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31107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A177-33D9-4664-A99E-EB040CC0A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6C91C6-698E-4DE4-842C-46E72D5875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80A39-040B-4CD3-BB6B-655C2B90E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CB5AF-89AA-4DEA-8C19-E4ABC2592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16-8-2022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4A46F-D727-4DD2-887E-3BB3696FE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28AD9-4A87-4A9C-934D-B02ABB63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95836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356F6-83B1-4A71-88B2-C7F4E59C1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F2CCA-7C21-4AEC-B0EB-327F1C833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C8A40-9F80-4B05-9B53-E9916220E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16-8-2022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298C1-6356-4C33-BAF6-5971C12C1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2FD18-A833-4A9E-8ACE-52682B9BD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8267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B4FA3A-F3FA-49D3-A804-671D7FB84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4ACC46-6860-437D-B9A4-A18756D17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10DEA-5B77-4544-9C0F-C6E8BFA78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16-8-2022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60C39-2BDF-4C4E-B577-CBB8B442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8AB65-1834-4DA2-B838-BFB59D21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0321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9088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F95A750-0A10-4E72-953A-88CCBD0E8479}" type="datetimeFigureOut">
              <a:rPr lang="en-AT" smtClean="0"/>
              <a:t>08/16/2022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9003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A256B-E746-4C4A-AA3E-AC95285CE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36A2F-D8C0-4B87-A716-9302079EA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D8343-FA10-4A0A-975E-F3E22C6B2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D15B7-28DE-4628-BA8A-1704EE7C24C1}" type="datetimeFigureOut">
              <a:rPr lang="nl-NL" smtClean="0"/>
              <a:t>16-8-2022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12466-28C4-438E-AD73-E29F9FF76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1FB7D-7ABC-47E9-9F1B-5EE8A35BE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333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4" Type="http://schemas.openxmlformats.org/officeDocument/2006/relationships/hyperlink" Target="https://www.meetup.com/dotnet-virtual-user-group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dotnetdevs.at/sponsoring/" TargetMode="Externa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github.com/dotnetdevsaustria/topic-requests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9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1" name="Group 11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CF4C79-936C-42D0-BDD1-5E60E0189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0405" y="1396180"/>
            <a:ext cx="6698127" cy="3842570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August </a:t>
            </a:r>
            <a:r>
              <a:rPr lang="en-AT" dirty="0"/>
              <a:t>202</a:t>
            </a:r>
            <a:r>
              <a:rPr lang="en-US" dirty="0"/>
              <a:t>2 </a:t>
            </a:r>
            <a:r>
              <a:rPr lang="de-AT" dirty="0"/>
              <a:t>M</a:t>
            </a:r>
            <a:r>
              <a:rPr lang="en-AT" dirty="0"/>
              <a:t>e</a:t>
            </a:r>
            <a:r>
              <a:rPr lang="de-AT" dirty="0"/>
              <a:t>e</a:t>
            </a:r>
            <a:r>
              <a:rPr lang="en-AT" dirty="0"/>
              <a:t>t</a:t>
            </a:r>
            <a:r>
              <a:rPr lang="de-AT" dirty="0"/>
              <a:t>u</a:t>
            </a:r>
            <a:r>
              <a:rPr lang="en-AT" dirty="0"/>
              <a:t>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275334-E97F-4EE2-A044-BED82FBD7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1396180"/>
            <a:ext cx="2531516" cy="3842569"/>
          </a:xfrm>
        </p:spPr>
        <p:txBody>
          <a:bodyPr anchor="ctr">
            <a:normAutofit/>
          </a:bodyPr>
          <a:lstStyle/>
          <a:p>
            <a:r>
              <a:rPr lang="de-AT">
                <a:solidFill>
                  <a:srgbClr val="FFFFFF"/>
                </a:solidFill>
              </a:rPr>
              <a:t>Pr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s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n</a:t>
            </a:r>
            <a:r>
              <a:rPr lang="en-AT">
                <a:solidFill>
                  <a:srgbClr val="FFFFFF"/>
                </a:solidFill>
              </a:rPr>
              <a:t>t</a:t>
            </a:r>
            <a:r>
              <a:rPr lang="de-AT">
                <a:solidFill>
                  <a:srgbClr val="FFFFFF"/>
                </a:solidFill>
              </a:rPr>
              <a:t>e</a:t>
            </a:r>
            <a:r>
              <a:rPr lang="en-AT">
                <a:solidFill>
                  <a:srgbClr val="FFFFFF"/>
                </a:solidFill>
              </a:rPr>
              <a:t>d </a:t>
            </a:r>
            <a:r>
              <a:rPr lang="de-AT">
                <a:solidFill>
                  <a:srgbClr val="FFFFFF"/>
                </a:solidFill>
              </a:rPr>
              <a:t>b</a:t>
            </a:r>
            <a:r>
              <a:rPr lang="en-AT">
                <a:solidFill>
                  <a:srgbClr val="FFFFFF"/>
                </a:solidFill>
              </a:rPr>
              <a:t>y </a:t>
            </a:r>
            <a:r>
              <a:rPr lang="de-AT">
                <a:solidFill>
                  <a:srgbClr val="FFFFFF"/>
                </a:solidFill>
              </a:rPr>
              <a:t>D</a:t>
            </a:r>
            <a:r>
              <a:rPr lang="en-AT">
                <a:solidFill>
                  <a:srgbClr val="FFFFFF"/>
                </a:solidFill>
              </a:rPr>
              <a:t>o</a:t>
            </a:r>
            <a:r>
              <a:rPr lang="de-AT">
                <a:solidFill>
                  <a:srgbClr val="FFFFFF"/>
                </a:solidFill>
              </a:rPr>
              <a:t>t</a:t>
            </a:r>
            <a:r>
              <a:rPr lang="en-AT">
                <a:solidFill>
                  <a:srgbClr val="FFFFFF"/>
                </a:solidFill>
              </a:rPr>
              <a:t>N</a:t>
            </a:r>
            <a:r>
              <a:rPr lang="de-AT">
                <a:solidFill>
                  <a:srgbClr val="FFFFFF"/>
                </a:solidFill>
              </a:rPr>
              <a:t>e</a:t>
            </a:r>
            <a:r>
              <a:rPr lang="en-AT">
                <a:solidFill>
                  <a:srgbClr val="FFFFFF"/>
                </a:solidFill>
              </a:rPr>
              <a:t>t</a:t>
            </a:r>
            <a:r>
              <a:rPr lang="de-AT">
                <a:solidFill>
                  <a:srgbClr val="FFFFFF"/>
                </a:solidFill>
              </a:rPr>
              <a:t>D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v</a:t>
            </a:r>
            <a:r>
              <a:rPr lang="en-AT">
                <a:solidFill>
                  <a:srgbClr val="FFFFFF"/>
                </a:solidFill>
              </a:rPr>
              <a:t>s.at</a:t>
            </a:r>
          </a:p>
        </p:txBody>
      </p:sp>
    </p:spTree>
    <p:extLst>
      <p:ext uri="{BB962C8B-B14F-4D97-AF65-F5344CB8AC3E}">
        <p14:creationId xmlns:p14="http://schemas.microsoft.com/office/powerpoint/2010/main" val="3908362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7" name="Rectangle 15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19" name="Freeform: Shape 19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</p:sp>
      <p:sp>
        <p:nvSpPr>
          <p:cNvPr id="23" name="Freeform: Shape 21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Thank you for </a:t>
            </a:r>
            <a:r>
              <a:rPr lang="en-AT" sz="7200"/>
              <a:t>j</a:t>
            </a:r>
            <a:r>
              <a:rPr lang="de-AT" sz="7200"/>
              <a:t>o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/>
              <a:t>g</a:t>
            </a:r>
            <a:r>
              <a:rPr lang="en-US" sz="720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6436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9181EA-5F2D-4783-A466-BF7060E0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91998"/>
          </a:xfrm>
        </p:spPr>
        <p:txBody>
          <a:bodyPr/>
          <a:lstStyle/>
          <a:p>
            <a:r>
              <a:rPr lang="en-AT"/>
              <a:t>D</a:t>
            </a:r>
            <a:r>
              <a:rPr lang="de-AT"/>
              <a:t>o</a:t>
            </a:r>
            <a:r>
              <a:rPr lang="en-AT"/>
              <a:t>t</a:t>
            </a:r>
            <a:r>
              <a:rPr lang="de-AT"/>
              <a:t>N</a:t>
            </a:r>
            <a:r>
              <a:rPr lang="en-AT"/>
              <a:t>e</a:t>
            </a:r>
            <a:r>
              <a:rPr lang="de-AT"/>
              <a:t>t</a:t>
            </a:r>
            <a:r>
              <a:rPr lang="en-AT"/>
              <a:t>D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s</a:t>
            </a:r>
            <a:r>
              <a:rPr lang="en-AT"/>
              <a:t>.</a:t>
            </a:r>
            <a:r>
              <a:rPr lang="de-AT"/>
              <a:t>a</a:t>
            </a:r>
            <a:r>
              <a:rPr lang="en-AT"/>
              <a:t>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05BC33-523C-458D-82B3-F1DC26FE333C}"/>
              </a:ext>
            </a:extLst>
          </p:cNvPr>
          <p:cNvGrpSpPr/>
          <p:nvPr/>
        </p:nvGrpSpPr>
        <p:grpSpPr>
          <a:xfrm>
            <a:off x="1130499" y="2376282"/>
            <a:ext cx="1905000" cy="3424249"/>
            <a:chOff x="1422106" y="2376282"/>
            <a:chExt cx="1905000" cy="3424249"/>
          </a:xfrm>
        </p:grpSpPr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64AFD18E-8BF1-4905-A9B1-237BE28DB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4682" y="2376282"/>
              <a:ext cx="1279849" cy="1279849"/>
            </a:xfrm>
            <a:prstGeom prst="rect">
              <a:avLst/>
            </a:prstGeom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7D0975BB-2BBE-40A6-95B9-E1A9E7E26D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2106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CDD93B-EBC1-4450-B04F-8D1267D6911C}"/>
              </a:ext>
            </a:extLst>
          </p:cNvPr>
          <p:cNvGrpSpPr/>
          <p:nvPr/>
        </p:nvGrpSpPr>
        <p:grpSpPr>
          <a:xfrm>
            <a:off x="5137825" y="2768187"/>
            <a:ext cx="1905000" cy="3032344"/>
            <a:chOff x="4568505" y="2478940"/>
            <a:chExt cx="1905000" cy="3032344"/>
          </a:xfrm>
        </p:grpSpPr>
        <p:pic>
          <p:nvPicPr>
            <p:cNvPr id="11" name="Picture 10" descr="A picture containing drawing, clock&#10;&#10;Description automatically generated">
              <a:extLst>
                <a:ext uri="{FF2B5EF4-FFF2-40B4-BE49-F238E27FC236}">
                  <a16:creationId xmlns:a16="http://schemas.microsoft.com/office/drawing/2014/main" id="{326FF49C-64EF-4EAB-AFCE-281C2504C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5079" y="2478940"/>
              <a:ext cx="1709512" cy="388563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F3696925-724C-4EA8-80EC-52FDE0D950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8505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89159C-436C-4AA6-AF46-3DFB7105AE49}"/>
              </a:ext>
            </a:extLst>
          </p:cNvPr>
          <p:cNvGrpSpPr/>
          <p:nvPr/>
        </p:nvGrpSpPr>
        <p:grpSpPr>
          <a:xfrm>
            <a:off x="7141488" y="2797295"/>
            <a:ext cx="1905000" cy="3003236"/>
            <a:chOff x="8825203" y="2508048"/>
            <a:chExt cx="1905000" cy="3003236"/>
          </a:xfrm>
        </p:grpSpPr>
        <p:pic>
          <p:nvPicPr>
            <p:cNvPr id="14" name="Picture 6">
              <a:extLst>
                <a:ext uri="{FF2B5EF4-FFF2-40B4-BE49-F238E27FC236}">
                  <a16:creationId xmlns:a16="http://schemas.microsoft.com/office/drawing/2014/main" id="{9C260114-8896-4509-BDC2-74D0C26D56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25203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Content Placeholder 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C2E2F97B-B128-4120-B507-235FDAC98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5203" y="2508048"/>
              <a:ext cx="1905000" cy="42706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60D5DC-0196-41E0-9F61-1BC89192C7E0}"/>
              </a:ext>
            </a:extLst>
          </p:cNvPr>
          <p:cNvGrpSpPr/>
          <p:nvPr/>
        </p:nvGrpSpPr>
        <p:grpSpPr>
          <a:xfrm>
            <a:off x="3134162" y="2296971"/>
            <a:ext cx="1905000" cy="3503560"/>
            <a:chOff x="3863470" y="2296971"/>
            <a:chExt cx="1905000" cy="3503560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45E5BE0-3994-4D58-BEDD-C66A4B1238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347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ree&#10;&#10;Description automatically generated">
              <a:extLst>
                <a:ext uri="{FF2B5EF4-FFF2-40B4-BE49-F238E27FC236}">
                  <a16:creationId xmlns:a16="http://schemas.microsoft.com/office/drawing/2014/main" id="{D9C266DD-38BD-4474-86A9-E39F3D081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6735" y="2296971"/>
              <a:ext cx="1438469" cy="1438469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4347991-90D6-40E5-8C75-5C42C9059681}"/>
              </a:ext>
            </a:extLst>
          </p:cNvPr>
          <p:cNvGrpSpPr/>
          <p:nvPr/>
        </p:nvGrpSpPr>
        <p:grpSpPr>
          <a:xfrm>
            <a:off x="9145149" y="2080427"/>
            <a:ext cx="1905000" cy="3720104"/>
            <a:chOff x="9481250" y="2080427"/>
            <a:chExt cx="1905000" cy="3720104"/>
          </a:xfrm>
        </p:grpSpPr>
        <p:pic>
          <p:nvPicPr>
            <p:cNvPr id="4" name="Picture 3" descr="A close up of a logo&#10;&#10;Description automatically generated">
              <a:extLst>
                <a:ext uri="{FF2B5EF4-FFF2-40B4-BE49-F238E27FC236}">
                  <a16:creationId xmlns:a16="http://schemas.microsoft.com/office/drawing/2014/main" id="{C167AABE-79D8-4B68-966D-932B92899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03350" y="2080427"/>
              <a:ext cx="1860801" cy="1860801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BD88EB4-C611-482A-A55E-9793804D7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125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53279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42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3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44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45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46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54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5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56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58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Thanks to our sponsors!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26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831112-FBC4-43D2-9D35-A250B9B5D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93A4630-E073-431D-8342-B683A279D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543ED21-5AF4-4027-82BF-E80AB7218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3637445-5BE0-4E93-933C-8C20A541C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8961475-0F43-4D4A-A248-A366B0BB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49225D7-A7EE-4CB4-B021-475F371C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D83E4AD-0D74-4356-A0EA-251D9A277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E171D2-C851-49BB-BD4D-A9D00C0C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8583" y="645286"/>
            <a:ext cx="3474438" cy="3350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endParaRPr lang="en-US" sz="4800"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5CD072FB-CD64-4E20-B8AA-375F84356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347" y="648931"/>
            <a:ext cx="6869937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9740D33-19F0-40FB-BA26-AE70E472C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502" y="3366981"/>
            <a:ext cx="2021651" cy="21914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BBD2B53-84E3-41CE-855E-DF6F78B908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134" y="1709925"/>
            <a:ext cx="3046361" cy="74290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7C5EEC4-3479-DD81-B2F8-222D6BC5A7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56742" y="1849818"/>
            <a:ext cx="3271933" cy="55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817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07AFA-DB59-4662-A7F7-E6B284CF3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take</a:t>
            </a:r>
            <a:r>
              <a:rPr lang="de-DE" dirty="0"/>
              <a:t> </a:t>
            </a:r>
            <a:r>
              <a:rPr lang="de-DE" dirty="0" err="1"/>
              <a:t>part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raffle?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EED32-23EC-46F0-956A-6402430FC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3600" dirty="0"/>
              <a:t>Type #jetbrains in </a:t>
            </a:r>
            <a:r>
              <a:rPr lang="de-DE" sz="3600" dirty="0" err="1"/>
              <a:t>the</a:t>
            </a:r>
            <a:r>
              <a:rPr lang="de-DE" sz="3600" dirty="0"/>
              <a:t> </a:t>
            </a:r>
            <a:r>
              <a:rPr lang="de-DE" sz="3600" dirty="0" err="1"/>
              <a:t>chat</a:t>
            </a:r>
            <a:endParaRPr lang="de-DE" sz="3600" dirty="0"/>
          </a:p>
          <a:p>
            <a:endParaRPr lang="de-AT" sz="3600" dirty="0"/>
          </a:p>
        </p:txBody>
      </p:sp>
    </p:spTree>
    <p:extLst>
      <p:ext uri="{BB962C8B-B14F-4D97-AF65-F5344CB8AC3E}">
        <p14:creationId xmlns:p14="http://schemas.microsoft.com/office/powerpoint/2010/main" val="3922880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A8EC3-01C5-453C-91A6-D01B9E15B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9A1D7546-68ED-4F66-AA8D-D04BEAD39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FCFE8A66-699D-4E05-B8FC-C31AE461D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A124234B-D5D1-45F9-9B32-264F699BCA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7A0B0249-AEB7-44A1-BEC3-A0C07E9E3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51D4BF9-284D-4B99-922C-BAB91FB2D9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733E9BD1-CC4F-4B4B-A413-92D6B1F0B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2EAC6F4-CC14-4018-8EB7-80E98A207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20B54FFC-1F45-4851-B17E-27AA9F2AA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41D2D494-2435-4150-B9D3-974CD924E5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1919E1BB-9B82-4C97-919D-92ED3FFE66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F8ACC16-1243-4719-B21E-C286C1026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453E1702-AF03-4993-9127-D048E9314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B0A6365B-1292-4142-BA51-04BCB3D4C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888DB0-AA52-4C53-BB17-0E6055148B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485" b="1"/>
          <a:stretch/>
        </p:blipFill>
        <p:spPr>
          <a:xfrm>
            <a:off x="796065" y="10"/>
            <a:ext cx="11395934" cy="6857990"/>
          </a:xfrm>
          <a:custGeom>
            <a:avLst/>
            <a:gdLst/>
            <a:ahLst/>
            <a:cxnLst/>
            <a:rect l="l" t="t" r="r" b="b"/>
            <a:pathLst>
              <a:path w="11395934" h="6858000">
                <a:moveTo>
                  <a:pt x="867942" y="0"/>
                </a:moveTo>
                <a:lnTo>
                  <a:pt x="1786638" y="0"/>
                </a:lnTo>
                <a:lnTo>
                  <a:pt x="11395934" y="0"/>
                </a:lnTo>
                <a:lnTo>
                  <a:pt x="11395934" y="6858000"/>
                </a:lnTo>
                <a:lnTo>
                  <a:pt x="1925619" y="6858000"/>
                </a:lnTo>
                <a:lnTo>
                  <a:pt x="1924311" y="6820097"/>
                </a:lnTo>
                <a:lnTo>
                  <a:pt x="1925076" y="6858000"/>
                </a:lnTo>
                <a:lnTo>
                  <a:pt x="1892647" y="6858000"/>
                </a:lnTo>
                <a:lnTo>
                  <a:pt x="0" y="5314276"/>
                </a:lnTo>
                <a:cubicBezTo>
                  <a:pt x="282142" y="3542851"/>
                  <a:pt x="585800" y="1771425"/>
                  <a:pt x="86794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02328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102B55-47DF-4BDC-8D1D-B95F13395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News from the Community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87885E-072E-4C47-8D3E-3D2E27E09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285057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F5F5E3-DBC3-4B69-B8F5-2B96349A8D33}"/>
              </a:ext>
            </a:extLst>
          </p:cNvPr>
          <p:cNvSpPr txBox="1"/>
          <p:nvPr/>
        </p:nvSpPr>
        <p:spPr>
          <a:xfrm>
            <a:off x="0" y="4188396"/>
            <a:ext cx="12191999" cy="1612749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i="1">
                <a:solidFill>
                  <a:schemeClr val="bg1"/>
                </a:solidFill>
              </a:rPr>
              <a:t>Independent. Innovative. And always open source. 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2400" i="1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3600">
                <a:solidFill>
                  <a:schemeClr val="bg1"/>
                </a:solidFill>
              </a:rPr>
              <a:t>dotnetfoundation.org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CE8753-6FAE-4F73-A958-E196279D8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026" y="805270"/>
            <a:ext cx="3517753" cy="327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6236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108BA-7AA5-430E-9A17-1CCD5BCAF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.NET Foundation Virtual User Group</a:t>
            </a:r>
          </a:p>
        </p:txBody>
      </p:sp>
      <p:sp>
        <p:nvSpPr>
          <p:cNvPr id="3" name="AutoShape 2" descr="Meetup logo">
            <a:extLst>
              <a:ext uri="{FF2B5EF4-FFF2-40B4-BE49-F238E27FC236}">
                <a16:creationId xmlns:a16="http://schemas.microsoft.com/office/drawing/2014/main" id="{5BD38CCC-E2CC-4235-8312-F16968FFE0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2338" y="1975338"/>
            <a:ext cx="1606062" cy="160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10E1BE-6F7F-4D04-A5CC-45EB96F80AF7}"/>
              </a:ext>
            </a:extLst>
          </p:cNvPr>
          <p:cNvGrpSpPr/>
          <p:nvPr/>
        </p:nvGrpSpPr>
        <p:grpSpPr>
          <a:xfrm>
            <a:off x="2165722" y="2207172"/>
            <a:ext cx="9464670" cy="4007724"/>
            <a:chOff x="392256" y="1313872"/>
            <a:chExt cx="7890732" cy="334125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61C6565-4685-48C8-9C43-B8A4E6C34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256" y="1313872"/>
              <a:ext cx="7890732" cy="3341255"/>
            </a:xfrm>
            <a:prstGeom prst="rect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D0076F-A3C2-49BC-AD15-176C795D910B}"/>
                </a:ext>
              </a:extLst>
            </p:cNvPr>
            <p:cNvSpPr txBox="1"/>
            <p:nvPr/>
          </p:nvSpPr>
          <p:spPr>
            <a:xfrm>
              <a:off x="3432356" y="3837229"/>
              <a:ext cx="4783546" cy="3848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400" dirty="0">
                  <a:hlinkClick r:id="rId4"/>
                </a:rPr>
                <a:t>meetup.com/dotnet-virtual-user-group</a:t>
              </a:r>
              <a:endParaRPr lang="en-US" sz="2400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A8FF4D3-8DA1-4A35-AF03-59E63C839C0B}"/>
              </a:ext>
            </a:extLst>
          </p:cNvPr>
          <p:cNvSpPr txBox="1"/>
          <p:nvPr/>
        </p:nvSpPr>
        <p:spPr>
          <a:xfrm>
            <a:off x="291500" y="1428109"/>
            <a:ext cx="9230871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Find virtual user groups happening around the globe!</a:t>
            </a:r>
          </a:p>
        </p:txBody>
      </p:sp>
    </p:spTree>
    <p:extLst>
      <p:ext uri="{BB962C8B-B14F-4D97-AF65-F5344CB8AC3E}">
        <p14:creationId xmlns:p14="http://schemas.microsoft.com/office/powerpoint/2010/main" val="933372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7977E-6B81-A588-9949-FC98F415C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.NET Content Creators</a:t>
            </a:r>
            <a:endParaRPr lang="de-A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47E84-562F-B6D8-DAD5-116341C53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49444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108BA-7AA5-430E-9A17-1CCD5BCAF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FlashOWare’s</a:t>
            </a:r>
            <a:r>
              <a:rPr lang="en-US" dirty="0"/>
              <a:t> Livestream</a:t>
            </a:r>
          </a:p>
        </p:txBody>
      </p:sp>
      <p:sp>
        <p:nvSpPr>
          <p:cNvPr id="3" name="AutoShape 2" descr="Meetup logo">
            <a:extLst>
              <a:ext uri="{FF2B5EF4-FFF2-40B4-BE49-F238E27FC236}">
                <a16:creationId xmlns:a16="http://schemas.microsoft.com/office/drawing/2014/main" id="{5BD38CCC-E2CC-4235-8312-F16968FFE0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2338" y="1975338"/>
            <a:ext cx="1606062" cy="160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8FF4D3-8DA1-4A35-AF03-59E63C839C0B}"/>
              </a:ext>
            </a:extLst>
          </p:cNvPr>
          <p:cNvSpPr txBox="1"/>
          <p:nvPr/>
        </p:nvSpPr>
        <p:spPr>
          <a:xfrm>
            <a:off x="291500" y="1428109"/>
            <a:ext cx="9230871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Sundays, 09:00 – 11:00 CEST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70F0DD3-2B79-3774-DAE7-A2E7FA355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722" y="2207172"/>
            <a:ext cx="7482840" cy="3741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1A78CAD-B4D7-7350-B69E-C3EA2BABBE67}"/>
              </a:ext>
            </a:extLst>
          </p:cNvPr>
          <p:cNvSpPr txBox="1"/>
          <p:nvPr/>
        </p:nvSpPr>
        <p:spPr>
          <a:xfrm>
            <a:off x="5812221" y="5233855"/>
            <a:ext cx="573770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www.twitch.tv/FlashOWare/</a:t>
            </a:r>
          </a:p>
        </p:txBody>
      </p:sp>
    </p:spTree>
    <p:extLst>
      <p:ext uri="{BB962C8B-B14F-4D97-AF65-F5344CB8AC3E}">
        <p14:creationId xmlns:p14="http://schemas.microsoft.com/office/powerpoint/2010/main" val="2779495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FB7BE-2D9B-0C83-1408-AB086F448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Claudio </a:t>
            </a:r>
            <a:r>
              <a:rPr lang="en-US" dirty="0" err="1"/>
              <a:t>Bernasconi</a:t>
            </a:r>
            <a:endParaRPr lang="de-AT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CDFF627-5876-486B-717E-E49ED8A61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792" y="1690688"/>
            <a:ext cx="3514344" cy="3514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B017E0-C136-2949-5E67-516003941959}"/>
              </a:ext>
            </a:extLst>
          </p:cNvPr>
          <p:cNvSpPr txBox="1"/>
          <p:nvPr/>
        </p:nvSpPr>
        <p:spPr>
          <a:xfrm>
            <a:off x="5006340" y="5093518"/>
            <a:ext cx="65928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AT" sz="2800" dirty="0"/>
              <a:t>https://go.dotnetdevs.</a:t>
            </a:r>
            <a:r>
              <a:rPr lang="de-AT" sz="2800"/>
              <a:t>at/ClaudioBernasconi</a:t>
            </a:r>
            <a:endParaRPr lang="de-AT" sz="280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25AF6DB7-2E81-8210-8419-FD3BCA490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6936" y="1612392"/>
            <a:ext cx="3151632" cy="3151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4909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C33B2-CEB7-46EB-33F2-C3020779B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Nick </a:t>
            </a:r>
            <a:r>
              <a:rPr lang="en-US" dirty="0" err="1"/>
              <a:t>Chapsas</a:t>
            </a:r>
            <a:endParaRPr lang="de-AT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3D63BC5-CD44-04DB-E57C-4F2A47589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356" y="1857756"/>
            <a:ext cx="3787140" cy="3787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E6F682-1C44-52A6-59BE-166D2005D9A7}"/>
              </a:ext>
            </a:extLst>
          </p:cNvPr>
          <p:cNvSpPr txBox="1"/>
          <p:nvPr/>
        </p:nvSpPr>
        <p:spPr>
          <a:xfrm>
            <a:off x="5580126" y="5265158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AT" sz="2800" dirty="0"/>
              <a:t>https://go.dotnetdevs.at/NickChapsas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92905844-8C39-40D5-4B00-ED8AE27E3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6193" y="1807829"/>
            <a:ext cx="3242342" cy="3242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9499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CF4C79-936C-42D0-BDD1-5E60E0189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0405" y="1396179"/>
            <a:ext cx="6942202" cy="4948253"/>
          </a:xfrm>
        </p:spPr>
        <p:txBody>
          <a:bodyPr anchor="ctr">
            <a:normAutofit/>
          </a:bodyPr>
          <a:lstStyle/>
          <a:p>
            <a:pPr algn="l"/>
            <a:r>
              <a:rPr lang="en-US" sz="4400" b="1" dirty="0">
                <a:solidFill>
                  <a:srgbClr val="000000"/>
                </a:solidFill>
                <a:latin typeface="Graphik Meetup"/>
              </a:rPr>
              <a:t>Lightning Talks by You!</a:t>
            </a:r>
            <a:endParaRPr lang="en-US" sz="4400" dirty="0">
              <a:solidFill>
                <a:srgbClr val="212121"/>
              </a:solidFill>
              <a:latin typeface="Graphik Meetup"/>
            </a:endParaRPr>
          </a:p>
        </p:txBody>
      </p:sp>
    </p:spTree>
    <p:extLst>
      <p:ext uri="{BB962C8B-B14F-4D97-AF65-F5344CB8AC3E}">
        <p14:creationId xmlns:p14="http://schemas.microsoft.com/office/powerpoint/2010/main" val="1406265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55931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Thank you for </a:t>
            </a:r>
            <a:r>
              <a:rPr lang="en-AT" sz="7200"/>
              <a:t>j</a:t>
            </a:r>
            <a:r>
              <a:rPr lang="de-AT" sz="7200"/>
              <a:t>o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/>
              <a:t>g</a:t>
            </a:r>
            <a:r>
              <a:rPr lang="en-US" sz="720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55518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Thanks to our sponsors!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106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831112-FBC4-43D2-9D35-A250B9B5D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93A4630-E073-431D-8342-B683A279D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543ED21-5AF4-4027-82BF-E80AB7218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3637445-5BE0-4E93-933C-8C20A541C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8961475-0F43-4D4A-A248-A366B0BB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49225D7-A7EE-4CB4-B021-475F371C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D83E4AD-0D74-4356-A0EA-251D9A277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E171D2-C851-49BB-BD4D-A9D00C0C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8583" y="645286"/>
            <a:ext cx="3474438" cy="3350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endParaRPr lang="en-US" sz="4800"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5CD072FB-CD64-4E20-B8AA-375F84356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347" y="648931"/>
            <a:ext cx="6869937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9740D33-19F0-40FB-BA26-AE70E472C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502" y="3366981"/>
            <a:ext cx="2021651" cy="21914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BBD2B53-84E3-41CE-855E-DF6F78B908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134" y="1709925"/>
            <a:ext cx="3046361" cy="742901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F42E471-B04E-1AFB-61E4-1825F98FB7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56742" y="1849818"/>
            <a:ext cx="3271933" cy="55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570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6F209-26DF-4FEC-9242-2AEB07C2A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Do your company or you want to sponsor us?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9BF1E-66FA-44D0-B8D6-6D20760AB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02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7A16D8-60F5-4B02-8C69-11C1FEAC9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Do you want to host a Meetup?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9D4635-C1E2-4F48-9840-7CA3D53A5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60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7677A-6F6D-4AB8-B7CA-90C29CD5E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Talk with us</a:t>
            </a:r>
            <a:r>
              <a:rPr lang="en-AT" sz="7200"/>
              <a:t>!</a:t>
            </a:r>
            <a:endParaRPr lang="en-US" sz="72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60A8D-7D39-4747-8373-705E70032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5751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400"/>
              <a:t>General Information: </a:t>
            </a:r>
          </a:p>
          <a:p>
            <a:pPr algn="ctr"/>
            <a:r>
              <a:rPr lang="en-US" sz="2400">
                <a:hlinkClick r:id="rId2"/>
              </a:rPr>
              <a:t>https://dotnetdevs.at/sponsoring/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163372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0706" y="685800"/>
            <a:ext cx="9742318" cy="1752599"/>
          </a:xfrm>
        </p:spPr>
        <p:txBody>
          <a:bodyPr>
            <a:normAutofit/>
          </a:bodyPr>
          <a:lstStyle/>
          <a:p>
            <a:r>
              <a:rPr lang="en-US"/>
              <a:t>Next meetups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6BD10E-9A6C-45CE-A11F-D312F9487D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4753900"/>
              </p:ext>
            </p:extLst>
          </p:nvPr>
        </p:nvGraphicFramePr>
        <p:xfrm>
          <a:off x="1760705" y="2694562"/>
          <a:ext cx="9742319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8560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Requested Topics</a:t>
            </a:r>
            <a:r>
              <a:rPr lang="en-AT"/>
              <a:t> </a:t>
            </a:r>
            <a:r>
              <a:rPr lang="de-AT"/>
              <a:t>f</a:t>
            </a:r>
            <a:r>
              <a:rPr lang="en-AT"/>
              <a:t>o</a:t>
            </a:r>
            <a:r>
              <a:rPr lang="de-AT"/>
              <a:t>r</a:t>
            </a:r>
            <a:r>
              <a:rPr lang="en-AT"/>
              <a:t> </a:t>
            </a:r>
            <a:r>
              <a:rPr lang="de-AT"/>
              <a:t>f</a:t>
            </a:r>
            <a:r>
              <a:rPr lang="en-AT"/>
              <a:t>u</a:t>
            </a:r>
            <a:r>
              <a:rPr lang="de-AT"/>
              <a:t>t</a:t>
            </a:r>
            <a:r>
              <a:rPr lang="en-AT"/>
              <a:t>u</a:t>
            </a:r>
            <a:r>
              <a:rPr lang="de-AT"/>
              <a:t>r</a:t>
            </a:r>
            <a:r>
              <a:rPr lang="en-AT"/>
              <a:t>e </a:t>
            </a:r>
            <a:r>
              <a:rPr lang="de-AT"/>
              <a:t>M</a:t>
            </a:r>
            <a:r>
              <a:rPr lang="en-AT"/>
              <a:t>e</a:t>
            </a:r>
            <a:r>
              <a:rPr lang="de-AT"/>
              <a:t>e</a:t>
            </a:r>
            <a:r>
              <a:rPr lang="en-AT"/>
              <a:t>t</a:t>
            </a:r>
            <a:r>
              <a:rPr lang="de-AT"/>
              <a:t>u</a:t>
            </a:r>
            <a:r>
              <a:rPr lang="en-AT"/>
              <a:t>p</a:t>
            </a:r>
            <a:r>
              <a:rPr lang="de-AT"/>
              <a:t>s</a:t>
            </a:r>
            <a:r>
              <a:rPr lang="en-US"/>
              <a:t>: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AT" dirty="0"/>
              <a:t>B</a:t>
            </a:r>
            <a:r>
              <a:rPr lang="en-AT" dirty="0"/>
              <a:t>l</a:t>
            </a:r>
            <a:r>
              <a:rPr lang="de-AT" dirty="0"/>
              <a:t>a</a:t>
            </a:r>
            <a:r>
              <a:rPr lang="en-AT" dirty="0"/>
              <a:t>z</a:t>
            </a:r>
            <a:r>
              <a:rPr lang="de-AT" dirty="0"/>
              <a:t>o</a:t>
            </a:r>
            <a:r>
              <a:rPr lang="en-AT" dirty="0"/>
              <a:t>r</a:t>
            </a:r>
          </a:p>
          <a:p>
            <a:r>
              <a:rPr lang="en-AT" dirty="0"/>
              <a:t>Paket</a:t>
            </a:r>
          </a:p>
          <a:p>
            <a:r>
              <a:rPr lang="de-AT" dirty="0"/>
              <a:t>N</a:t>
            </a:r>
            <a:r>
              <a:rPr lang="en-AT" dirty="0"/>
              <a:t>odaTime</a:t>
            </a:r>
          </a:p>
          <a:p>
            <a:r>
              <a:rPr lang="en-AT" dirty="0"/>
              <a:t>...</a:t>
            </a:r>
          </a:p>
          <a:p>
            <a:pPr marL="0" indent="0">
              <a:buNone/>
            </a:pPr>
            <a:endParaRPr lang="en-AT" dirty="0"/>
          </a:p>
          <a:p>
            <a:pPr marL="0" indent="0">
              <a:buNone/>
            </a:pPr>
            <a:r>
              <a:rPr lang="de-AT" dirty="0"/>
              <a:t>A</a:t>
            </a:r>
            <a:r>
              <a:rPr lang="en-AT" dirty="0"/>
              <a:t>l</a:t>
            </a:r>
            <a:r>
              <a:rPr lang="de-AT" dirty="0"/>
              <a:t>l</a:t>
            </a:r>
            <a:r>
              <a:rPr lang="en-AT" dirty="0"/>
              <a:t> </a:t>
            </a:r>
            <a:r>
              <a:rPr lang="de-AT" dirty="0"/>
              <a:t>u</a:t>
            </a:r>
            <a:r>
              <a:rPr lang="en-AT" dirty="0"/>
              <a:t>n</a:t>
            </a:r>
            <a:r>
              <a:rPr lang="de-AT" dirty="0"/>
              <a:t>d</a:t>
            </a:r>
            <a:r>
              <a:rPr lang="en-AT" dirty="0"/>
              <a:t>e</a:t>
            </a:r>
            <a:r>
              <a:rPr lang="de-AT" dirty="0"/>
              <a:t>r</a:t>
            </a:r>
            <a:r>
              <a:rPr lang="en-AT" dirty="0"/>
              <a:t> </a:t>
            </a:r>
            <a:r>
              <a:rPr lang="de-AT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https://github.com/dotnetdevsaustria/topic-requests</a:t>
            </a:r>
            <a:endParaRPr lang="en-AT" dirty="0"/>
          </a:p>
          <a:p>
            <a:pPr marL="0" indent="0">
              <a:buNone/>
            </a:pPr>
            <a:endParaRPr lang="en-AT" dirty="0"/>
          </a:p>
          <a:p>
            <a:pPr marL="0" indent="0" algn="ctr">
              <a:buNone/>
            </a:pPr>
            <a:r>
              <a:rPr lang="en-AT" sz="4000" b="1" dirty="0"/>
              <a:t>Please enter your requests!</a:t>
            </a:r>
            <a:endParaRPr lang="en-US" sz="4000" b="1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D03BA0E-53C3-4989-AB5A-03BD78FC0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4144" y="1877410"/>
            <a:ext cx="2988879" cy="2988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29871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F63B49BB-37AE-43B8-B7C4-3A7471E851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275" b="-1"/>
          <a:stretch/>
        </p:blipFill>
        <p:spPr>
          <a:xfrm>
            <a:off x="6892924" y="10"/>
            <a:ext cx="5299077" cy="6857990"/>
          </a:xfrm>
          <a:custGeom>
            <a:avLst/>
            <a:gdLst>
              <a:gd name="connsiteX0" fmla="*/ 836871 w 5299077"/>
              <a:gd name="connsiteY0" fmla="*/ 0 h 6858000"/>
              <a:gd name="connsiteX1" fmla="*/ 5299077 w 5299077"/>
              <a:gd name="connsiteY1" fmla="*/ 0 h 6858000"/>
              <a:gd name="connsiteX2" fmla="*/ 5299077 w 5299077"/>
              <a:gd name="connsiteY2" fmla="*/ 6858000 h 6858000"/>
              <a:gd name="connsiteX3" fmla="*/ 1911312 w 5299077"/>
              <a:gd name="connsiteY3" fmla="*/ 6858000 h 6858000"/>
              <a:gd name="connsiteX4" fmla="*/ 0 w 5299077"/>
              <a:gd name="connsiteY4" fmla="*/ 5333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7F1BEC-7346-49C4-8982-028289C66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r>
              <a:rPr lang="en-AT"/>
              <a:t>S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e</a:t>
            </a:r>
            <a:r>
              <a:rPr lang="en-AT"/>
              <a:t>a</a:t>
            </a:r>
            <a:r>
              <a:rPr lang="de-AT"/>
              <a:t>d</a:t>
            </a:r>
            <a:r>
              <a:rPr lang="en-AT"/>
              <a:t> </a:t>
            </a:r>
            <a:r>
              <a:rPr lang="de-AT"/>
              <a:t>t</a:t>
            </a:r>
            <a:r>
              <a:rPr lang="en-AT"/>
              <a:t>h</a:t>
            </a:r>
            <a:r>
              <a:rPr lang="de-AT"/>
              <a:t>e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o</a:t>
            </a:r>
            <a:r>
              <a:rPr lang="de-AT"/>
              <a:t>r</a:t>
            </a:r>
            <a:r>
              <a:rPr lang="en-AT"/>
              <a:t>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CB2EA-8F8A-4CFD-BE74-077FEFB37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162" y="2656489"/>
            <a:ext cx="5260680" cy="3124201"/>
          </a:xfrm>
        </p:spPr>
        <p:txBody>
          <a:bodyPr>
            <a:normAutofit/>
          </a:bodyPr>
          <a:lstStyle/>
          <a:p>
            <a:r>
              <a:rPr lang="de-AT" sz="2000"/>
              <a:t>I</a:t>
            </a:r>
            <a:r>
              <a:rPr lang="en-AT" sz="2000"/>
              <a:t>n</a:t>
            </a:r>
            <a:r>
              <a:rPr lang="de-AT" sz="2000"/>
              <a:t>v</a:t>
            </a:r>
            <a:r>
              <a:rPr lang="en-AT" sz="2000" err="1"/>
              <a:t>i</a:t>
            </a:r>
            <a:r>
              <a:rPr lang="de-AT" sz="2000"/>
              <a:t>t</a:t>
            </a:r>
            <a:r>
              <a:rPr lang="en-AT" sz="2000"/>
              <a:t>e </a:t>
            </a:r>
            <a:r>
              <a:rPr lang="de-AT" sz="2000" err="1"/>
              <a:t>colleague</a:t>
            </a:r>
            <a:r>
              <a:rPr lang="en-AT" sz="2000"/>
              <a:t>s</a:t>
            </a:r>
          </a:p>
          <a:p>
            <a:r>
              <a:rPr lang="en-AT" sz="2000"/>
              <a:t>Invite friends</a:t>
            </a:r>
          </a:p>
          <a:p>
            <a:r>
              <a:rPr lang="en-AT" sz="2000"/>
              <a:t>Invite customers</a:t>
            </a:r>
          </a:p>
          <a:p>
            <a:r>
              <a:rPr lang="en-AT" sz="2000"/>
              <a:t>Tweet! @</a:t>
            </a:r>
            <a:r>
              <a:rPr lang="de-AT" sz="2000"/>
              <a:t>D</a:t>
            </a:r>
            <a:r>
              <a:rPr lang="en-AT" sz="2000"/>
              <a:t>o</a:t>
            </a:r>
            <a:r>
              <a:rPr lang="de-AT" sz="2000"/>
              <a:t>t</a:t>
            </a:r>
            <a:r>
              <a:rPr lang="en-AT" sz="2000"/>
              <a:t>N</a:t>
            </a:r>
            <a:r>
              <a:rPr lang="de-AT" sz="2000"/>
              <a:t>e</a:t>
            </a:r>
            <a:r>
              <a:rPr lang="en-AT" sz="2000"/>
              <a:t>t</a:t>
            </a:r>
            <a:r>
              <a:rPr lang="de-AT" sz="2000"/>
              <a:t>D</a:t>
            </a:r>
            <a:r>
              <a:rPr lang="en-AT" sz="2000"/>
              <a:t>e</a:t>
            </a:r>
            <a:r>
              <a:rPr lang="de-AT" sz="2000"/>
              <a:t>v</a:t>
            </a:r>
            <a:r>
              <a:rPr lang="en-AT" sz="2000"/>
              <a:t>s</a:t>
            </a:r>
            <a:r>
              <a:rPr lang="de-AT" sz="2000"/>
              <a:t>A</a:t>
            </a:r>
            <a:r>
              <a:rPr lang="en-AT" sz="2000"/>
              <a:t>T</a:t>
            </a:r>
          </a:p>
          <a:p>
            <a:r>
              <a:rPr lang="en-AT" sz="2000"/>
              <a:t>Invite everyone that has to do with .NET</a:t>
            </a:r>
          </a:p>
          <a:p>
            <a:endParaRPr lang="en-AT" sz="2000"/>
          </a:p>
        </p:txBody>
      </p:sp>
    </p:spTree>
    <p:extLst>
      <p:ext uri="{BB962C8B-B14F-4D97-AF65-F5344CB8AC3E}">
        <p14:creationId xmlns:p14="http://schemas.microsoft.com/office/powerpoint/2010/main" val="35575874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9181EA-5F2D-4783-A466-BF7060E0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91998"/>
          </a:xfrm>
        </p:spPr>
        <p:txBody>
          <a:bodyPr/>
          <a:lstStyle/>
          <a:p>
            <a:r>
              <a:rPr lang="en-AT"/>
              <a:t>D</a:t>
            </a:r>
            <a:r>
              <a:rPr lang="de-AT"/>
              <a:t>o</a:t>
            </a:r>
            <a:r>
              <a:rPr lang="en-AT"/>
              <a:t>t</a:t>
            </a:r>
            <a:r>
              <a:rPr lang="de-AT"/>
              <a:t>N</a:t>
            </a:r>
            <a:r>
              <a:rPr lang="en-AT"/>
              <a:t>e</a:t>
            </a:r>
            <a:r>
              <a:rPr lang="de-AT"/>
              <a:t>t</a:t>
            </a:r>
            <a:r>
              <a:rPr lang="en-AT"/>
              <a:t>D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s</a:t>
            </a:r>
            <a:r>
              <a:rPr lang="en-AT"/>
              <a:t>.</a:t>
            </a:r>
            <a:r>
              <a:rPr lang="de-AT"/>
              <a:t>a</a:t>
            </a:r>
            <a:r>
              <a:rPr lang="en-AT"/>
              <a:t>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05BC33-523C-458D-82B3-F1DC26FE333C}"/>
              </a:ext>
            </a:extLst>
          </p:cNvPr>
          <p:cNvGrpSpPr/>
          <p:nvPr/>
        </p:nvGrpSpPr>
        <p:grpSpPr>
          <a:xfrm>
            <a:off x="1130499" y="2376282"/>
            <a:ext cx="1905000" cy="3424249"/>
            <a:chOff x="1422106" y="2376282"/>
            <a:chExt cx="1905000" cy="3424249"/>
          </a:xfrm>
        </p:grpSpPr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64AFD18E-8BF1-4905-A9B1-237BE28DB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4682" y="2376282"/>
              <a:ext cx="1279849" cy="1279849"/>
            </a:xfrm>
            <a:prstGeom prst="rect">
              <a:avLst/>
            </a:prstGeom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7D0975BB-2BBE-40A6-95B9-E1A9E7E26D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2106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CDD93B-EBC1-4450-B04F-8D1267D6911C}"/>
              </a:ext>
            </a:extLst>
          </p:cNvPr>
          <p:cNvGrpSpPr/>
          <p:nvPr/>
        </p:nvGrpSpPr>
        <p:grpSpPr>
          <a:xfrm>
            <a:off x="5137825" y="2768187"/>
            <a:ext cx="1905000" cy="3032344"/>
            <a:chOff x="4568505" y="2478940"/>
            <a:chExt cx="1905000" cy="3032344"/>
          </a:xfrm>
        </p:grpSpPr>
        <p:pic>
          <p:nvPicPr>
            <p:cNvPr id="11" name="Picture 10" descr="A picture containing drawing, clock&#10;&#10;Description automatically generated">
              <a:extLst>
                <a:ext uri="{FF2B5EF4-FFF2-40B4-BE49-F238E27FC236}">
                  <a16:creationId xmlns:a16="http://schemas.microsoft.com/office/drawing/2014/main" id="{326FF49C-64EF-4EAB-AFCE-281C2504C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5079" y="2478940"/>
              <a:ext cx="1709512" cy="388563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F3696925-724C-4EA8-80EC-52FDE0D950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8505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89159C-436C-4AA6-AF46-3DFB7105AE49}"/>
              </a:ext>
            </a:extLst>
          </p:cNvPr>
          <p:cNvGrpSpPr/>
          <p:nvPr/>
        </p:nvGrpSpPr>
        <p:grpSpPr>
          <a:xfrm>
            <a:off x="7141488" y="2797295"/>
            <a:ext cx="1905000" cy="3003236"/>
            <a:chOff x="8825203" y="2508048"/>
            <a:chExt cx="1905000" cy="3003236"/>
          </a:xfrm>
        </p:grpSpPr>
        <p:pic>
          <p:nvPicPr>
            <p:cNvPr id="14" name="Picture 6">
              <a:extLst>
                <a:ext uri="{FF2B5EF4-FFF2-40B4-BE49-F238E27FC236}">
                  <a16:creationId xmlns:a16="http://schemas.microsoft.com/office/drawing/2014/main" id="{9C260114-8896-4509-BDC2-74D0C26D56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25203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Content Placeholder 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C2E2F97B-B128-4120-B507-235FDAC98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5203" y="2508048"/>
              <a:ext cx="1905000" cy="42706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60D5DC-0196-41E0-9F61-1BC89192C7E0}"/>
              </a:ext>
            </a:extLst>
          </p:cNvPr>
          <p:cNvGrpSpPr/>
          <p:nvPr/>
        </p:nvGrpSpPr>
        <p:grpSpPr>
          <a:xfrm>
            <a:off x="3134162" y="2296971"/>
            <a:ext cx="1905000" cy="3503560"/>
            <a:chOff x="3863470" y="2296971"/>
            <a:chExt cx="1905000" cy="3503560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45E5BE0-3994-4D58-BEDD-C66A4B1238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347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ree&#10;&#10;Description automatically generated">
              <a:extLst>
                <a:ext uri="{FF2B5EF4-FFF2-40B4-BE49-F238E27FC236}">
                  <a16:creationId xmlns:a16="http://schemas.microsoft.com/office/drawing/2014/main" id="{D9C266DD-38BD-4474-86A9-E39F3D081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6735" y="2296971"/>
              <a:ext cx="1438469" cy="1438469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4347991-90D6-40E5-8C75-5C42C9059681}"/>
              </a:ext>
            </a:extLst>
          </p:cNvPr>
          <p:cNvGrpSpPr/>
          <p:nvPr/>
        </p:nvGrpSpPr>
        <p:grpSpPr>
          <a:xfrm>
            <a:off x="9145149" y="2080427"/>
            <a:ext cx="1905000" cy="3720104"/>
            <a:chOff x="9481250" y="2080427"/>
            <a:chExt cx="1905000" cy="3720104"/>
          </a:xfrm>
        </p:grpSpPr>
        <p:pic>
          <p:nvPicPr>
            <p:cNvPr id="4" name="Picture 3" descr="A close up of a logo&#10;&#10;Description automatically generated">
              <a:extLst>
                <a:ext uri="{FF2B5EF4-FFF2-40B4-BE49-F238E27FC236}">
                  <a16:creationId xmlns:a16="http://schemas.microsoft.com/office/drawing/2014/main" id="{C167AABE-79D8-4B68-966D-932B92899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03350" y="2080427"/>
              <a:ext cx="1860801" cy="1860801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BD88EB4-C611-482A-A55E-9793804D7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125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870421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616B3DC-C165-433D-9187-62DCC0E31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6" name="Freeform 6">
              <a:extLst>
                <a:ext uri="{FF2B5EF4-FFF2-40B4-BE49-F238E27FC236}">
                  <a16:creationId xmlns:a16="http://schemas.microsoft.com/office/drawing/2014/main" id="{97E1BF84-9824-4B0E-98DF-F0F7181DD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7" name="Freeform 7">
              <a:extLst>
                <a:ext uri="{FF2B5EF4-FFF2-40B4-BE49-F238E27FC236}">
                  <a16:creationId xmlns:a16="http://schemas.microsoft.com/office/drawing/2014/main" id="{A85FA340-7392-4303-9707-A12F45A46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8" name="Freeform 9">
              <a:extLst>
                <a:ext uri="{FF2B5EF4-FFF2-40B4-BE49-F238E27FC236}">
                  <a16:creationId xmlns:a16="http://schemas.microsoft.com/office/drawing/2014/main" id="{758A9051-2BD9-4868-8B84-344752FA2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39" name="Freeform 10">
              <a:extLst>
                <a:ext uri="{FF2B5EF4-FFF2-40B4-BE49-F238E27FC236}">
                  <a16:creationId xmlns:a16="http://schemas.microsoft.com/office/drawing/2014/main" id="{58264C49-3539-4CBD-8F11-1106C8B8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40" name="Freeform 11">
              <a:extLst>
                <a:ext uri="{FF2B5EF4-FFF2-40B4-BE49-F238E27FC236}">
                  <a16:creationId xmlns:a16="http://schemas.microsoft.com/office/drawing/2014/main" id="{DE862133-5C7E-4B32-9786-0B33BC51A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41" name="Freeform 12">
              <a:extLst>
                <a:ext uri="{FF2B5EF4-FFF2-40B4-BE49-F238E27FC236}">
                  <a16:creationId xmlns:a16="http://schemas.microsoft.com/office/drawing/2014/main" id="{90925F6C-DF03-4707-9176-6049F049B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43" name="Rectangle 142">
            <a:extLst>
              <a:ext uri="{FF2B5EF4-FFF2-40B4-BE49-F238E27FC236}">
                <a16:creationId xmlns:a16="http://schemas.microsoft.com/office/drawing/2014/main" id="{6C686317-9C96-4A02-88CE-7319FF590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BE8B6A-5FBB-4721-B07C-F8B3BF495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0632" y="648930"/>
            <a:ext cx="4922391" cy="33473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/>
              <a:t>We want to hear your feedback</a:t>
            </a:r>
            <a:endParaRPr lang="en-US" sz="6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D33C1-B332-454C-806B-0AAA693B6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0632" y="3996267"/>
            <a:ext cx="4922391" cy="18870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100" dirty="0"/>
              <a:t>https://go.dotnetdevs.at/feedback-202208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E0E25B5C-98A3-47D8-A4D7-10C2E1758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6714" y="-4763"/>
            <a:ext cx="5014912" cy="6862763"/>
            <a:chOff x="2928938" y="-4763"/>
            <a:chExt cx="5014912" cy="6862763"/>
          </a:xfrm>
        </p:grpSpPr>
        <p:sp>
          <p:nvSpPr>
            <p:cNvPr id="146" name="Freeform 6">
              <a:extLst>
                <a:ext uri="{FF2B5EF4-FFF2-40B4-BE49-F238E27FC236}">
                  <a16:creationId xmlns:a16="http://schemas.microsoft.com/office/drawing/2014/main" id="{FECB3374-15F5-40C2-95B4-0FCF10849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7" name="Freeform 7">
              <a:extLst>
                <a:ext uri="{FF2B5EF4-FFF2-40B4-BE49-F238E27FC236}">
                  <a16:creationId xmlns:a16="http://schemas.microsoft.com/office/drawing/2014/main" id="{E762314F-F556-4403-BAA1-AF8A3BED3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8" name="Freeform 25">
              <a:extLst>
                <a:ext uri="{FF2B5EF4-FFF2-40B4-BE49-F238E27FC236}">
                  <a16:creationId xmlns:a16="http://schemas.microsoft.com/office/drawing/2014/main" id="{02EDEF56-2F86-4867-986A-5AFB8EC07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9" name="Freeform 26">
              <a:extLst>
                <a:ext uri="{FF2B5EF4-FFF2-40B4-BE49-F238E27FC236}">
                  <a16:creationId xmlns:a16="http://schemas.microsoft.com/office/drawing/2014/main" id="{51BE63E6-C24A-43FA-93F5-475F550AB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0" name="Freeform 27">
              <a:extLst>
                <a:ext uri="{FF2B5EF4-FFF2-40B4-BE49-F238E27FC236}">
                  <a16:creationId xmlns:a16="http://schemas.microsoft.com/office/drawing/2014/main" id="{9639DAAA-46FE-401C-BB78-B7A9AF33C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1" name="Freeform 28">
              <a:extLst>
                <a:ext uri="{FF2B5EF4-FFF2-40B4-BE49-F238E27FC236}">
                  <a16:creationId xmlns:a16="http://schemas.microsoft.com/office/drawing/2014/main" id="{D5EFBD2C-94D5-43D0-B2FE-E390BD3F3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153" name="Rounded Rectangle 16">
            <a:extLst>
              <a:ext uri="{FF2B5EF4-FFF2-40B4-BE49-F238E27FC236}">
                <a16:creationId xmlns:a16="http://schemas.microsoft.com/office/drawing/2014/main" id="{EB9A9756-A5DB-460E-A867-A2AE77834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93" y="648931"/>
            <a:ext cx="5419641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70B8707-8AF2-CF79-5ECB-5269AE266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113" y="828278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07366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43F5660AFE4DF48912EB45177040206" ma:contentTypeVersion="12" ma:contentTypeDescription="Ein neues Dokument erstellen." ma:contentTypeScope="" ma:versionID="1f2d256c9d1e599655a78569912fe133">
  <xsd:schema xmlns:xsd="http://www.w3.org/2001/XMLSchema" xmlns:xs="http://www.w3.org/2001/XMLSchema" xmlns:p="http://schemas.microsoft.com/office/2006/metadata/properties" xmlns:ns2="9d4059ad-3f3c-4315-a9b0-bccacf58ea2e" xmlns:ns3="962588f1-9f9c-46ee-8cab-d2557cbfb99a" targetNamespace="http://schemas.microsoft.com/office/2006/metadata/properties" ma:root="true" ma:fieldsID="29a4935a17a0a2ea3225cf220b4b1203" ns2:_="" ns3:_="">
    <xsd:import namespace="9d4059ad-3f3c-4315-a9b0-bccacf58ea2e"/>
    <xsd:import namespace="962588f1-9f9c-46ee-8cab-d2557cbfb9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4059ad-3f3c-4315-a9b0-bccacf58ea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bf16a271-86bf-43b1-8a59-28a0529554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2588f1-9f9c-46ee-8cab-d2557cbfb99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8ef2a9b-b19a-4172-b55b-e557a8484585}" ma:internalName="TaxCatchAll" ma:showField="CatchAllData" ma:web="962588f1-9f9c-46ee-8cab-d2557cbfb9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62588f1-9f9c-46ee-8cab-d2557cbfb99a" xsi:nil="true"/>
    <lcf76f155ced4ddcb4097134ff3c332f xmlns="9d4059ad-3f3c-4315-a9b0-bccacf58ea2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46A810A-6CAD-4E3D-AC83-0C4EED73C8F1}"/>
</file>

<file path=customXml/itemProps2.xml><?xml version="1.0" encoding="utf-8"?>
<ds:datastoreItem xmlns:ds="http://schemas.openxmlformats.org/officeDocument/2006/customXml" ds:itemID="{8F7FC13E-78E9-4E38-88A3-AD35A9067CB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0CB896F-74EA-4EB8-842B-457D648AEC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498</Words>
  <Application>Microsoft Office PowerPoint</Application>
  <PresentationFormat>Widescreen</PresentationFormat>
  <Paragraphs>74</Paragraphs>
  <Slides>27</Slides>
  <Notes>5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Calibri Light</vt:lpstr>
      <vt:lpstr>Corbel</vt:lpstr>
      <vt:lpstr>Graphik Meetup</vt:lpstr>
      <vt:lpstr>Parallax</vt:lpstr>
      <vt:lpstr>Office Theme</vt:lpstr>
      <vt:lpstr>August 2022 Meetup</vt:lpstr>
      <vt:lpstr>Thank you for joining!</vt:lpstr>
      <vt:lpstr>DotNetDevs.at</vt:lpstr>
      <vt:lpstr>Thanks to our sponsors!</vt:lpstr>
      <vt:lpstr>PowerPoint Presentation</vt:lpstr>
      <vt:lpstr>How to take part in the raffle?</vt:lpstr>
      <vt:lpstr>PowerPoint Presentation</vt:lpstr>
      <vt:lpstr>News from the Community</vt:lpstr>
      <vt:lpstr>PowerPoint Presentation</vt:lpstr>
      <vt:lpstr>.NET Foundation Virtual User Group</vt:lpstr>
      <vt:lpstr>Recommended .NET Content Creators</vt:lpstr>
      <vt:lpstr>FlashOWare’s Livestream</vt:lpstr>
      <vt:lpstr>Claudio Bernasconi</vt:lpstr>
      <vt:lpstr>Nick Chapsas</vt:lpstr>
      <vt:lpstr>Lightning Talks by You!</vt:lpstr>
      <vt:lpstr>Thank you!</vt:lpstr>
      <vt:lpstr>Thank you for joining!</vt:lpstr>
      <vt:lpstr>Thanks to our sponsors!</vt:lpstr>
      <vt:lpstr>PowerPoint Presentation</vt:lpstr>
      <vt:lpstr>Do your company or you want to sponsor us?</vt:lpstr>
      <vt:lpstr>Do you want to host a Meetup?</vt:lpstr>
      <vt:lpstr>Talk with us!</vt:lpstr>
      <vt:lpstr>Next meetups</vt:lpstr>
      <vt:lpstr>Requested Topics for future Meetups: </vt:lpstr>
      <vt:lpstr>Spread the word!</vt:lpstr>
      <vt:lpstr>DotNetDevs.at</vt:lpstr>
      <vt:lpstr>We want to hear your 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Dezember 2020 Meetup</dc:title>
  <dc:creator>Andreas Willich</dc:creator>
  <cp:lastModifiedBy>Andreas Willich</cp:lastModifiedBy>
  <cp:revision>4</cp:revision>
  <dcterms:created xsi:type="dcterms:W3CDTF">2020-12-15T06:52:19Z</dcterms:created>
  <dcterms:modified xsi:type="dcterms:W3CDTF">2022-08-16T15:48:29Z</dcterms:modified>
</cp:coreProperties>
</file>