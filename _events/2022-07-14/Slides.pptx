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0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925" r:id="rId16"/>
    <p:sldId id="319" r:id="rId17"/>
    <p:sldId id="2076136918" r:id="rId18"/>
    <p:sldId id="338" r:id="rId19"/>
    <p:sldId id="336" r:id="rId20"/>
    <p:sldId id="2076136923" r:id="rId21"/>
    <p:sldId id="340" r:id="rId22"/>
    <p:sldId id="341" r:id="rId23"/>
    <p:sldId id="342" r:id="rId24"/>
    <p:sldId id="334" r:id="rId25"/>
    <p:sldId id="344" r:id="rId26"/>
    <p:sldId id="345" r:id="rId27"/>
    <p:sldId id="346" r:id="rId28"/>
    <p:sldId id="32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149DE-CE94-4347-8800-913FC615FA26}" v="25" dt="2022-07-11T12:20:00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 Willich" userId="f1a27a91-fb80-49c6-a061-1959e15afc91" providerId="ADAL" clId="{0B0AA040-D95C-4C41-A94D-381134DE31D5}"/>
    <pc:docChg chg="custSel addSld modSld">
      <pc:chgData name="Andreas Willich" userId="f1a27a91-fb80-49c6-a061-1959e15afc91" providerId="ADAL" clId="{0B0AA040-D95C-4C41-A94D-381134DE31D5}" dt="2022-06-14T16:16:44.232" v="45" actId="20577"/>
      <pc:docMkLst>
        <pc:docMk/>
      </pc:docMkLst>
      <pc:sldChg chg="modSp mod">
        <pc:chgData name="Andreas Willich" userId="f1a27a91-fb80-49c6-a061-1959e15afc91" providerId="ADAL" clId="{0B0AA040-D95C-4C41-A94D-381134DE31D5}" dt="2022-06-14T16:16:44.232" v="4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0B0AA040-D95C-4C41-A94D-381134DE31D5}" dt="2022-06-14T16:16:44.232" v="4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B0AA040-D95C-4C41-A94D-381134DE31D5}" dt="2022-06-14T15:59:10.831" v="2" actId="1076"/>
        <pc:sldMkLst>
          <pc:docMk/>
          <pc:sldMk cId="820736664" sldId="321"/>
        </pc:sldMkLst>
        <pc:picChg chg="add mod">
          <ac:chgData name="Andreas Willich" userId="f1a27a91-fb80-49c6-a061-1959e15afc91" providerId="ADAL" clId="{0B0AA040-D95C-4C41-A94D-381134DE31D5}" dt="2022-06-14T15:59:10.831" v="2" actId="1076"/>
          <ac:picMkLst>
            <pc:docMk/>
            <pc:sldMk cId="820736664" sldId="321"/>
            <ac:picMk id="4" creationId="{E658AC79-F137-BD0D-83FA-E0B1DF44BB32}"/>
          </ac:picMkLst>
        </pc:picChg>
        <pc:picChg chg="del">
          <ac:chgData name="Andreas Willich" userId="f1a27a91-fb80-49c6-a061-1959e15afc91" providerId="ADAL" clId="{0B0AA040-D95C-4C41-A94D-381134DE31D5}" dt="2022-06-14T15:59:07.065" v="0" actId="478"/>
          <ac:picMkLst>
            <pc:docMk/>
            <pc:sldMk cId="820736664" sldId="321"/>
            <ac:picMk id="1026" creationId="{4CF6590A-B54F-5686-C7A3-555A01D13393}"/>
          </ac:picMkLst>
        </pc:picChg>
      </pc:sldChg>
      <pc:sldChg chg="addSp delSp modSp new mod setBg">
        <pc:chgData name="Andreas Willich" userId="f1a27a91-fb80-49c6-a061-1959e15afc91" providerId="ADAL" clId="{0B0AA040-D95C-4C41-A94D-381134DE31D5}" dt="2022-06-14T16:06:52.986" v="18" actId="26606"/>
        <pc:sldMkLst>
          <pc:docMk/>
          <pc:sldMk cId="1909772137" sldId="2076136924"/>
        </pc:sldMkLst>
        <pc:spChg chg="del mod">
          <ac:chgData name="Andreas Willich" userId="f1a27a91-fb80-49c6-a061-1959e15afc91" providerId="ADAL" clId="{0B0AA040-D95C-4C41-A94D-381134DE31D5}" dt="2022-06-14T16:06:22.665" v="8" actId="478"/>
          <ac:spMkLst>
            <pc:docMk/>
            <pc:sldMk cId="1909772137" sldId="2076136924"/>
            <ac:spMk id="2" creationId="{7C49A7C0-2625-BFFB-8A16-71C3332A9772}"/>
          </ac:spMkLst>
        </pc:spChg>
        <pc:spChg chg="add del mod">
          <ac:chgData name="Andreas Willich" userId="f1a27a91-fb80-49c6-a061-1959e15afc91" providerId="ADAL" clId="{0B0AA040-D95C-4C41-A94D-381134DE31D5}" dt="2022-06-14T16:06:11.126" v="7" actId="478"/>
          <ac:spMkLst>
            <pc:docMk/>
            <pc:sldMk cId="1909772137" sldId="2076136924"/>
            <ac:spMk id="4" creationId="{3DE94FDA-D871-FF46-675E-5629876154BB}"/>
          </ac:spMkLst>
        </pc:spChg>
        <pc:spChg chg="add mo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6" creationId="{8862A14C-C30E-134E-6317-0D3D7AE6B720}"/>
          </ac:spMkLst>
        </pc:spChg>
        <pc:spChg chg="add del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63" creationId="{260615AE-7DBC-4FF7-9107-9FE957695B02}"/>
          </ac:spMkLst>
        </pc:spChg>
        <pc:spChg chg="ad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76" creationId="{260615AE-7DBC-4FF7-9107-9FE957695B02}"/>
          </ac:spMkLst>
        </pc:spChg>
        <pc:grpChg chg="add del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55" creationId="{C616B3DC-C165-433D-9187-62DCC0E317D3}"/>
          </ac:grpSpMkLst>
        </pc:grpChg>
        <pc:grpChg chg="add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68" creationId="{C616B3DC-C165-433D-9187-62DCC0E317D3}"/>
          </ac:grpSpMkLst>
        </pc:grpChg>
        <pc:picChg chg="add mod">
          <ac:chgData name="Andreas Willich" userId="f1a27a91-fb80-49c6-a061-1959e15afc91" providerId="ADAL" clId="{0B0AA040-D95C-4C41-A94D-381134DE31D5}" dt="2022-06-14T16:06:39.691" v="13" actId="27614"/>
          <ac:picMkLst>
            <pc:docMk/>
            <pc:sldMk cId="1909772137" sldId="2076136924"/>
            <ac:picMk id="2050" creationId="{879B79AA-2D1D-9950-96F4-3968ADE10C72}"/>
          </ac:picMkLst>
        </pc:pic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F67CA73D-1EDF-4A57-8CA4-1E02A18D1467}"/>
    <pc:docChg chg="undo custSel addSld delSld modSld">
      <pc:chgData name="Andreas Willich" userId="f1a27a91-fb80-49c6-a061-1959e15afc91" providerId="ADAL" clId="{F67CA73D-1EDF-4A57-8CA4-1E02A18D1467}" dt="2022-05-31T16:11:13.656" v="135" actId="6549"/>
      <pc:docMkLst>
        <pc:docMk/>
      </pc:docMkLst>
      <pc:sldChg chg="modSp mod">
        <pc:chgData name="Andreas Willich" userId="f1a27a91-fb80-49c6-a061-1959e15afc91" providerId="ADAL" clId="{F67CA73D-1EDF-4A57-8CA4-1E02A18D1467}" dt="2022-05-31T10:53:39.319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7CA73D-1EDF-4A57-8CA4-1E02A18D1467}" dt="2022-05-31T10:53:39.319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67CA73D-1EDF-4A57-8CA4-1E02A18D1467}" dt="2022-05-31T11:11:08.092" v="11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F67CA73D-1EDF-4A57-8CA4-1E02A18D1467}" dt="2022-05-31T11:11:08.092" v="11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67CA73D-1EDF-4A57-8CA4-1E02A18D1467}" dt="2022-05-31T11:16:04.465" v="125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F67CA73D-1EDF-4A57-8CA4-1E02A18D1467}" dt="2022-05-31T11:16:04.465" v="12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F67CA73D-1EDF-4A57-8CA4-1E02A18D1467}" dt="2022-05-31T11:15:54.882" v="121" actId="478"/>
          <ac:picMkLst>
            <pc:docMk/>
            <pc:sldMk cId="820736664" sldId="321"/>
            <ac:picMk id="4" creationId="{DA2FF9F8-B279-4886-A47D-D42030E8C2AB}"/>
          </ac:picMkLst>
        </pc:picChg>
        <pc:picChg chg="add mod">
          <ac:chgData name="Andreas Willich" userId="f1a27a91-fb80-49c6-a061-1959e15afc91" providerId="ADAL" clId="{F67CA73D-1EDF-4A57-8CA4-1E02A18D1467}" dt="2022-05-31T11:15:59.258" v="123" actId="1076"/>
          <ac:picMkLst>
            <pc:docMk/>
            <pc:sldMk cId="820736664" sldId="321"/>
            <ac:picMk id="1026" creationId="{4CF6590A-B54F-5686-C7A3-555A01D13393}"/>
          </ac:picMkLst>
        </pc:picChg>
      </pc:sldChg>
      <pc:sldChg chg="modSp">
        <pc:chgData name="Andreas Willich" userId="f1a27a91-fb80-49c6-a061-1959e15afc91" providerId="ADAL" clId="{F67CA73D-1EDF-4A57-8CA4-1E02A18D1467}" dt="2022-05-31T10:57:15.182" v="106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67CA73D-1EDF-4A57-8CA4-1E02A18D1467}" dt="2022-05-31T10:57:15.182" v="106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67CA73D-1EDF-4A57-8CA4-1E02A18D1467}" dt="2022-05-31T10:54:54.927" v="15" actId="1076"/>
        <pc:sldMkLst>
          <pc:docMk/>
          <pc:sldMk cId="3757817415" sldId="356"/>
        </pc:sldMkLst>
        <pc:picChg chg="del">
          <ac:chgData name="Andreas Willich" userId="f1a27a91-fb80-49c6-a061-1959e15afc91" providerId="ADAL" clId="{F67CA73D-1EDF-4A57-8CA4-1E02A18D1467}" dt="2022-05-31T10:54:36.749" v="9" actId="478"/>
          <ac:picMkLst>
            <pc:docMk/>
            <pc:sldMk cId="3757817415" sldId="356"/>
            <ac:picMk id="6" creationId="{BDAB3D8A-A002-46A9-B003-B2FD48C9C92F}"/>
          </ac:picMkLst>
        </pc:picChg>
        <pc:picChg chg="add del mod">
          <ac:chgData name="Andreas Willich" userId="f1a27a91-fb80-49c6-a061-1959e15afc91" providerId="ADAL" clId="{F67CA73D-1EDF-4A57-8CA4-1E02A18D1467}" dt="2022-05-31T10:54:32.447" v="8" actId="478"/>
          <ac:picMkLst>
            <pc:docMk/>
            <pc:sldMk cId="3757817415" sldId="356"/>
            <ac:picMk id="7" creationId="{A45EAFE3-C564-CA0B-9C9C-EB103325D22A}"/>
          </ac:picMkLst>
        </pc:picChg>
        <pc:picChg chg="add mod">
          <ac:chgData name="Andreas Willich" userId="f1a27a91-fb80-49c6-a061-1959e15afc91" providerId="ADAL" clId="{F67CA73D-1EDF-4A57-8CA4-1E02A18D1467}" dt="2022-05-31T10:54:54.927" v="15" actId="1076"/>
          <ac:picMkLst>
            <pc:docMk/>
            <pc:sldMk cId="3757817415" sldId="356"/>
            <ac:picMk id="9" creationId="{67C5EEC4-3479-DD81-B2F8-222D6BC5A703}"/>
          </ac:picMkLst>
        </pc:picChg>
      </pc:sldChg>
      <pc:sldChg chg="modSp mod">
        <pc:chgData name="Andreas Willich" userId="f1a27a91-fb80-49c6-a061-1959e15afc91" providerId="ADAL" clId="{F67CA73D-1EDF-4A57-8CA4-1E02A18D1467}" dt="2022-05-31T11:11:18.675" v="120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F67CA73D-1EDF-4A57-8CA4-1E02A18D1467}" dt="2022-05-31T11:11:18.675" v="120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F67CA73D-1EDF-4A57-8CA4-1E02A18D1467}" dt="2022-05-31T16:11:13.656" v="135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F67CA73D-1EDF-4A57-8CA4-1E02A18D1467}" dt="2022-05-31T16:11:13.656" v="135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addSp delSp add del setBg delDesignElem">
        <pc:chgData name="Andreas Willich" userId="f1a27a91-fb80-49c6-a061-1959e15afc91" providerId="ADAL" clId="{F67CA73D-1EDF-4A57-8CA4-1E02A18D1467}" dt="2022-05-31T10:55:06.148" v="19"/>
        <pc:sldMkLst>
          <pc:docMk/>
          <pc:sldMk cId="1176782564" sldId="2076136922"/>
        </pc:sldMkLst>
        <pc:spChg chg="add del">
          <ac:chgData name="Andreas Willich" userId="f1a27a91-fb80-49c6-a061-1959e15afc91" providerId="ADAL" clId="{F67CA73D-1EDF-4A57-8CA4-1E02A18D1467}" dt="2022-05-31T10:55:06.148" v="19"/>
          <ac:spMkLst>
            <pc:docMk/>
            <pc:sldMk cId="1176782564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06.148" v="19"/>
          <ac:grpSpMkLst>
            <pc:docMk/>
            <pc:sldMk cId="1176782564" sldId="2076136922"/>
            <ac:grpSpMk id="12" creationId="{DE831112-FBC4-43D2-9D35-A250B9B5DFE6}"/>
          </ac:grpSpMkLst>
        </pc:grpChg>
      </pc:sldChg>
      <pc:sldChg chg="addSp delSp add del setBg delDesignElem">
        <pc:chgData name="Andreas Willich" userId="f1a27a91-fb80-49c6-a061-1959e15afc91" providerId="ADAL" clId="{F67CA73D-1EDF-4A57-8CA4-1E02A18D1467}" dt="2022-05-31T10:55:19.266" v="22"/>
        <pc:sldMkLst>
          <pc:docMk/>
          <pc:sldMk cId="1752426567" sldId="2076136922"/>
        </pc:sldMkLst>
        <pc:spChg chg="add del">
          <ac:chgData name="Andreas Willich" userId="f1a27a91-fb80-49c6-a061-1959e15afc91" providerId="ADAL" clId="{F67CA73D-1EDF-4A57-8CA4-1E02A18D1467}" dt="2022-05-31T10:55:19.266" v="22"/>
          <ac:spMkLst>
            <pc:docMk/>
            <pc:sldMk cId="1752426567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19.266" v="22"/>
          <ac:grpSpMkLst>
            <pc:docMk/>
            <pc:sldMk cId="1752426567" sldId="2076136922"/>
            <ac:grpSpMk id="12" creationId="{DE831112-FBC4-43D2-9D35-A250B9B5DFE6}"/>
          </ac:grpSpMkLst>
        </pc:grpChg>
      </pc:sldChg>
      <pc:sldChg chg="addSp delSp modSp add del mod">
        <pc:chgData name="Andreas Willich" userId="f1a27a91-fb80-49c6-a061-1959e15afc91" providerId="ADAL" clId="{F67CA73D-1EDF-4A57-8CA4-1E02A18D1467}" dt="2022-05-31T10:55:29.520" v="25"/>
        <pc:sldMkLst>
          <pc:docMk/>
          <pc:sldMk cId="2708570241" sldId="2076136923"/>
        </pc:sldMkLst>
        <pc:picChg chg="del">
          <ac:chgData name="Andreas Willich" userId="f1a27a91-fb80-49c6-a061-1959e15afc91" providerId="ADAL" clId="{F67CA73D-1EDF-4A57-8CA4-1E02A18D1467}" dt="2022-05-31T10:55:29.214" v="24" actId="478"/>
          <ac:picMkLst>
            <pc:docMk/>
            <pc:sldMk cId="2708570241" sldId="2076136923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F67CA73D-1EDF-4A57-8CA4-1E02A18D1467}" dt="2022-05-31T10:55:29.520" v="25"/>
          <ac:picMkLst>
            <pc:docMk/>
            <pc:sldMk cId="2708570241" sldId="2076136923"/>
            <ac:picMk id="19" creationId="{AF42E471-B04E-1AFB-61E4-1825F98FB79D}"/>
          </ac:picMkLst>
        </pc:pic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A62149DE-CE94-4347-8800-913FC615FA26}"/>
    <pc:docChg chg="delSld modSld">
      <pc:chgData name="Andreas Willich" userId="f1a27a91-fb80-49c6-a061-1959e15afc91" providerId="ADAL" clId="{A62149DE-CE94-4347-8800-913FC615FA26}" dt="2022-07-11T12:20:03.548" v="33" actId="47"/>
      <pc:docMkLst>
        <pc:docMk/>
      </pc:docMkLst>
      <pc:sldChg chg="modSp mod">
        <pc:chgData name="Andreas Willich" userId="f1a27a91-fb80-49c6-a061-1959e15afc91" providerId="ADAL" clId="{A62149DE-CE94-4347-8800-913FC615FA26}" dt="2022-07-11T12:12:18.439" v="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62149DE-CE94-4347-8800-913FC615FA26}" dt="2022-07-11T12:12:18.439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A62149DE-CE94-4347-8800-913FC615FA26}" dt="2022-07-11T12:12:38.720" v="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A62149DE-CE94-4347-8800-913FC615FA26}" dt="2022-07-11T12:12:38.720" v="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A62149DE-CE94-4347-8800-913FC615FA26}" dt="2022-07-11T12:20:00.576" v="32" actId="1076"/>
        <pc:sldMkLst>
          <pc:docMk/>
          <pc:sldMk cId="820736664" sldId="321"/>
        </pc:sldMkLst>
        <pc:spChg chg="mod">
          <ac:chgData name="Andreas Willich" userId="f1a27a91-fb80-49c6-a061-1959e15afc91" providerId="ADAL" clId="{A62149DE-CE94-4347-8800-913FC615FA26}" dt="2022-07-11T12:19:13.253" v="29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A62149DE-CE94-4347-8800-913FC615FA26}" dt="2022-07-11T12:19:56.399" v="30" actId="478"/>
          <ac:picMkLst>
            <pc:docMk/>
            <pc:sldMk cId="820736664" sldId="321"/>
            <ac:picMk id="4" creationId="{E658AC79-F137-BD0D-83FA-E0B1DF44BB32}"/>
          </ac:picMkLst>
        </pc:picChg>
        <pc:picChg chg="add mod">
          <ac:chgData name="Andreas Willich" userId="f1a27a91-fb80-49c6-a061-1959e15afc91" providerId="ADAL" clId="{A62149DE-CE94-4347-8800-913FC615FA26}" dt="2022-07-11T12:20:00.576" v="32" actId="1076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A62149DE-CE94-4347-8800-913FC615FA26}" dt="2022-07-11T12:12:55.203" v="2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62149DE-CE94-4347-8800-913FC615FA26}" dt="2022-07-11T12:12:55.203" v="2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A62149DE-CE94-4347-8800-913FC615FA26}" dt="2022-07-11T12:12:28.326" v="4" actId="729"/>
        <pc:sldMkLst>
          <pc:docMk/>
          <pc:sldMk cId="502328727" sldId="2076136920"/>
        </pc:sldMkLst>
      </pc:sldChg>
      <pc:sldChg chg="del">
        <pc:chgData name="Andreas Willich" userId="f1a27a91-fb80-49c6-a061-1959e15afc91" providerId="ADAL" clId="{A62149DE-CE94-4347-8800-913FC615FA26}" dt="2022-07-11T12:20:03.548" v="33" actId="47"/>
        <pc:sldMkLst>
          <pc:docMk/>
          <pc:sldMk cId="1909772137" sldId="2076136924"/>
        </pc:sldMkLst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4DCEBA8-66B0-4863-BA1C-D5BA7253C2ED}">
      <dgm:prSet/>
      <dgm:spPr/>
      <dgm:t>
        <a:bodyPr/>
        <a:lstStyle/>
        <a:p>
          <a:pPr>
            <a:defRPr b="1"/>
          </a:pPr>
          <a:r>
            <a:rPr lang="en-US" dirty="0"/>
            <a:t>August 2022</a:t>
          </a:r>
        </a:p>
      </dgm:t>
    </dgm:pt>
    <dgm:pt modelId="{DE407D70-1CE0-4F01-903C-37C752A1798D}" type="parTrans" cxnId="{AA67D21F-C6E4-4777-952B-58D3011E2042}">
      <dgm:prSet/>
      <dgm:spPr/>
      <dgm:t>
        <a:bodyPr/>
        <a:lstStyle/>
        <a:p>
          <a:endParaRPr lang="de-AT"/>
        </a:p>
      </dgm:t>
    </dgm:pt>
    <dgm:pt modelId="{D9B72494-9E04-40DD-B44A-A276E91FF9AD}" type="sibTrans" cxnId="{AA67D21F-C6E4-4777-952B-58D3011E2042}">
      <dgm:prSet/>
      <dgm:spPr/>
      <dgm:t>
        <a:bodyPr/>
        <a:lstStyle/>
        <a:p>
          <a:endParaRPr lang="de-AT"/>
        </a:p>
      </dgm:t>
    </dgm:pt>
    <dgm:pt modelId="{AD89307C-ADC2-4848-A8EF-04C0DC6A9383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DDA2F466-F57B-4BAB-B700-06E13725E87A}" type="parTrans" cxnId="{A0E63B55-4FE7-4CA7-9931-2AEC33C6436B}">
      <dgm:prSet/>
      <dgm:spPr/>
      <dgm:t>
        <a:bodyPr/>
        <a:lstStyle/>
        <a:p>
          <a:endParaRPr lang="de-AT"/>
        </a:p>
      </dgm:t>
    </dgm:pt>
    <dgm:pt modelId="{9C66E62D-DA53-4F4B-B834-4C9209FB44DC}" type="sibTrans" cxnId="{A0E63B55-4FE7-4CA7-9931-2AEC33C6436B}">
      <dgm:prSet/>
      <dgm:spPr/>
      <dgm:t>
        <a:bodyPr/>
        <a:lstStyle/>
        <a:p>
          <a:endParaRPr lang="de-AT"/>
        </a:p>
      </dgm:t>
    </dgm:pt>
    <dgm:pt modelId="{2CB6AAF2-0073-4C02-8332-D3D7686F2CB2}">
      <dgm:prSet/>
      <dgm:spPr/>
      <dgm:t>
        <a:bodyPr/>
        <a:lstStyle/>
        <a:p>
          <a:pPr>
            <a:defRPr b="1"/>
          </a:pPr>
          <a:r>
            <a:rPr lang="en-US" dirty="0"/>
            <a:t>September 2022</a:t>
          </a:r>
        </a:p>
      </dgm:t>
    </dgm:pt>
    <dgm:pt modelId="{A9A069AE-B099-4B9A-B3F5-2E6A37C91490}" type="parTrans" cxnId="{2A670127-08C3-4B86-B220-822D19E6D485}">
      <dgm:prSet/>
      <dgm:spPr/>
      <dgm:t>
        <a:bodyPr/>
        <a:lstStyle/>
        <a:p>
          <a:endParaRPr lang="de-AT"/>
        </a:p>
      </dgm:t>
    </dgm:pt>
    <dgm:pt modelId="{5EBC5F30-AE82-41F5-B370-9C5A7B95356E}" type="sibTrans" cxnId="{2A670127-08C3-4B86-B220-822D19E6D485}">
      <dgm:prSet/>
      <dgm:spPr/>
      <dgm:t>
        <a:bodyPr/>
        <a:lstStyle/>
        <a:p>
          <a:endParaRPr lang="de-AT"/>
        </a:p>
      </dgm:t>
    </dgm:pt>
    <dgm:pt modelId="{E58B5C82-D271-4EFB-BA4B-EEB922B8ECD4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F33AFDEB-DA64-42D1-A80D-E81CE7331A4D}" type="parTrans" cxnId="{E4536B58-ACB0-423C-988A-45C20697C005}">
      <dgm:prSet/>
      <dgm:spPr/>
      <dgm:t>
        <a:bodyPr/>
        <a:lstStyle/>
        <a:p>
          <a:endParaRPr lang="de-AT"/>
        </a:p>
      </dgm:t>
    </dgm:pt>
    <dgm:pt modelId="{471DB44E-8996-4B15-B99D-95C8B33D0D24}" type="sibTrans" cxnId="{E4536B58-ACB0-423C-988A-45C20697C005}">
      <dgm:prSet/>
      <dgm:spPr/>
      <dgm:t>
        <a:bodyPr/>
        <a:lstStyle/>
        <a:p>
          <a:endParaRPr lang="de-AT"/>
        </a:p>
      </dgm:t>
    </dgm:pt>
    <dgm:pt modelId="{BCDEB44F-4C6B-486E-8907-CAB1931E5F6C}">
      <dgm:prSet/>
      <dgm:spPr/>
      <dgm:t>
        <a:bodyPr/>
        <a:lstStyle/>
        <a:p>
          <a:pPr>
            <a:defRPr b="1"/>
          </a:pPr>
          <a:r>
            <a:rPr lang="en-US" dirty="0"/>
            <a:t>October 2022</a:t>
          </a:r>
        </a:p>
      </dgm:t>
    </dgm:pt>
    <dgm:pt modelId="{5FFF6DFA-CD5E-4EF7-8EF9-92ED277D48CE}" type="parTrans" cxnId="{57A5B5F4-00E5-4C3C-A078-038054D93B00}">
      <dgm:prSet/>
      <dgm:spPr/>
    </dgm:pt>
    <dgm:pt modelId="{98873A34-9D8E-413A-AD4A-44FB517933EF}" type="sibTrans" cxnId="{57A5B5F4-00E5-4C3C-A078-038054D93B00}">
      <dgm:prSet/>
      <dgm:spPr/>
    </dgm:pt>
    <dgm:pt modelId="{4F81E8A4-599A-4E48-B580-BDA7D663ECC4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14F9F738-EE54-48F1-8D7B-58BD04D97670}" type="parTrans" cxnId="{E7AB3422-79E9-4BF9-978B-78859778334D}">
      <dgm:prSet/>
      <dgm:spPr/>
    </dgm:pt>
    <dgm:pt modelId="{41EC81C6-D63D-4C5E-A8AA-A40A63B75B25}" type="sibTrans" cxnId="{E7AB3422-79E9-4BF9-978B-78859778334D}">
      <dgm:prSet/>
      <dgm:spPr/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E1722239-3CB2-446F-818A-91C354A60B78}" type="pres">
      <dgm:prSet presAssocID="{94DCEBA8-66B0-4863-BA1C-D5BA7253C2ED}" presName="composite" presStyleCnt="0"/>
      <dgm:spPr/>
    </dgm:pt>
    <dgm:pt modelId="{62EA2117-524A-43AF-B183-80C099B7527E}" type="pres">
      <dgm:prSet presAssocID="{94DCEBA8-66B0-4863-BA1C-D5BA7253C2ED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CAAB9BC7-7C2D-4AC1-B3B1-BF85A96A5E44}" type="pres">
      <dgm:prSet presAssocID="{94DCEBA8-66B0-4863-BA1C-D5BA7253C2ED}" presName="DropPinPlaceHolder" presStyleCnt="0"/>
      <dgm:spPr/>
    </dgm:pt>
    <dgm:pt modelId="{85DE74DB-66F5-4162-B241-A3F6E30ECA4C}" type="pres">
      <dgm:prSet presAssocID="{94DCEBA8-66B0-4863-BA1C-D5BA7253C2ED}" presName="DropPin" presStyleLbl="alignNode1" presStyleIdx="0" presStyleCnt="3"/>
      <dgm:spPr/>
    </dgm:pt>
    <dgm:pt modelId="{EA634F9C-703F-41F4-B798-C3401DD0428B}" type="pres">
      <dgm:prSet presAssocID="{94DCEBA8-66B0-4863-BA1C-D5BA7253C2ED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81A1445B-7CA3-4512-8388-684D47BFA25C}" type="pres">
      <dgm:prSet presAssocID="{94DCEBA8-66B0-4863-BA1C-D5BA7253C2ED}" presName="L2TextContainer" presStyleLbl="revTx" presStyleIdx="0" presStyleCnt="6">
        <dgm:presLayoutVars>
          <dgm:bulletEnabled val="1"/>
        </dgm:presLayoutVars>
      </dgm:prSet>
      <dgm:spPr/>
    </dgm:pt>
    <dgm:pt modelId="{F1E0BC55-EFA3-480D-A4CB-AEFFF346833C}" type="pres">
      <dgm:prSet presAssocID="{94DCEBA8-66B0-4863-BA1C-D5BA7253C2ED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7185C2E9-A87D-4E95-AB38-200E00EA7D81}" type="pres">
      <dgm:prSet presAssocID="{94DCEBA8-66B0-4863-BA1C-D5BA7253C2ED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68C42849-A1C2-4AB1-BD99-E1E9E9D22370}" type="pres">
      <dgm:prSet presAssocID="{94DCEBA8-66B0-4863-BA1C-D5BA7253C2ED}" presName="EmptyPlaceHolder" presStyleCnt="0"/>
      <dgm:spPr/>
    </dgm:pt>
    <dgm:pt modelId="{0F42841E-52E4-4346-A109-602FFE64D153}" type="pres">
      <dgm:prSet presAssocID="{D9B72494-9E04-40DD-B44A-A276E91FF9AD}" presName="spaceBetweenRectangles" presStyleCnt="0"/>
      <dgm:spPr/>
    </dgm:pt>
    <dgm:pt modelId="{661C780B-1F87-4CDC-ADD5-8DD3C1A0ACF0}" type="pres">
      <dgm:prSet presAssocID="{2CB6AAF2-0073-4C02-8332-D3D7686F2CB2}" presName="composite" presStyleCnt="0"/>
      <dgm:spPr/>
    </dgm:pt>
    <dgm:pt modelId="{F3133588-F974-4F18-9510-00B96CC3161E}" type="pres">
      <dgm:prSet presAssocID="{2CB6AAF2-0073-4C02-8332-D3D7686F2CB2}" presName="ConnectorPoint" presStyleLbl="lnNode1" presStyleIdx="1" presStyleCnt="3"/>
      <dgm:spPr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C7D60AE3-D5F9-4E84-AFB0-D966D10C21BA}" type="pres">
      <dgm:prSet presAssocID="{2CB6AAF2-0073-4C02-8332-D3D7686F2CB2}" presName="DropPinPlaceHolder" presStyleCnt="0"/>
      <dgm:spPr/>
    </dgm:pt>
    <dgm:pt modelId="{2DB568C8-B102-40C9-9BAD-9FDDDCD85037}" type="pres">
      <dgm:prSet presAssocID="{2CB6AAF2-0073-4C02-8332-D3D7686F2CB2}" presName="DropPin" presStyleLbl="alignNode1" presStyleIdx="1" presStyleCnt="3"/>
      <dgm:spPr/>
    </dgm:pt>
    <dgm:pt modelId="{1153F47D-5B15-4689-8886-207DA5FCD848}" type="pres">
      <dgm:prSet presAssocID="{2CB6AAF2-0073-4C02-8332-D3D7686F2CB2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E87753D8-A45A-4975-8BD1-CD0D4464DDE0}" type="pres">
      <dgm:prSet presAssocID="{2CB6AAF2-0073-4C02-8332-D3D7686F2CB2}" presName="L2TextContainer" presStyleLbl="revTx" presStyleIdx="2" presStyleCnt="6">
        <dgm:presLayoutVars>
          <dgm:bulletEnabled val="1"/>
        </dgm:presLayoutVars>
      </dgm:prSet>
      <dgm:spPr/>
    </dgm:pt>
    <dgm:pt modelId="{CDA13E70-F610-4A1B-806A-F1698CA1316B}" type="pres">
      <dgm:prSet presAssocID="{2CB6AAF2-0073-4C02-8332-D3D7686F2CB2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58CF1A1E-3AFD-48A3-80A2-BA2E2FD54208}" type="pres">
      <dgm:prSet presAssocID="{2CB6AAF2-0073-4C02-8332-D3D7686F2CB2}" presName="ConnectLine" presStyleLbl="sibTrans1D1" presStyleIdx="1" presStyleCnt="3"/>
      <dgm:spPr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gm:spPr>
    </dgm:pt>
    <dgm:pt modelId="{E2002461-533C-4608-9FA6-05790FCE3EBB}" type="pres">
      <dgm:prSet presAssocID="{2CB6AAF2-0073-4C02-8332-D3D7686F2CB2}" presName="EmptyPlaceHolder" presStyleCnt="0"/>
      <dgm:spPr/>
    </dgm:pt>
    <dgm:pt modelId="{03A268DF-C38C-468F-AD12-4A1B29409ADE}" type="pres">
      <dgm:prSet presAssocID="{5EBC5F30-AE82-41F5-B370-9C5A7B95356E}" presName="spaceBetweenRectangles" presStyleCnt="0"/>
      <dgm:spPr/>
    </dgm:pt>
    <dgm:pt modelId="{603E6291-1926-4108-8FC7-8C7C62C2AC3A}" type="pres">
      <dgm:prSet presAssocID="{BCDEB44F-4C6B-486E-8907-CAB1931E5F6C}" presName="composite" presStyleCnt="0"/>
      <dgm:spPr/>
    </dgm:pt>
    <dgm:pt modelId="{AA3D3CBD-D0CB-4C31-8F80-62C33B2A935B}" type="pres">
      <dgm:prSet presAssocID="{BCDEB44F-4C6B-486E-8907-CAB1931E5F6C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04AC24F-948F-4A7A-8AAA-8370EC06C7BF}" type="pres">
      <dgm:prSet presAssocID="{BCDEB44F-4C6B-486E-8907-CAB1931E5F6C}" presName="DropPinPlaceHolder" presStyleCnt="0"/>
      <dgm:spPr/>
    </dgm:pt>
    <dgm:pt modelId="{B41E4B7D-4ED7-4C2B-8E52-B1344EC95385}" type="pres">
      <dgm:prSet presAssocID="{BCDEB44F-4C6B-486E-8907-CAB1931E5F6C}" presName="DropPin" presStyleLbl="alignNode1" presStyleIdx="2" presStyleCnt="3"/>
      <dgm:spPr/>
    </dgm:pt>
    <dgm:pt modelId="{1A9F4DFD-05B4-4417-B590-F57AB0734F2E}" type="pres">
      <dgm:prSet presAssocID="{BCDEB44F-4C6B-486E-8907-CAB1931E5F6C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E91E00E1-D278-4828-A892-EC56869886B0}" type="pres">
      <dgm:prSet presAssocID="{BCDEB44F-4C6B-486E-8907-CAB1931E5F6C}" presName="L2TextContainer" presStyleLbl="revTx" presStyleIdx="4" presStyleCnt="6">
        <dgm:presLayoutVars>
          <dgm:bulletEnabled val="1"/>
        </dgm:presLayoutVars>
      </dgm:prSet>
      <dgm:spPr/>
    </dgm:pt>
    <dgm:pt modelId="{A0058BA6-00DF-41F6-94CB-368B49DEB467}" type="pres">
      <dgm:prSet presAssocID="{BCDEB44F-4C6B-486E-8907-CAB1931E5F6C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99219E33-4943-4CF7-AF7C-63E98CC1C6DC}" type="pres">
      <dgm:prSet presAssocID="{BCDEB44F-4C6B-486E-8907-CAB1931E5F6C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9DE98698-8597-484B-8EF9-356682E30EE8}" type="pres">
      <dgm:prSet presAssocID="{BCDEB44F-4C6B-486E-8907-CAB1931E5F6C}" presName="EmptyPlaceHolder" presStyleCnt="0"/>
      <dgm:spPr/>
    </dgm:pt>
  </dgm:ptLst>
  <dgm:cxnLst>
    <dgm:cxn modelId="{867AEF0D-7F57-4A74-B0F7-08DBBB4E3E6C}" type="presOf" srcId="{2CB6AAF2-0073-4C02-8332-D3D7686F2CB2}" destId="{CDA13E70-F610-4A1B-806A-F1698CA1316B}" srcOrd="0" destOrd="0" presId="urn:microsoft.com/office/officeart/2017/3/layout/DropPinTimeline"/>
    <dgm:cxn modelId="{AA67D21F-C6E4-4777-952B-58D3011E2042}" srcId="{6E93DE44-4E4A-4C9A-95E4-2181834F7975}" destId="{94DCEBA8-66B0-4863-BA1C-D5BA7253C2ED}" srcOrd="0" destOrd="0" parTransId="{DE407D70-1CE0-4F01-903C-37C752A1798D}" sibTransId="{D9B72494-9E04-40DD-B44A-A276E91FF9AD}"/>
    <dgm:cxn modelId="{E7AB3422-79E9-4BF9-978B-78859778334D}" srcId="{BCDEB44F-4C6B-486E-8907-CAB1931E5F6C}" destId="{4F81E8A4-599A-4E48-B580-BDA7D663ECC4}" srcOrd="0" destOrd="0" parTransId="{14F9F738-EE54-48F1-8D7B-58BD04D97670}" sibTransId="{41EC81C6-D63D-4C5E-A8AA-A40A63B75B25}"/>
    <dgm:cxn modelId="{2A670127-08C3-4B86-B220-822D19E6D485}" srcId="{6E93DE44-4E4A-4C9A-95E4-2181834F7975}" destId="{2CB6AAF2-0073-4C02-8332-D3D7686F2CB2}" srcOrd="1" destOrd="0" parTransId="{A9A069AE-B099-4B9A-B3F5-2E6A37C91490}" sibTransId="{5EBC5F30-AE82-41F5-B370-9C5A7B95356E}"/>
    <dgm:cxn modelId="{65B39E45-E6E8-41DE-A633-D952281B2750}" type="presOf" srcId="{BCDEB44F-4C6B-486E-8907-CAB1931E5F6C}" destId="{A0058BA6-00DF-41F6-94CB-368B49DEB467}" srcOrd="0" destOrd="0" presId="urn:microsoft.com/office/officeart/2017/3/layout/DropPinTimeline"/>
    <dgm:cxn modelId="{A0E63B55-4FE7-4CA7-9931-2AEC33C6436B}" srcId="{94DCEBA8-66B0-4863-BA1C-D5BA7253C2ED}" destId="{AD89307C-ADC2-4848-A8EF-04C0DC6A9383}" srcOrd="0" destOrd="0" parTransId="{DDA2F466-F57B-4BAB-B700-06E13725E87A}" sibTransId="{9C66E62D-DA53-4F4B-B834-4C9209FB44DC}"/>
    <dgm:cxn modelId="{B72E9457-672A-4502-9653-9C37110506C1}" type="presOf" srcId="{94DCEBA8-66B0-4863-BA1C-D5BA7253C2ED}" destId="{F1E0BC55-EFA3-480D-A4CB-AEFFF346833C}" srcOrd="0" destOrd="0" presId="urn:microsoft.com/office/officeart/2017/3/layout/DropPinTimeline"/>
    <dgm:cxn modelId="{E4536B58-ACB0-423C-988A-45C20697C005}" srcId="{2CB6AAF2-0073-4C02-8332-D3D7686F2CB2}" destId="{E58B5C82-D271-4EFB-BA4B-EEB922B8ECD4}" srcOrd="0" destOrd="0" parTransId="{F33AFDEB-DA64-42D1-A80D-E81CE7331A4D}" sibTransId="{471DB44E-8996-4B15-B99D-95C8B33D0D24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9C54A781-BA60-4ACB-A2F4-56F93B0FAAAB}" type="presOf" srcId="{AD89307C-ADC2-4848-A8EF-04C0DC6A9383}" destId="{81A1445B-7CA3-4512-8388-684D47BFA25C}" srcOrd="0" destOrd="0" presId="urn:microsoft.com/office/officeart/2017/3/layout/DropPinTimeline"/>
    <dgm:cxn modelId="{4F2B22B8-DE27-4EC1-BB77-B6BC5B497A97}" type="presOf" srcId="{E58B5C82-D271-4EFB-BA4B-EEB922B8ECD4}" destId="{E87753D8-A45A-4975-8BD1-CD0D4464DDE0}" srcOrd="0" destOrd="0" presId="urn:microsoft.com/office/officeart/2017/3/layout/DropPinTimeline"/>
    <dgm:cxn modelId="{792AC9D7-0DBE-4C91-9D66-5F204EC6E388}" type="presOf" srcId="{4F81E8A4-599A-4E48-B580-BDA7D663ECC4}" destId="{E91E00E1-D278-4828-A892-EC56869886B0}" srcOrd="0" destOrd="0" presId="urn:microsoft.com/office/officeart/2017/3/layout/DropPinTimeline"/>
    <dgm:cxn modelId="{57A5B5F4-00E5-4C3C-A078-038054D93B00}" srcId="{6E93DE44-4E4A-4C9A-95E4-2181834F7975}" destId="{BCDEB44F-4C6B-486E-8907-CAB1931E5F6C}" srcOrd="2" destOrd="0" parTransId="{5FFF6DFA-CD5E-4EF7-8EF9-92ED277D48CE}" sibTransId="{98873A34-9D8E-413A-AD4A-44FB517933EF}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EBF13824-BCF5-44EE-945F-BC50ECFF9021}" type="presParOf" srcId="{A76CF17B-42DA-4154-BC58-6F58196E6904}" destId="{E1722239-3CB2-446F-818A-91C354A60B78}" srcOrd="0" destOrd="0" presId="urn:microsoft.com/office/officeart/2017/3/layout/DropPinTimeline"/>
    <dgm:cxn modelId="{56B6E8FB-5DC3-458C-A3EC-C45CC22E7DF4}" type="presParOf" srcId="{E1722239-3CB2-446F-818A-91C354A60B78}" destId="{62EA2117-524A-43AF-B183-80C099B7527E}" srcOrd="0" destOrd="0" presId="urn:microsoft.com/office/officeart/2017/3/layout/DropPinTimeline"/>
    <dgm:cxn modelId="{BCDC8C67-BD46-4B72-8B4A-998E7DC6F4CD}" type="presParOf" srcId="{E1722239-3CB2-446F-818A-91C354A60B78}" destId="{CAAB9BC7-7C2D-4AC1-B3B1-BF85A96A5E44}" srcOrd="1" destOrd="0" presId="urn:microsoft.com/office/officeart/2017/3/layout/DropPinTimeline"/>
    <dgm:cxn modelId="{9FC9EAE0-5B1F-47F0-8F52-D386265EC1A3}" type="presParOf" srcId="{CAAB9BC7-7C2D-4AC1-B3B1-BF85A96A5E44}" destId="{85DE74DB-66F5-4162-B241-A3F6E30ECA4C}" srcOrd="0" destOrd="0" presId="urn:microsoft.com/office/officeart/2017/3/layout/DropPinTimeline"/>
    <dgm:cxn modelId="{B9D63980-29D6-48A9-AB2A-90B1C6CBE090}" type="presParOf" srcId="{CAAB9BC7-7C2D-4AC1-B3B1-BF85A96A5E44}" destId="{EA634F9C-703F-41F4-B798-C3401DD0428B}" srcOrd="1" destOrd="0" presId="urn:microsoft.com/office/officeart/2017/3/layout/DropPinTimeline"/>
    <dgm:cxn modelId="{F5D2AE91-C9BB-4D85-B414-878130C5E508}" type="presParOf" srcId="{E1722239-3CB2-446F-818A-91C354A60B78}" destId="{81A1445B-7CA3-4512-8388-684D47BFA25C}" srcOrd="2" destOrd="0" presId="urn:microsoft.com/office/officeart/2017/3/layout/DropPinTimeline"/>
    <dgm:cxn modelId="{351A3CDA-AD39-4988-8192-7B15A7C66F83}" type="presParOf" srcId="{E1722239-3CB2-446F-818A-91C354A60B78}" destId="{F1E0BC55-EFA3-480D-A4CB-AEFFF346833C}" srcOrd="3" destOrd="0" presId="urn:microsoft.com/office/officeart/2017/3/layout/DropPinTimeline"/>
    <dgm:cxn modelId="{8669CF44-3413-40B2-AD1E-26AC47277406}" type="presParOf" srcId="{E1722239-3CB2-446F-818A-91C354A60B78}" destId="{7185C2E9-A87D-4E95-AB38-200E00EA7D81}" srcOrd="4" destOrd="0" presId="urn:microsoft.com/office/officeart/2017/3/layout/DropPinTimeline"/>
    <dgm:cxn modelId="{6B14FFA9-A0B3-4D4C-9A20-3F99B39F4BC2}" type="presParOf" srcId="{E1722239-3CB2-446F-818A-91C354A60B78}" destId="{68C42849-A1C2-4AB1-BD99-E1E9E9D22370}" srcOrd="5" destOrd="0" presId="urn:microsoft.com/office/officeart/2017/3/layout/DropPinTimeline"/>
    <dgm:cxn modelId="{E1E65060-A0C6-4D69-9F4A-BAAC813FE2E2}" type="presParOf" srcId="{A76CF17B-42DA-4154-BC58-6F58196E6904}" destId="{0F42841E-52E4-4346-A109-602FFE64D153}" srcOrd="1" destOrd="0" presId="urn:microsoft.com/office/officeart/2017/3/layout/DropPinTimeline"/>
    <dgm:cxn modelId="{35BED737-E534-4450-BFDC-D34FBB984741}" type="presParOf" srcId="{A76CF17B-42DA-4154-BC58-6F58196E6904}" destId="{661C780B-1F87-4CDC-ADD5-8DD3C1A0ACF0}" srcOrd="2" destOrd="0" presId="urn:microsoft.com/office/officeart/2017/3/layout/DropPinTimeline"/>
    <dgm:cxn modelId="{001D9E03-4347-40B3-B4B6-6D5E65F82EB3}" type="presParOf" srcId="{661C780B-1F87-4CDC-ADD5-8DD3C1A0ACF0}" destId="{F3133588-F974-4F18-9510-00B96CC3161E}" srcOrd="0" destOrd="0" presId="urn:microsoft.com/office/officeart/2017/3/layout/DropPinTimeline"/>
    <dgm:cxn modelId="{F4C961CE-7991-4D20-B8EB-607A6BBF8CBD}" type="presParOf" srcId="{661C780B-1F87-4CDC-ADD5-8DD3C1A0ACF0}" destId="{C7D60AE3-D5F9-4E84-AFB0-D966D10C21BA}" srcOrd="1" destOrd="0" presId="urn:microsoft.com/office/officeart/2017/3/layout/DropPinTimeline"/>
    <dgm:cxn modelId="{3F16CB90-98AE-4720-8224-C4B20027C149}" type="presParOf" srcId="{C7D60AE3-D5F9-4E84-AFB0-D966D10C21BA}" destId="{2DB568C8-B102-40C9-9BAD-9FDDDCD85037}" srcOrd="0" destOrd="0" presId="urn:microsoft.com/office/officeart/2017/3/layout/DropPinTimeline"/>
    <dgm:cxn modelId="{400E829E-3C8F-4D2C-8AE0-9919DDF533FA}" type="presParOf" srcId="{C7D60AE3-D5F9-4E84-AFB0-D966D10C21BA}" destId="{1153F47D-5B15-4689-8886-207DA5FCD848}" srcOrd="1" destOrd="0" presId="urn:microsoft.com/office/officeart/2017/3/layout/DropPinTimeline"/>
    <dgm:cxn modelId="{0BAA85B0-847A-419F-A180-4F42AA53509A}" type="presParOf" srcId="{661C780B-1F87-4CDC-ADD5-8DD3C1A0ACF0}" destId="{E87753D8-A45A-4975-8BD1-CD0D4464DDE0}" srcOrd="2" destOrd="0" presId="urn:microsoft.com/office/officeart/2017/3/layout/DropPinTimeline"/>
    <dgm:cxn modelId="{852E47DB-28C7-41F2-8282-90AF2480D7F2}" type="presParOf" srcId="{661C780B-1F87-4CDC-ADD5-8DD3C1A0ACF0}" destId="{CDA13E70-F610-4A1B-806A-F1698CA1316B}" srcOrd="3" destOrd="0" presId="urn:microsoft.com/office/officeart/2017/3/layout/DropPinTimeline"/>
    <dgm:cxn modelId="{B4B9FD7A-7319-4C85-B9E2-80F99C407C82}" type="presParOf" srcId="{661C780B-1F87-4CDC-ADD5-8DD3C1A0ACF0}" destId="{58CF1A1E-3AFD-48A3-80A2-BA2E2FD54208}" srcOrd="4" destOrd="0" presId="urn:microsoft.com/office/officeart/2017/3/layout/DropPinTimeline"/>
    <dgm:cxn modelId="{F93608FC-D1CA-4B6A-B226-B14AE33BD417}" type="presParOf" srcId="{661C780B-1F87-4CDC-ADD5-8DD3C1A0ACF0}" destId="{E2002461-533C-4608-9FA6-05790FCE3EBB}" srcOrd="5" destOrd="0" presId="urn:microsoft.com/office/officeart/2017/3/layout/DropPinTimeline"/>
    <dgm:cxn modelId="{E5CC1399-4E7A-46C0-BD6E-41DA5E8DD1DA}" type="presParOf" srcId="{A76CF17B-42DA-4154-BC58-6F58196E6904}" destId="{03A268DF-C38C-468F-AD12-4A1B29409ADE}" srcOrd="3" destOrd="0" presId="urn:microsoft.com/office/officeart/2017/3/layout/DropPinTimeline"/>
    <dgm:cxn modelId="{743924FA-5B45-4083-A4D9-02419AC5D8DE}" type="presParOf" srcId="{A76CF17B-42DA-4154-BC58-6F58196E6904}" destId="{603E6291-1926-4108-8FC7-8C7C62C2AC3A}" srcOrd="4" destOrd="0" presId="urn:microsoft.com/office/officeart/2017/3/layout/DropPinTimeline"/>
    <dgm:cxn modelId="{84F23109-4237-4E9B-84B7-11D86C51B6FD}" type="presParOf" srcId="{603E6291-1926-4108-8FC7-8C7C62C2AC3A}" destId="{AA3D3CBD-D0CB-4C31-8F80-62C33B2A935B}" srcOrd="0" destOrd="0" presId="urn:microsoft.com/office/officeart/2017/3/layout/DropPinTimeline"/>
    <dgm:cxn modelId="{49549EC1-532B-4591-A3AA-2C18BC101AE7}" type="presParOf" srcId="{603E6291-1926-4108-8FC7-8C7C62C2AC3A}" destId="{B04AC24F-948F-4A7A-8AAA-8370EC06C7BF}" srcOrd="1" destOrd="0" presId="urn:microsoft.com/office/officeart/2017/3/layout/DropPinTimeline"/>
    <dgm:cxn modelId="{78E4D469-B75E-42AD-B488-E8E9DD82DE2B}" type="presParOf" srcId="{B04AC24F-948F-4A7A-8AAA-8370EC06C7BF}" destId="{B41E4B7D-4ED7-4C2B-8E52-B1344EC95385}" srcOrd="0" destOrd="0" presId="urn:microsoft.com/office/officeart/2017/3/layout/DropPinTimeline"/>
    <dgm:cxn modelId="{E52BB861-F9EE-454D-A813-642DDA937F65}" type="presParOf" srcId="{B04AC24F-948F-4A7A-8AAA-8370EC06C7BF}" destId="{1A9F4DFD-05B4-4417-B590-F57AB0734F2E}" srcOrd="1" destOrd="0" presId="urn:microsoft.com/office/officeart/2017/3/layout/DropPinTimeline"/>
    <dgm:cxn modelId="{6CDC6266-3A42-42E3-8885-3A49EF54BBC0}" type="presParOf" srcId="{603E6291-1926-4108-8FC7-8C7C62C2AC3A}" destId="{E91E00E1-D278-4828-A892-EC56869886B0}" srcOrd="2" destOrd="0" presId="urn:microsoft.com/office/officeart/2017/3/layout/DropPinTimeline"/>
    <dgm:cxn modelId="{8EFC2DD4-3602-464E-B318-2F975CF20419}" type="presParOf" srcId="{603E6291-1926-4108-8FC7-8C7C62C2AC3A}" destId="{A0058BA6-00DF-41F6-94CB-368B49DEB467}" srcOrd="3" destOrd="0" presId="urn:microsoft.com/office/officeart/2017/3/layout/DropPinTimeline"/>
    <dgm:cxn modelId="{69E69525-FB5E-4A15-B34D-348471D46566}" type="presParOf" srcId="{603E6291-1926-4108-8FC7-8C7C62C2AC3A}" destId="{99219E33-4943-4CF7-AF7C-63E98CC1C6DC}" srcOrd="4" destOrd="0" presId="urn:microsoft.com/office/officeart/2017/3/layout/DropPinTimeline"/>
    <dgm:cxn modelId="{976A42A5-BD1A-43AD-A13D-CFD634389268}" type="presParOf" srcId="{603E6291-1926-4108-8FC7-8C7C62C2AC3A}" destId="{9DE98698-8597-484B-8EF9-356682E30EE8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E74DB-66F5-4162-B241-A3F6E30ECA4C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34F9C-703F-41F4-B798-C3401DD0428B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1445B-7CA3-4512-8388-684D47BFA25C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324780" y="631714"/>
        <a:ext cx="4046815" cy="916604"/>
      </dsp:txXfrm>
    </dsp:sp>
    <dsp:sp modelId="{F1E0BC55-EFA3-480D-A4CB-AEFFF346833C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August 2022</a:t>
          </a:r>
        </a:p>
      </dsp:txBody>
      <dsp:txXfrm>
        <a:off x="324780" y="309663"/>
        <a:ext cx="4046815" cy="322050"/>
      </dsp:txXfrm>
    </dsp:sp>
    <dsp:sp modelId="{7185C2E9-A87D-4E95-AB38-200E00EA7D81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A2117-524A-43AF-B183-80C099B7527E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568C8-B102-40C9-9BAD-9FDDDCD85037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3F47D-5B15-4689-8886-207DA5FCD848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753D8-A45A-4975-8BD1-CD0D4464DDE0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CDA13E70-F610-4A1B-806A-F1698CA1316B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September 2022</a:t>
          </a:r>
        </a:p>
      </dsp:txBody>
      <dsp:txXfrm>
        <a:off x="2755368" y="2464923"/>
        <a:ext cx="4046815" cy="322050"/>
      </dsp:txXfrm>
    </dsp:sp>
    <dsp:sp modelId="{58CF1A1E-3AFD-48A3-80A2-BA2E2FD54208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133588-F974-4F18-9510-00B96CC3161E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E4B7D-4ED7-4C2B-8E52-B1344EC95385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F4DFD-05B4-4417-B590-F57AB0734F2E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E00E1-D278-4828-A892-EC56869886B0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5185956" y="631714"/>
        <a:ext cx="4046815" cy="916604"/>
      </dsp:txXfrm>
    </dsp:sp>
    <dsp:sp modelId="{A0058BA6-00DF-41F6-94CB-368B49DEB467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October 2022</a:t>
          </a:r>
        </a:p>
      </dsp:txBody>
      <dsp:txXfrm>
        <a:off x="5185956" y="309663"/>
        <a:ext cx="4046815" cy="322050"/>
      </dsp:txXfrm>
    </dsp:sp>
    <dsp:sp modelId="{99219E33-4943-4CF7-AF7C-63E98CC1C6DC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D3CBD-D0CB-4C31-8F80-62C33B2A935B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3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07/14/2022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14-7-2022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July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7C5EEC4-3479-DD81-B2F8-222D6BC5A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>
                  <a:hlinkClick r:id="rId4"/>
                </a:rPr>
                <a:t>meetup.com/dotnet-virtual-user-group</a:t>
              </a:r>
              <a:endParaRPr lang="en-US" sz="24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FlashOWare’s</a:t>
            </a:r>
            <a:r>
              <a:rPr lang="en-US" dirty="0"/>
              <a:t> Livestream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Sundays, 09:00 – 11:00 CEST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0F0DD3-2B79-3774-DAE7-A2E7FA355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22" y="2207172"/>
            <a:ext cx="7482840" cy="374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A78CAD-B4D7-7350-B69E-C3EA2BABBE67}"/>
              </a:ext>
            </a:extLst>
          </p:cNvPr>
          <p:cNvSpPr txBox="1"/>
          <p:nvPr/>
        </p:nvSpPr>
        <p:spPr>
          <a:xfrm>
            <a:off x="5812221" y="5233855"/>
            <a:ext cx="57377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www.twitch.tv/FlashOWare/</a:t>
            </a:r>
          </a:p>
        </p:txBody>
      </p:sp>
    </p:spTree>
    <p:extLst>
      <p:ext uri="{BB962C8B-B14F-4D97-AF65-F5344CB8AC3E}">
        <p14:creationId xmlns:p14="http://schemas.microsoft.com/office/powerpoint/2010/main" val="2779495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/>
          </a:bodyPr>
          <a:lstStyle/>
          <a:p>
            <a:pPr algn="l"/>
            <a:r>
              <a:rPr lang="en-US" sz="4400" b="1" dirty="0">
                <a:solidFill>
                  <a:srgbClr val="000000"/>
                </a:solidFill>
                <a:latin typeface="Graphik Meetup"/>
              </a:rPr>
              <a:t>Ask Me Anything with the </a:t>
            </a:r>
            <a:r>
              <a:rPr lang="en-US" sz="4400" b="1" dirty="0" err="1">
                <a:solidFill>
                  <a:srgbClr val="000000"/>
                </a:solidFill>
                <a:latin typeface="Graphik Meetup"/>
              </a:rPr>
              <a:t>ILSpy</a:t>
            </a:r>
            <a:r>
              <a:rPr lang="en-US" sz="4400" b="1" dirty="0">
                <a:solidFill>
                  <a:srgbClr val="000000"/>
                </a:solidFill>
                <a:latin typeface="Graphik Meetup"/>
              </a:rPr>
              <a:t> Team</a:t>
            </a: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42E471-B04E-1AFB-61E4-1825F98FB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869130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https://go.dotnetdevs.at/feedback-202207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50CA35-DB39-6327-B5D5-407A1DE0E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9" y="82827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8EDA22-F2C4-410E-B66A-C64813227E70}"/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Widescreen</PresentationFormat>
  <Paragraphs>69</Paragraphs>
  <Slides>24</Slides>
  <Notes>5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July 2022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FlashOWare’s Livestream</vt:lpstr>
      <vt:lpstr>Ask Me Anything with the ILSpy Team</vt:lpstr>
      <vt:lpstr>Thank you!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4</cp:revision>
  <dcterms:created xsi:type="dcterms:W3CDTF">2020-12-15T06:52:19Z</dcterms:created>
  <dcterms:modified xsi:type="dcterms:W3CDTF">2022-07-14T18:32:26Z</dcterms:modified>
</cp:coreProperties>
</file>