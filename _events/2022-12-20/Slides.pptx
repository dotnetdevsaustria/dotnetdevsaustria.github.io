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  <p:sldMasterId id="2147483693" r:id="rId6"/>
    <p:sldMasterId id="2147483707" r:id="rId7"/>
  </p:sldMasterIdLst>
  <p:notesMasterIdLst>
    <p:notesMasterId r:id="rId31"/>
  </p:notesMasterIdLst>
  <p:sldIdLst>
    <p:sldId id="314" r:id="rId8"/>
    <p:sldId id="2076136296" r:id="rId9"/>
    <p:sldId id="298" r:id="rId10"/>
    <p:sldId id="299" r:id="rId11"/>
    <p:sldId id="356" r:id="rId12"/>
    <p:sldId id="2076136298" r:id="rId13"/>
    <p:sldId id="308" r:id="rId14"/>
    <p:sldId id="2076136916" r:id="rId15"/>
    <p:sldId id="2076136929" r:id="rId16"/>
    <p:sldId id="2076136926" r:id="rId17"/>
    <p:sldId id="2076136925" r:id="rId18"/>
    <p:sldId id="2076136927" r:id="rId19"/>
    <p:sldId id="2076136928" r:id="rId20"/>
    <p:sldId id="319" r:id="rId21"/>
    <p:sldId id="2076136918" r:id="rId22"/>
    <p:sldId id="338" r:id="rId23"/>
    <p:sldId id="336" r:id="rId24"/>
    <p:sldId id="2076136923" r:id="rId25"/>
    <p:sldId id="341" r:id="rId26"/>
    <p:sldId id="334" r:id="rId27"/>
    <p:sldId id="345" r:id="rId28"/>
    <p:sldId id="2076136930" r:id="rId29"/>
    <p:sldId id="32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83122-D95D-43C8-9D99-56D44DFD5DF8}" v="56" dt="2022-12-16T12:42:20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A62149DE-CE94-4347-8800-913FC615FA26}"/>
    <pc:docChg chg="delSld modSld">
      <pc:chgData name="Andreas Willich" userId="f1a27a91-fb80-49c6-a061-1959e15afc91" providerId="ADAL" clId="{A62149DE-CE94-4347-8800-913FC615FA26}" dt="2022-07-11T12:20:03.548" v="33" actId="47"/>
      <pc:docMkLst>
        <pc:docMk/>
      </pc:docMkLst>
      <pc:sldChg chg="modSp mod">
        <pc:chgData name="Andreas Willich" userId="f1a27a91-fb80-49c6-a061-1959e15afc91" providerId="ADAL" clId="{A62149DE-CE94-4347-8800-913FC615FA26}" dt="2022-07-11T12:12:18.439" v="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62149DE-CE94-4347-8800-913FC615FA26}" dt="2022-07-11T12:12:18.439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A62149DE-CE94-4347-8800-913FC615FA26}" dt="2022-07-11T12:12:38.720" v="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A62149DE-CE94-4347-8800-913FC615FA26}" dt="2022-07-11T12:12:38.720" v="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A62149DE-CE94-4347-8800-913FC615FA26}" dt="2022-07-11T12:20:00.576" v="32" actId="1076"/>
        <pc:sldMkLst>
          <pc:docMk/>
          <pc:sldMk cId="820736664" sldId="321"/>
        </pc:sldMkLst>
        <pc:spChg chg="mod">
          <ac:chgData name="Andreas Willich" userId="f1a27a91-fb80-49c6-a061-1959e15afc91" providerId="ADAL" clId="{A62149DE-CE94-4347-8800-913FC615FA26}" dt="2022-07-11T12:19:13.253" v="29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A62149DE-CE94-4347-8800-913FC615FA26}" dt="2022-07-11T12:19:56.399" v="30" actId="478"/>
          <ac:picMkLst>
            <pc:docMk/>
            <pc:sldMk cId="820736664" sldId="321"/>
            <ac:picMk id="4" creationId="{E658AC79-F137-BD0D-83FA-E0B1DF44BB32}"/>
          </ac:picMkLst>
        </pc:picChg>
        <pc:picChg chg="add mod">
          <ac:chgData name="Andreas Willich" userId="f1a27a91-fb80-49c6-a061-1959e15afc91" providerId="ADAL" clId="{A62149DE-CE94-4347-8800-913FC615FA26}" dt="2022-07-11T12:20:00.576" v="32" actId="1076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A62149DE-CE94-4347-8800-913FC615FA26}" dt="2022-07-11T12:12:55.203" v="2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62149DE-CE94-4347-8800-913FC615FA26}" dt="2022-07-11T12:12:55.203" v="2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A62149DE-CE94-4347-8800-913FC615FA26}" dt="2022-07-11T12:12:28.326" v="4" actId="729"/>
        <pc:sldMkLst>
          <pc:docMk/>
          <pc:sldMk cId="502328727" sldId="2076136920"/>
        </pc:sldMkLst>
      </pc:sldChg>
      <pc:sldChg chg="del">
        <pc:chgData name="Andreas Willich" userId="f1a27a91-fb80-49c6-a061-1959e15afc91" providerId="ADAL" clId="{A62149DE-CE94-4347-8800-913FC615FA26}" dt="2022-07-11T12:20:03.548" v="33" actId="47"/>
        <pc:sldMkLst>
          <pc:docMk/>
          <pc:sldMk cId="1909772137" sldId="2076136924"/>
        </pc:sldMkLst>
      </pc:sldChg>
    </pc:docChg>
  </pc:docChgLst>
  <pc:docChgLst>
    <pc:chgData name="Andreas Willich" userId="f1a27a91-fb80-49c6-a061-1959e15afc91" providerId="ADAL" clId="{D2B6665E-132D-49BC-AF03-1C721872FC97}"/>
    <pc:docChg chg="custSel addSld modSld">
      <pc:chgData name="Andreas Willich" userId="f1a27a91-fb80-49c6-a061-1959e15afc91" providerId="ADAL" clId="{D2B6665E-132D-49BC-AF03-1C721872FC97}" dt="2022-08-16T15:48:27.782" v="181" actId="20577"/>
      <pc:docMkLst>
        <pc:docMk/>
      </pc:docMkLst>
      <pc:sldChg chg="modSp mod">
        <pc:chgData name="Andreas Willich" userId="f1a27a91-fb80-49c6-a061-1959e15afc91" providerId="ADAL" clId="{D2B6665E-132D-49BC-AF03-1C721872FC97}" dt="2022-08-16T15:36:09.621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2B6665E-132D-49BC-AF03-1C721872FC97}" dt="2022-08-16T15:36:09.621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2B6665E-132D-49BC-AF03-1C721872FC97}" dt="2022-08-16T15:36:31.256" v="37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D2B6665E-132D-49BC-AF03-1C721872FC97}" dt="2022-08-16T15:36:31.256" v="37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2B6665E-132D-49BC-AF03-1C721872FC97}" dt="2022-08-16T15:43:26.977" v="65" actId="1076"/>
        <pc:sldMkLst>
          <pc:docMk/>
          <pc:sldMk cId="820736664" sldId="321"/>
        </pc:sldMkLst>
        <pc:spChg chg="mod">
          <ac:chgData name="Andreas Willich" userId="f1a27a91-fb80-49c6-a061-1959e15afc91" providerId="ADAL" clId="{D2B6665E-132D-49BC-AF03-1C721872FC97}" dt="2022-08-16T15:39:25.151" v="6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2B6665E-132D-49BC-AF03-1C721872FC97}" dt="2022-08-16T15:43:26.977" v="65" actId="1076"/>
          <ac:picMkLst>
            <pc:docMk/>
            <pc:sldMk cId="820736664" sldId="321"/>
            <ac:picMk id="4" creationId="{B70B8707-8AF2-CF79-5ECB-5269AE26699A}"/>
          </ac:picMkLst>
        </pc:picChg>
        <pc:picChg chg="del">
          <ac:chgData name="Andreas Willich" userId="f1a27a91-fb80-49c6-a061-1959e15afc91" providerId="ADAL" clId="{D2B6665E-132D-49BC-AF03-1C721872FC97}" dt="2022-08-16T15:43:23.805" v="63" actId="478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D2B6665E-132D-49BC-AF03-1C721872FC97}" dt="2022-08-16T15:37:17.998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2B6665E-132D-49BC-AF03-1C721872FC97}" dt="2022-08-16T15:37:17.998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new mod modClrScheme chgLayout">
        <pc:chgData name="Andreas Willich" userId="f1a27a91-fb80-49c6-a061-1959e15afc91" providerId="ADAL" clId="{D2B6665E-132D-49BC-AF03-1C721872FC97}" dt="2022-08-16T15:44:05.170" v="109" actId="700"/>
        <pc:sldMkLst>
          <pc:docMk/>
          <pc:sldMk cId="3949444609" sldId="2076136926"/>
        </pc:sldMkLst>
        <pc:spChg chg="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2" creationId="{6A57977E-6B81-A588-9949-FC98F415C175}"/>
          </ac:spMkLst>
        </pc:spChg>
        <pc:spChg chg="add 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3" creationId="{A6D47E84-562F-B6D8-DAD5-116341C5373A}"/>
          </ac:spMkLst>
        </pc:spChg>
      </pc:sldChg>
      <pc:sldChg chg="addSp modSp new mod">
        <pc:chgData name="Andreas Willich" userId="f1a27a91-fb80-49c6-a061-1959e15afc91" providerId="ADAL" clId="{D2B6665E-132D-49BC-AF03-1C721872FC97}" dt="2022-08-16T15:48:27.782" v="181" actId="20577"/>
        <pc:sldMkLst>
          <pc:docMk/>
          <pc:sldMk cId="1364909900" sldId="2076136927"/>
        </pc:sldMkLst>
        <pc:spChg chg="mod">
          <ac:chgData name="Andreas Willich" userId="f1a27a91-fb80-49c6-a061-1959e15afc91" providerId="ADAL" clId="{D2B6665E-132D-49BC-AF03-1C721872FC97}" dt="2022-08-16T15:44:37.252" v="130" actId="20577"/>
          <ac:spMkLst>
            <pc:docMk/>
            <pc:sldMk cId="1364909900" sldId="2076136927"/>
            <ac:spMk id="2" creationId="{4CBFB7BE-2D9B-0C83-1408-AB086F448577}"/>
          </ac:spMkLst>
        </pc:spChg>
        <pc:spChg chg="add mod">
          <ac:chgData name="Andreas Willich" userId="f1a27a91-fb80-49c6-a061-1959e15afc91" providerId="ADAL" clId="{D2B6665E-132D-49BC-AF03-1C721872FC97}" dt="2022-08-16T15:48:27.782" v="181" actId="20577"/>
          <ac:spMkLst>
            <pc:docMk/>
            <pc:sldMk cId="1364909900" sldId="2076136927"/>
            <ac:spMk id="4" creationId="{E1B017E0-C136-2949-5E67-516003941959}"/>
          </ac:spMkLst>
        </pc:spChg>
        <pc:picChg chg="add mod">
          <ac:chgData name="Andreas Willich" userId="f1a27a91-fb80-49c6-a061-1959e15afc91" providerId="ADAL" clId="{D2B6665E-132D-49BC-AF03-1C721872FC97}" dt="2022-08-16T15:44:43.269" v="134" actId="1076"/>
          <ac:picMkLst>
            <pc:docMk/>
            <pc:sldMk cId="1364909900" sldId="2076136927"/>
            <ac:picMk id="2050" creationId="{FCDFF627-5876-486B-717E-E49ED8A61DB2}"/>
          </ac:picMkLst>
        </pc:picChg>
        <pc:picChg chg="add mod">
          <ac:chgData name="Andreas Willich" userId="f1a27a91-fb80-49c6-a061-1959e15afc91" providerId="ADAL" clId="{D2B6665E-132D-49BC-AF03-1C721872FC97}" dt="2022-08-16T15:45:23.436" v="142" actId="1076"/>
          <ac:picMkLst>
            <pc:docMk/>
            <pc:sldMk cId="1364909900" sldId="2076136927"/>
            <ac:picMk id="2052" creationId="{25AF6DB7-2E81-8210-8419-FD3BCA49092B}"/>
          </ac:picMkLst>
        </pc:picChg>
      </pc:sldChg>
      <pc:sldChg chg="addSp modSp new mod">
        <pc:chgData name="Andreas Willich" userId="f1a27a91-fb80-49c6-a061-1959e15afc91" providerId="ADAL" clId="{D2B6665E-132D-49BC-AF03-1C721872FC97}" dt="2022-08-16T15:46:51.377" v="173" actId="122"/>
        <pc:sldMkLst>
          <pc:docMk/>
          <pc:sldMk cId="2969499508" sldId="2076136928"/>
        </pc:sldMkLst>
        <pc:spChg chg="mod">
          <ac:chgData name="Andreas Willich" userId="f1a27a91-fb80-49c6-a061-1959e15afc91" providerId="ADAL" clId="{D2B6665E-132D-49BC-AF03-1C721872FC97}" dt="2022-08-16T15:45:55.751" v="157" actId="20577"/>
          <ac:spMkLst>
            <pc:docMk/>
            <pc:sldMk cId="2969499508" sldId="2076136928"/>
            <ac:spMk id="2" creationId="{159C33B2-CEB7-46EB-33F2-C3020779B278}"/>
          </ac:spMkLst>
        </pc:spChg>
        <pc:spChg chg="add mod">
          <ac:chgData name="Andreas Willich" userId="f1a27a91-fb80-49c6-a061-1959e15afc91" providerId="ADAL" clId="{D2B6665E-132D-49BC-AF03-1C721872FC97}" dt="2022-08-16T15:46:51.377" v="173" actId="122"/>
          <ac:spMkLst>
            <pc:docMk/>
            <pc:sldMk cId="2969499508" sldId="2076136928"/>
            <ac:spMk id="4" creationId="{07E6F682-1C44-52A6-59BE-166D2005D9A7}"/>
          </ac:spMkLst>
        </pc:spChg>
        <pc:picChg chg="add mod">
          <ac:chgData name="Andreas Willich" userId="f1a27a91-fb80-49c6-a061-1959e15afc91" providerId="ADAL" clId="{D2B6665E-132D-49BC-AF03-1C721872FC97}" dt="2022-08-16T15:46:03.930" v="161" actId="1076"/>
          <ac:picMkLst>
            <pc:docMk/>
            <pc:sldMk cId="2969499508" sldId="2076136928"/>
            <ac:picMk id="3074" creationId="{33D63BC5-CD44-04DB-E57C-4F2A47589747}"/>
          </ac:picMkLst>
        </pc:picChg>
        <pc:picChg chg="add mod">
          <ac:chgData name="Andreas Willich" userId="f1a27a91-fb80-49c6-a061-1959e15afc91" providerId="ADAL" clId="{D2B6665E-132D-49BC-AF03-1C721872FC97}" dt="2022-08-16T15:46:39.674" v="167" actId="1076"/>
          <ac:picMkLst>
            <pc:docMk/>
            <pc:sldMk cId="2969499508" sldId="2076136928"/>
            <ac:picMk id="3076" creationId="{92905844-8C39-40D5-4B00-ED8AE27E3EFB}"/>
          </ac:picMkLst>
        </pc:pic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53683122-D95D-43C8-9D99-56D44DFD5DF8}"/>
    <pc:docChg chg="modSld">
      <pc:chgData name="Andreas Willich" userId="f1a27a91-fb80-49c6-a061-1959e15afc91" providerId="ADAL" clId="{53683122-D95D-43C8-9D99-56D44DFD5DF8}" dt="2022-12-16T12:42:20.306" v="68" actId="20577"/>
      <pc:docMkLst>
        <pc:docMk/>
      </pc:docMkLst>
      <pc:sldChg chg="modSp mod">
        <pc:chgData name="Andreas Willich" userId="f1a27a91-fb80-49c6-a061-1959e15afc91" providerId="ADAL" clId="{53683122-D95D-43C8-9D99-56D44DFD5DF8}" dt="2022-12-16T12:35:32.623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53683122-D95D-43C8-9D99-56D44DFD5DF8}" dt="2022-12-16T12:35:32.623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53683122-D95D-43C8-9D99-56D44DFD5DF8}" dt="2022-12-16T12:36:03.984" v="1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53683122-D95D-43C8-9D99-56D44DFD5DF8}" dt="2022-12-16T12:36:03.984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53683122-D95D-43C8-9D99-56D44DFD5DF8}" dt="2022-12-16T12:41:16.171" v="33" actId="1076"/>
        <pc:sldMkLst>
          <pc:docMk/>
          <pc:sldMk cId="820736664" sldId="321"/>
        </pc:sldMkLst>
        <pc:spChg chg="mod">
          <ac:chgData name="Andreas Willich" userId="f1a27a91-fb80-49c6-a061-1959e15afc91" providerId="ADAL" clId="{53683122-D95D-43C8-9D99-56D44DFD5DF8}" dt="2022-12-16T12:40:57.831" v="30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53683122-D95D-43C8-9D99-56D44DFD5DF8}" dt="2022-12-16T12:41:11.804" v="31" actId="478"/>
          <ac:picMkLst>
            <pc:docMk/>
            <pc:sldMk cId="820736664" sldId="321"/>
            <ac:picMk id="4" creationId="{3BEDAD75-1B7D-9B1F-C13E-4B2B2EC63269}"/>
          </ac:picMkLst>
        </pc:picChg>
        <pc:picChg chg="add mod">
          <ac:chgData name="Andreas Willich" userId="f1a27a91-fb80-49c6-a061-1959e15afc91" providerId="ADAL" clId="{53683122-D95D-43C8-9D99-56D44DFD5DF8}" dt="2022-12-16T12:41:16.171" v="33" actId="1076"/>
          <ac:picMkLst>
            <pc:docMk/>
            <pc:sldMk cId="820736664" sldId="321"/>
            <ac:picMk id="1026" creationId="{02E0E0E0-7639-FAB3-FF8C-0AF1612EED4E}"/>
          </ac:picMkLst>
        </pc:picChg>
      </pc:sldChg>
      <pc:sldChg chg="modSp">
        <pc:chgData name="Andreas Willich" userId="f1a27a91-fb80-49c6-a061-1959e15afc91" providerId="ADAL" clId="{53683122-D95D-43C8-9D99-56D44DFD5DF8}" dt="2022-12-16T12:42:20.306" v="6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53683122-D95D-43C8-9D99-56D44DFD5DF8}" dt="2022-12-16T12:42:20.306" v="6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53683122-D95D-43C8-9D99-56D44DFD5DF8}" dt="2022-12-16T12:35:49.646" v="8" actId="729"/>
        <pc:sldMkLst>
          <pc:docMk/>
          <pc:sldMk cId="2132212796" sldId="2076136929"/>
        </pc:sldMkLst>
      </pc:sldChg>
    </pc:docChg>
  </pc:docChgLst>
  <pc:docChgLst>
    <pc:chgData name="Andreas Willich" userId="f1a27a91-fb80-49c6-a061-1959e15afc91" providerId="ADAL" clId="{88E3AF69-1158-4835-8301-92636F130B7B}"/>
    <pc:docChg chg="undo redo custSel addSld delSld modSld sldOrd">
      <pc:chgData name="Andreas Willich" userId="f1a27a91-fb80-49c6-a061-1959e15afc91" providerId="ADAL" clId="{88E3AF69-1158-4835-8301-92636F130B7B}" dt="2022-11-15T12:29:20.132" v="252" actId="1036"/>
      <pc:docMkLst>
        <pc:docMk/>
      </pc:docMkLst>
      <pc:sldChg chg="add del">
        <pc:chgData name="Andreas Willich" userId="f1a27a91-fb80-49c6-a061-1959e15afc91" providerId="ADAL" clId="{88E3AF69-1158-4835-8301-92636F130B7B}" dt="2022-11-14T09:54:06.498" v="111" actId="47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8E3AF69-1158-4835-8301-92636F130B7B}" dt="2022-11-14T09:22:44.117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8E3AF69-1158-4835-8301-92636F130B7B}" dt="2022-11-14T09:22:44.117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8E3AF69-1158-4835-8301-92636F130B7B}" dt="2022-11-15T12:23:05.788" v="228" actId="108"/>
        <pc:sldMkLst>
          <pc:docMk/>
          <pc:sldMk cId="1406265366" sldId="319"/>
        </pc:sldMkLst>
        <pc:spChg chg="mod">
          <ac:chgData name="Andreas Willich" userId="f1a27a91-fb80-49c6-a061-1959e15afc91" providerId="ADAL" clId="{88E3AF69-1158-4835-8301-92636F130B7B}" dt="2022-11-15T12:23:05.788" v="228" actId="10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8E3AF69-1158-4835-8301-92636F130B7B}" dt="2022-11-15T12:29:20.132" v="252" actId="1036"/>
        <pc:sldMkLst>
          <pc:docMk/>
          <pc:sldMk cId="820736664" sldId="321"/>
        </pc:sldMkLst>
        <pc:spChg chg="mod">
          <ac:chgData name="Andreas Willich" userId="f1a27a91-fb80-49c6-a061-1959e15afc91" providerId="ADAL" clId="{88E3AF69-1158-4835-8301-92636F130B7B}" dt="2022-11-15T12:28:59.941" v="23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8E3AF69-1158-4835-8301-92636F130B7B}" dt="2022-11-15T12:29:20.132" v="252" actId="1036"/>
          <ac:picMkLst>
            <pc:docMk/>
            <pc:sldMk cId="820736664" sldId="321"/>
            <ac:picMk id="4" creationId="{3BEDAD75-1B7D-9B1F-C13E-4B2B2EC63269}"/>
          </ac:picMkLst>
        </pc:picChg>
        <pc:picChg chg="del">
          <ac:chgData name="Andreas Willich" userId="f1a27a91-fb80-49c6-a061-1959e15afc91" providerId="ADAL" clId="{88E3AF69-1158-4835-8301-92636F130B7B}" dt="2022-11-15T12:29:09.189" v="233" actId="478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 Willich" userId="f1a27a91-fb80-49c6-a061-1959e15afc91" providerId="ADAL" clId="{88E3AF69-1158-4835-8301-92636F130B7B}" dt="2022-11-14T09:38:30.426" v="82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8E3AF69-1158-4835-8301-92636F130B7B}" dt="2022-11-14T09:38:30.426" v="82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del">
        <pc:chgData name="Andreas Willich" userId="f1a27a91-fb80-49c6-a061-1959e15afc91" providerId="ADAL" clId="{88E3AF69-1158-4835-8301-92636F130B7B}" dt="2022-11-14T09:38:59.774" v="85" actId="47"/>
        <pc:sldMkLst>
          <pc:docMk/>
          <pc:sldMk cId="60102468" sldId="340"/>
        </pc:sldMkLst>
      </pc:sldChg>
      <pc:sldChg chg="del">
        <pc:chgData name="Andreas Willich" userId="f1a27a91-fb80-49c6-a061-1959e15afc91" providerId="ADAL" clId="{88E3AF69-1158-4835-8301-92636F130B7B}" dt="2022-11-14T09:38:54.696" v="83" actId="47"/>
        <pc:sldMkLst>
          <pc:docMk/>
          <pc:sldMk cId="3163372477" sldId="342"/>
        </pc:sldMkLst>
      </pc:sldChg>
      <pc:sldChg chg="del">
        <pc:chgData name="Andreas Willich" userId="f1a27a91-fb80-49c6-a061-1959e15afc91" providerId="ADAL" clId="{88E3AF69-1158-4835-8301-92636F130B7B}" dt="2022-11-14T09:38:57.135" v="84" actId="47"/>
        <pc:sldMkLst>
          <pc:docMk/>
          <pc:sldMk cId="2912987150" sldId="344"/>
        </pc:sldMkLst>
      </pc:sldChg>
      <pc:sldChg chg="del">
        <pc:chgData name="Andreas Willich" userId="f1a27a91-fb80-49c6-a061-1959e15afc91" providerId="ADAL" clId="{88E3AF69-1158-4835-8301-92636F130B7B}" dt="2022-11-14T09:38:01.882" v="31" actId="47"/>
        <pc:sldMkLst>
          <pc:docMk/>
          <pc:sldMk cId="3887042138" sldId="346"/>
        </pc:sldMkLst>
      </pc:sldChg>
      <pc:sldChg chg="modSp mod">
        <pc:chgData name="Andreas Willich" userId="f1a27a91-fb80-49c6-a061-1959e15afc91" providerId="ADAL" clId="{88E3AF69-1158-4835-8301-92636F130B7B}" dt="2022-11-14T09:56:11.053" v="114" actId="1076"/>
        <pc:sldMkLst>
          <pc:docMk/>
          <pc:sldMk cId="3757817415" sldId="356"/>
        </pc:sldMkLst>
        <pc:picChg chg="mod">
          <ac:chgData name="Andreas Willich" userId="f1a27a91-fb80-49c6-a061-1959e15afc91" providerId="ADAL" clId="{88E3AF69-1158-4835-8301-92636F130B7B}" dt="2022-11-14T09:56:11.053" v="114" actId="1076"/>
          <ac:picMkLst>
            <pc:docMk/>
            <pc:sldMk cId="3757817415" sldId="356"/>
            <ac:picMk id="4" creationId="{09740D33-19F0-40FB-BA26-AE70E472C50E}"/>
          </ac:picMkLst>
        </pc:picChg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611482440" sldId="42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2771745207" sldId="44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090338852" sldId="449"/>
        </pc:sldMkLst>
      </pc:sldChg>
      <pc:sldChg chg="addSp delSp modSp mod ord">
        <pc:chgData name="Andreas Willich" userId="f1a27a91-fb80-49c6-a061-1959e15afc91" providerId="ADAL" clId="{88E3AF69-1158-4835-8301-92636F130B7B}" dt="2022-11-14T09:31:50.153" v="29" actId="1076"/>
        <pc:sldMkLst>
          <pc:docMk/>
          <pc:sldMk cId="453279210" sldId="2076136296"/>
        </pc:sldMkLst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88E3AF69-1158-4835-8301-92636F130B7B}" dt="2022-11-14T09:28:35.091" v="12" actId="165"/>
          <ac:grpSpMkLst>
            <pc:docMk/>
            <pc:sldMk cId="453279210" sldId="2076136296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88E3AF69-1158-4835-8301-92636F130B7B}" dt="2022-11-14T09:28:31.676" v="11" actId="165"/>
          <ac:grpSpMkLst>
            <pc:docMk/>
            <pc:sldMk cId="453279210" sldId="2076136296"/>
            <ac:grpSpMk id="13" creationId="{1889159C-436C-4AA6-AF46-3DFB7105AE49}"/>
          </ac:grpSpMkLst>
        </pc:grpChg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88E3AF69-1158-4835-8301-92636F130B7B}" dt="2022-11-14T09:28:38.198" v="13" actId="165"/>
          <ac:grpSpMkLst>
            <pc:docMk/>
            <pc:sldMk cId="453279210" sldId="2076136296"/>
            <ac:grpSpMk id="19" creationId="{0A60D5DC-0196-41E0-9F61-1BC89192C7E0}"/>
          </ac:grpSpMkLst>
        </pc:grpChg>
        <pc:picChg chg="add mod">
          <ac:chgData name="Andreas Willich" userId="f1a27a91-fb80-49c6-a061-1959e15afc91" providerId="ADAL" clId="{88E3AF69-1158-4835-8301-92636F130B7B}" dt="2022-11-14T09:31:50.153" v="29" actId="1076"/>
          <ac:picMkLst>
            <pc:docMk/>
            <pc:sldMk cId="453279210" sldId="2076136296"/>
            <ac:picMk id="3" creationId="{61DA35E6-98B2-B8AF-E6CE-F71D4C30CA51}"/>
          </ac:picMkLst>
        </pc:picChg>
        <pc:picChg chg="mod topLvl">
          <ac:chgData name="Andreas Willich" userId="f1a27a91-fb80-49c6-a061-1959e15afc91" providerId="ADAL" clId="{88E3AF69-1158-4835-8301-92636F130B7B}" dt="2022-11-14T09:28:21.077" v="10" actId="165"/>
          <ac:picMkLst>
            <pc:docMk/>
            <pc:sldMk cId="453279210" sldId="2076136296"/>
            <ac:picMk id="4" creationId="{C167AABE-79D8-4B68-966D-932B928999C1}"/>
          </ac:picMkLst>
        </pc:picChg>
        <pc:picChg chg="del mod topLvl">
          <ac:chgData name="Andreas Willich" userId="f1a27a91-fb80-49c6-a061-1959e15afc91" providerId="ADAL" clId="{88E3AF69-1158-4835-8301-92636F130B7B}" dt="2022-11-14T09:29:02.845" v="19" actId="478"/>
          <ac:picMkLst>
            <pc:docMk/>
            <pc:sldMk cId="453279210" sldId="2076136296"/>
            <ac:picMk id="8" creationId="{64AFD18E-8BF1-4905-A9B1-237BE28DBC6C}"/>
          </ac:picMkLst>
        </pc:picChg>
        <pc:picChg chg="del mod topLvl">
          <ac:chgData name="Andreas Willich" userId="f1a27a91-fb80-49c6-a061-1959e15afc91" providerId="ADAL" clId="{88E3AF69-1158-4835-8301-92636F130B7B}" dt="2022-11-14T09:29:12.147" v="22" actId="478"/>
          <ac:picMkLst>
            <pc:docMk/>
            <pc:sldMk cId="453279210" sldId="2076136296"/>
            <ac:picMk id="9" creationId="{7D0975BB-2BBE-40A6-95B9-E1A9E7E26D7F}"/>
          </ac:picMkLst>
        </pc:picChg>
        <pc:picChg chg="mod topLvl">
          <ac:chgData name="Andreas Willich" userId="f1a27a91-fb80-49c6-a061-1959e15afc91" providerId="ADAL" clId="{88E3AF69-1158-4835-8301-92636F130B7B}" dt="2022-11-14T09:28:55.164" v="17" actId="1076"/>
          <ac:picMkLst>
            <pc:docMk/>
            <pc:sldMk cId="453279210" sldId="2076136296"/>
            <ac:picMk id="11" creationId="{326FF49C-64EF-4EAB-AFCE-281C2504C36D}"/>
          </ac:picMkLst>
        </pc:picChg>
        <pc:picChg chg="del mod topLvl">
          <ac:chgData name="Andreas Willich" userId="f1a27a91-fb80-49c6-a061-1959e15afc91" providerId="ADAL" clId="{88E3AF69-1158-4835-8301-92636F130B7B}" dt="2022-11-14T09:28:47.815" v="16" actId="21"/>
          <ac:picMkLst>
            <pc:docMk/>
            <pc:sldMk cId="453279210" sldId="2076136296"/>
            <ac:picMk id="12" creationId="{F3696925-724C-4EA8-80EC-52FDE0D9508F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4" creationId="{9C260114-8896-4509-BDC2-74D0C26D56F7}"/>
          </ac:picMkLst>
        </pc:picChg>
        <pc:picChg chg="mod topLvl">
          <ac:chgData name="Andreas Willich" userId="f1a27a91-fb80-49c6-a061-1959e15afc91" providerId="ADAL" clId="{88E3AF69-1158-4835-8301-92636F130B7B}" dt="2022-11-14T09:28:31.676" v="11" actId="165"/>
          <ac:picMkLst>
            <pc:docMk/>
            <pc:sldMk cId="453279210" sldId="2076136296"/>
            <ac:picMk id="15" creationId="{C2E2F97B-B128-4120-B507-235FDAC98E7F}"/>
          </ac:picMkLst>
        </pc:picChg>
        <pc:picChg chg="mod topLvl">
          <ac:chgData name="Andreas Willich" userId="f1a27a91-fb80-49c6-a061-1959e15afc91" providerId="ADAL" clId="{88E3AF69-1158-4835-8301-92636F130B7B}" dt="2022-11-14T09:28:59.554" v="18" actId="1076"/>
          <ac:picMkLst>
            <pc:docMk/>
            <pc:sldMk cId="453279210" sldId="2076136296"/>
            <ac:picMk id="18" creationId="{D9C266DD-38BD-4474-86A9-E39F3D081DA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026" creationId="{ABD88EB4-C611-482A-A55E-9793804D769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3074" creationId="{C45E5BE0-3994-4D58-BEDD-C66A4B1238F9}"/>
          </ac:picMkLst>
        </pc:picChg>
      </pc:sldChg>
      <pc:sldChg chg="add del modTransition">
        <pc:chgData name="Andreas Willich" userId="f1a27a91-fb80-49c6-a061-1959e15afc91" providerId="ADAL" clId="{88E3AF69-1158-4835-8301-92636F130B7B}" dt="2022-11-14T09:54:06.498" v="111" actId="47"/>
        <pc:sldMkLst>
          <pc:docMk/>
          <pc:sldMk cId="933372865" sldId="2076136916"/>
        </pc:sldMkLst>
      </pc:sldChg>
      <pc:sldChg chg="del">
        <pc:chgData name="Andreas Willich" userId="f1a27a91-fb80-49c6-a061-1959e15afc91" providerId="ADAL" clId="{88E3AF69-1158-4835-8301-92636F130B7B}" dt="2022-11-14T09:56:01.269" v="113" actId="47"/>
        <pc:sldMkLst>
          <pc:docMk/>
          <pc:sldMk cId="3922880426" sldId="2076136919"/>
        </pc:sldMkLst>
      </pc:sldChg>
      <pc:sldChg chg="del">
        <pc:chgData name="Andreas Willich" userId="f1a27a91-fb80-49c6-a061-1959e15afc91" providerId="ADAL" clId="{88E3AF69-1158-4835-8301-92636F130B7B}" dt="2022-11-14T09:55:56.117" v="112" actId="47"/>
        <pc:sldMkLst>
          <pc:docMk/>
          <pc:sldMk cId="502328727" sldId="2076136920"/>
        </pc:sldMkLst>
      </pc:sldChg>
      <pc:sldChg chg="modSp mod">
        <pc:chgData name="Andreas Willich" userId="f1a27a91-fb80-49c6-a061-1959e15afc91" providerId="ADAL" clId="{88E3AF69-1158-4835-8301-92636F130B7B}" dt="2022-11-15T12:21:30.133" v="215" actId="20577"/>
        <pc:sldMkLst>
          <pc:docMk/>
          <pc:sldMk cId="2779495593" sldId="2076136925"/>
        </pc:sldMkLst>
        <pc:spChg chg="mod">
          <ac:chgData name="Andreas Willich" userId="f1a27a91-fb80-49c6-a061-1959e15afc91" providerId="ADAL" clId="{88E3AF69-1158-4835-8301-92636F130B7B}" dt="2022-11-15T12:21:30.133" v="215" actId="20577"/>
          <ac:spMkLst>
            <pc:docMk/>
            <pc:sldMk cId="2779495593" sldId="2076136925"/>
            <ac:spMk id="10" creationId="{EA8FF4D3-8DA1-4A35-AF03-59E63C839C0B}"/>
          </ac:spMkLst>
        </pc:spChg>
      </pc:sldChg>
      <pc:sldChg chg="modSp mod">
        <pc:chgData name="Andreas Willich" userId="f1a27a91-fb80-49c6-a061-1959e15afc91" providerId="ADAL" clId="{88E3AF69-1158-4835-8301-92636F130B7B}" dt="2022-11-15T11:58:42.626" v="199" actId="20577"/>
        <pc:sldMkLst>
          <pc:docMk/>
          <pc:sldMk cId="2132212796" sldId="2076136929"/>
        </pc:sldMkLst>
        <pc:spChg chg="mod">
          <ac:chgData name="Andreas Willich" userId="f1a27a91-fb80-49c6-a061-1959e15afc91" providerId="ADAL" clId="{88E3AF69-1158-4835-8301-92636F130B7B}" dt="2022-11-15T11:58:42.626" v="199" actId="20577"/>
          <ac:spMkLst>
            <pc:docMk/>
            <pc:sldMk cId="2132212796" sldId="2076136929"/>
            <ac:spMk id="3" creationId="{13419ADB-65CA-FEC1-83F2-86B9FA66F2B9}"/>
          </ac:spMkLst>
        </pc:spChg>
      </pc:sldChg>
      <pc:sldChg chg="add ord">
        <pc:chgData name="Andreas Willich" userId="f1a27a91-fb80-49c6-a061-1959e15afc91" providerId="ADAL" clId="{88E3AF69-1158-4835-8301-92636F130B7B}" dt="2022-11-14T09:38:04.759" v="34"/>
        <pc:sldMkLst>
          <pc:docMk/>
          <pc:sldMk cId="353759549" sldId="2076136930"/>
        </pc:sldMkLst>
      </pc:sldChg>
      <pc:sldMasterChg chg="delSldLayout">
        <pc:chgData name="Andreas Willich" userId="f1a27a91-fb80-49c6-a061-1959e15afc91" providerId="ADAL" clId="{88E3AF69-1158-4835-8301-92636F130B7B}" dt="2022-11-14T09:54:06.498" v="1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88E3AF69-1158-4835-8301-92636F130B7B}" dt="2022-11-14T09:54:06.498" v="111" actId="47"/>
          <pc:sldLayoutMkLst>
            <pc:docMk/>
            <pc:sldMasterMk cId="1290038045" sldId="2147483660"/>
            <pc:sldLayoutMk cId="3316731443" sldId="2147483707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53:58.745" v="109" actId="47"/>
        <pc:sldMasterMkLst>
          <pc:docMk/>
          <pc:sldMasterMk cId="4233338767" sldId="2147483679"/>
        </pc:sldMasterMkLst>
        <pc:sldLayoutChg chg="del">
          <pc:chgData name="Andreas Willich" userId="f1a27a91-fb80-49c6-a061-1959e15afc91" providerId="ADAL" clId="{88E3AF69-1158-4835-8301-92636F130B7B}" dt="2022-11-14T09:53:58.745" v="109" actId="47"/>
          <pc:sldLayoutMkLst>
            <pc:docMk/>
            <pc:sldMasterMk cId="4233338767" sldId="2147483679"/>
            <pc:sldLayoutMk cId="539088604" sldId="2147483692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32:16.650" v="30" actId="47"/>
        <pc:sldMasterMkLst>
          <pc:docMk/>
          <pc:sldMasterMk cId="49957352" sldId="2147483693"/>
        </pc:sldMasterMkLst>
        <pc:sldLayoutChg chg="del">
          <pc:chgData name="Andreas Willich" userId="f1a27a91-fb80-49c6-a061-1959e15afc91" providerId="ADAL" clId="{88E3AF69-1158-4835-8301-92636F130B7B}" dt="2022-11-14T09:32:16.650" v="30" actId="47"/>
          <pc:sldLayoutMkLst>
            <pc:docMk/>
            <pc:sldMasterMk cId="49957352" sldId="2147483693"/>
            <pc:sldLayoutMk cId="2555885165" sldId="2147483707"/>
          </pc:sldLayoutMkLst>
        </pc:sldLayoutChg>
      </pc:sldMaster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A43E3642-B9C1-472D-840D-BCA1C08EA34D}"/>
    <pc:docChg chg="undo redo custSel addSld delSld modSld">
      <pc:chgData name="Andreas" userId="f1a27a91-fb80-49c6-a061-1959e15afc91" providerId="ADAL" clId="{A43E3642-B9C1-472D-840D-BCA1C08EA34D}" dt="2022-09-20T10:01:29.055" v="184" actId="403"/>
      <pc:docMkLst>
        <pc:docMk/>
      </pc:docMkLst>
      <pc:sldChg chg="modSp mod">
        <pc:chgData name="Andreas" userId="f1a27a91-fb80-49c6-a061-1959e15afc91" providerId="ADAL" clId="{A43E3642-B9C1-472D-840D-BCA1C08EA34D}" dt="2022-09-20T09:50:02.673" v="8" actId="20577"/>
        <pc:sldMkLst>
          <pc:docMk/>
          <pc:sldMk cId="3908362423" sldId="314"/>
        </pc:sldMkLst>
        <pc:spChg chg="mod">
          <ac:chgData name="Andreas" userId="f1a27a91-fb80-49c6-a061-1959e15afc91" providerId="ADAL" clId="{A43E3642-B9C1-472D-840D-BCA1C08EA34D}" dt="2022-09-20T09:50:02.673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A43E3642-B9C1-472D-840D-BCA1C08EA34D}" dt="2022-09-20T10:01:29.055" v="184" actId="403"/>
        <pc:sldMkLst>
          <pc:docMk/>
          <pc:sldMk cId="1406265366" sldId="319"/>
        </pc:sldMkLst>
        <pc:spChg chg="mod">
          <ac:chgData name="Andreas" userId="f1a27a91-fb80-49c6-a061-1959e15afc91" providerId="ADAL" clId="{A43E3642-B9C1-472D-840D-BCA1C08EA34D}" dt="2022-09-20T10:01:29.055" v="184" actId="40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A43E3642-B9C1-472D-840D-BCA1C08EA34D}" dt="2022-09-20T09:59:34.678" v="181" actId="1076"/>
        <pc:sldMkLst>
          <pc:docMk/>
          <pc:sldMk cId="820736664" sldId="321"/>
        </pc:sldMkLst>
        <pc:spChg chg="mod">
          <ac:chgData name="Andreas" userId="f1a27a91-fb80-49c6-a061-1959e15afc91" providerId="ADAL" clId="{A43E3642-B9C1-472D-840D-BCA1C08EA34D}" dt="2022-09-20T09:56:17.257" v="17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A43E3642-B9C1-472D-840D-BCA1C08EA34D}" dt="2022-09-20T09:59:25.785" v="178" actId="478"/>
          <ac:picMkLst>
            <pc:docMk/>
            <pc:sldMk cId="820736664" sldId="321"/>
            <ac:picMk id="4" creationId="{B70B8707-8AF2-CF79-5ECB-5269AE26699A}"/>
          </ac:picMkLst>
        </pc:picChg>
        <pc:picChg chg="add mod">
          <ac:chgData name="Andreas" userId="f1a27a91-fb80-49c6-a061-1959e15afc91" providerId="ADAL" clId="{A43E3642-B9C1-472D-840D-BCA1C08EA34D}" dt="2022-09-20T09:59:34.678" v="181" actId="1076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" userId="f1a27a91-fb80-49c6-a061-1959e15afc91" providerId="ADAL" clId="{A43E3642-B9C1-472D-840D-BCA1C08EA34D}" dt="2022-09-20T09:52:19.920" v="80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43E3642-B9C1-472D-840D-BCA1C08EA34D}" dt="2022-09-20T09:52:19.920" v="8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611482440" sldId="42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2771745207" sldId="44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090338852" sldId="449"/>
        </pc:sldMkLst>
      </pc:sldChg>
      <pc:sldChg chg="addSp modSp new mod modClrScheme chgLayout">
        <pc:chgData name="Andreas" userId="f1a27a91-fb80-49c6-a061-1959e15afc91" providerId="ADAL" clId="{A43E3642-B9C1-472D-840D-BCA1C08EA34D}" dt="2022-09-20T09:54:34.327" v="175"/>
        <pc:sldMkLst>
          <pc:docMk/>
          <pc:sldMk cId="2132212796" sldId="2076136929"/>
        </pc:sldMkLst>
        <pc:spChg chg="mod ord">
          <ac:chgData name="Andreas" userId="f1a27a91-fb80-49c6-a061-1959e15afc91" providerId="ADAL" clId="{A43E3642-B9C1-472D-840D-BCA1C08EA34D}" dt="2022-09-20T09:53:48.728" v="88" actId="700"/>
          <ac:spMkLst>
            <pc:docMk/>
            <pc:sldMk cId="2132212796" sldId="2076136929"/>
            <ac:spMk id="2" creationId="{B40C6795-10FD-893B-51D8-4C58A4145870}"/>
          </ac:spMkLst>
        </pc:spChg>
        <pc:spChg chg="add mod ord">
          <ac:chgData name="Andreas" userId="f1a27a91-fb80-49c6-a061-1959e15afc91" providerId="ADAL" clId="{A43E3642-B9C1-472D-840D-BCA1C08EA34D}" dt="2022-09-20T09:54:34.327" v="175"/>
          <ac:spMkLst>
            <pc:docMk/>
            <pc:sldMk cId="2132212796" sldId="2076136929"/>
            <ac:spMk id="3" creationId="{13419ADB-65CA-FEC1-83F2-86B9FA66F2B9}"/>
          </ac:spMkLst>
        </pc:sp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26432A7-7788-4590-9AE7-F320452580DA}">
      <dgm:prSet/>
      <dgm:spPr/>
      <dgm:t>
        <a:bodyPr/>
        <a:lstStyle/>
        <a:p>
          <a:pPr>
            <a:defRPr b="1"/>
          </a:pPr>
          <a:r>
            <a:rPr lang="en-US" dirty="0"/>
            <a:t>January 2023</a:t>
          </a:r>
        </a:p>
      </dgm:t>
    </dgm:pt>
    <dgm:pt modelId="{EE5CA029-F10B-42BA-8E2D-0D3D3A794B10}" type="parTrans" cxnId="{432CDB2A-E4CF-4BD0-9656-D59A20FC439D}">
      <dgm:prSet/>
      <dgm:spPr/>
      <dgm:t>
        <a:bodyPr/>
        <a:lstStyle/>
        <a:p>
          <a:endParaRPr lang="de-AT"/>
        </a:p>
      </dgm:t>
    </dgm:pt>
    <dgm:pt modelId="{EF20405C-F955-4C6E-BED4-199FE6153177}" type="sibTrans" cxnId="{432CDB2A-E4CF-4BD0-9656-D59A20FC439D}">
      <dgm:prSet/>
      <dgm:spPr/>
      <dgm:t>
        <a:bodyPr/>
        <a:lstStyle/>
        <a:p>
          <a:endParaRPr lang="de-AT"/>
        </a:p>
      </dgm:t>
    </dgm:pt>
    <dgm:pt modelId="{65B18881-584B-44DA-9F6A-E9BDF8888938}">
      <dgm:prSet/>
      <dgm:spPr/>
      <dgm:t>
        <a:bodyPr/>
        <a:lstStyle/>
        <a:p>
          <a:r>
            <a:rPr lang="en-US" dirty="0"/>
            <a:t>TBD – remote only</a:t>
          </a:r>
        </a:p>
      </dgm:t>
    </dgm:pt>
    <dgm:pt modelId="{EF6124EC-87E8-4195-8A00-46074E8193AF}" type="parTrans" cxnId="{E73A5A02-D45C-4829-B451-9CE085A161AC}">
      <dgm:prSet/>
      <dgm:spPr/>
      <dgm:t>
        <a:bodyPr/>
        <a:lstStyle/>
        <a:p>
          <a:endParaRPr lang="de-AT"/>
        </a:p>
      </dgm:t>
    </dgm:pt>
    <dgm:pt modelId="{6450A436-852D-4EF8-9440-6B77FD11C612}" type="sibTrans" cxnId="{E73A5A02-D45C-4829-B451-9CE085A161AC}">
      <dgm:prSet/>
      <dgm:spPr/>
      <dgm:t>
        <a:bodyPr/>
        <a:lstStyle/>
        <a:p>
          <a:endParaRPr lang="de-AT"/>
        </a:p>
      </dgm:t>
    </dgm:pt>
    <dgm:pt modelId="{3878D915-A8C5-47DC-B9FE-3591E4A6E5CB}">
      <dgm:prSet/>
      <dgm:spPr/>
      <dgm:t>
        <a:bodyPr/>
        <a:lstStyle/>
        <a:p>
          <a:pPr>
            <a:defRPr b="1"/>
          </a:pPr>
          <a:r>
            <a:rPr lang="en-US" dirty="0"/>
            <a:t>February 2023</a:t>
          </a:r>
        </a:p>
      </dgm:t>
    </dgm:pt>
    <dgm:pt modelId="{05BEADD3-BC38-4A3F-804D-E63DB4B33BDA}" type="parTrans" cxnId="{1097AD2B-B833-49ED-8A4A-F6C50A0A76E1}">
      <dgm:prSet/>
      <dgm:spPr/>
      <dgm:t>
        <a:bodyPr/>
        <a:lstStyle/>
        <a:p>
          <a:endParaRPr lang="de-AT"/>
        </a:p>
      </dgm:t>
    </dgm:pt>
    <dgm:pt modelId="{7081F194-1077-4ABD-BD4B-123AA3A221A6}" type="sibTrans" cxnId="{1097AD2B-B833-49ED-8A4A-F6C50A0A76E1}">
      <dgm:prSet/>
      <dgm:spPr/>
      <dgm:t>
        <a:bodyPr/>
        <a:lstStyle/>
        <a:p>
          <a:endParaRPr lang="de-AT"/>
        </a:p>
      </dgm:t>
    </dgm:pt>
    <dgm:pt modelId="{C41A95C2-D29D-420D-84F0-133F3ECE7DCE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3D4623B2-F38D-41B7-BAB2-AE3BCD56240E}" type="parTrans" cxnId="{6BFCE927-CB42-4CA2-BF97-81B3C65C129E}">
      <dgm:prSet/>
      <dgm:spPr/>
      <dgm:t>
        <a:bodyPr/>
        <a:lstStyle/>
        <a:p>
          <a:endParaRPr lang="de-AT"/>
        </a:p>
      </dgm:t>
    </dgm:pt>
    <dgm:pt modelId="{86B969D9-6596-4407-941C-E610A5DAA054}" type="sibTrans" cxnId="{6BFCE927-CB42-4CA2-BF97-81B3C65C129E}">
      <dgm:prSet/>
      <dgm:spPr/>
      <dgm:t>
        <a:bodyPr/>
        <a:lstStyle/>
        <a:p>
          <a:endParaRPr lang="de-AT"/>
        </a:p>
      </dgm:t>
    </dgm:pt>
    <dgm:pt modelId="{2C7C6268-D250-4FDE-A783-DE53B249D170}">
      <dgm:prSet/>
      <dgm:spPr/>
      <dgm:t>
        <a:bodyPr/>
        <a:lstStyle/>
        <a:p>
          <a:pPr>
            <a:defRPr b="1"/>
          </a:pPr>
          <a:r>
            <a:rPr lang="en-US" dirty="0"/>
            <a:t>March 2023</a:t>
          </a:r>
        </a:p>
      </dgm:t>
    </dgm:pt>
    <dgm:pt modelId="{06AB8EAF-7E3A-4BBB-BF74-49E6EACB57B1}" type="parTrans" cxnId="{767B33A6-A539-4902-B504-DE07423D487D}">
      <dgm:prSet/>
      <dgm:spPr/>
      <dgm:t>
        <a:bodyPr/>
        <a:lstStyle/>
        <a:p>
          <a:endParaRPr lang="de-AT"/>
        </a:p>
      </dgm:t>
    </dgm:pt>
    <dgm:pt modelId="{C9DC3BA2-6059-4827-8CEC-059F17015303}" type="sibTrans" cxnId="{767B33A6-A539-4902-B504-DE07423D487D}">
      <dgm:prSet/>
      <dgm:spPr/>
      <dgm:t>
        <a:bodyPr/>
        <a:lstStyle/>
        <a:p>
          <a:endParaRPr lang="de-AT"/>
        </a:p>
      </dgm:t>
    </dgm:pt>
    <dgm:pt modelId="{50775121-CCF8-4285-B63A-DE299DE1EB37}">
      <dgm:prSet/>
      <dgm:spPr/>
      <dgm:t>
        <a:bodyPr/>
        <a:lstStyle/>
        <a:p>
          <a:r>
            <a:rPr lang="en-US" dirty="0"/>
            <a:t>TBD – remote only</a:t>
          </a:r>
        </a:p>
      </dgm:t>
    </dgm:pt>
    <dgm:pt modelId="{E55FD45C-8FB5-4828-BAEE-11AF5A17DE41}" type="parTrans" cxnId="{68399DC1-4C8E-40F9-916C-E81074A9A324}">
      <dgm:prSet/>
      <dgm:spPr/>
      <dgm:t>
        <a:bodyPr/>
        <a:lstStyle/>
        <a:p>
          <a:endParaRPr lang="de-AT"/>
        </a:p>
      </dgm:t>
    </dgm:pt>
    <dgm:pt modelId="{DCD10EAD-A1B8-4DD6-8FE1-C75B76DEECA2}" type="sibTrans" cxnId="{68399DC1-4C8E-40F9-916C-E81074A9A324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EA683A88-AD25-4249-B35E-52306FD63E9C}" type="pres">
      <dgm:prSet presAssocID="{726432A7-7788-4590-9AE7-F320452580DA}" presName="composite" presStyleCnt="0"/>
      <dgm:spPr/>
    </dgm:pt>
    <dgm:pt modelId="{A087BAC6-20ED-4B2A-A444-C975DCE08F17}" type="pres">
      <dgm:prSet presAssocID="{726432A7-7788-4590-9AE7-F320452580DA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A1D363A8-FBD8-4EC3-B6C7-56859AF6A3A1}" type="pres">
      <dgm:prSet presAssocID="{726432A7-7788-4590-9AE7-F320452580DA}" presName="DropPinPlaceHolder" presStyleCnt="0"/>
      <dgm:spPr/>
    </dgm:pt>
    <dgm:pt modelId="{3F3E1AB0-C788-40CB-A0DB-8F2EBA0AFB8D}" type="pres">
      <dgm:prSet presAssocID="{726432A7-7788-4590-9AE7-F320452580DA}" presName="DropPin" presStyleLbl="alignNode1" presStyleIdx="0" presStyleCnt="3"/>
      <dgm:spPr/>
    </dgm:pt>
    <dgm:pt modelId="{D01BBB08-9EC4-4036-89C0-FDF7D79F9ACD}" type="pres">
      <dgm:prSet presAssocID="{726432A7-7788-4590-9AE7-F320452580DA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B1B9E2C3-886B-4027-9132-7BCBF34B2E11}" type="pres">
      <dgm:prSet presAssocID="{726432A7-7788-4590-9AE7-F320452580DA}" presName="L2TextContainer" presStyleLbl="revTx" presStyleIdx="0" presStyleCnt="6">
        <dgm:presLayoutVars>
          <dgm:bulletEnabled val="1"/>
        </dgm:presLayoutVars>
      </dgm:prSet>
      <dgm:spPr/>
    </dgm:pt>
    <dgm:pt modelId="{AA7D0906-CCF0-4730-BC7E-86999EDC19EC}" type="pres">
      <dgm:prSet presAssocID="{726432A7-7788-4590-9AE7-F320452580DA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26343306-785A-4D73-A6A6-2E4ADEB25C85}" type="pres">
      <dgm:prSet presAssocID="{726432A7-7788-4590-9AE7-F320452580DA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0E0D0972-7DA1-4AE6-86AF-59FBD14BE2F0}" type="pres">
      <dgm:prSet presAssocID="{726432A7-7788-4590-9AE7-F320452580DA}" presName="EmptyPlaceHolder" presStyleCnt="0"/>
      <dgm:spPr/>
    </dgm:pt>
    <dgm:pt modelId="{6AD78C64-AFE2-4645-BAFF-5718EE05A548}" type="pres">
      <dgm:prSet presAssocID="{EF20405C-F955-4C6E-BED4-199FE6153177}" presName="spaceBetweenRectangles" presStyleCnt="0"/>
      <dgm:spPr/>
    </dgm:pt>
    <dgm:pt modelId="{95A5BA01-768E-444A-A82E-47973C90AD09}" type="pres">
      <dgm:prSet presAssocID="{3878D915-A8C5-47DC-B9FE-3591E4A6E5CB}" presName="composite" presStyleCnt="0"/>
      <dgm:spPr/>
    </dgm:pt>
    <dgm:pt modelId="{D804E3FF-6617-46E3-89AD-94880A0BBDD4}" type="pres">
      <dgm:prSet presAssocID="{3878D915-A8C5-47DC-B9FE-3591E4A6E5CB}" presName="ConnectorPoint" presStyleLbl="lnNode1" presStyleIdx="1" presStyleCnt="3"/>
      <dgm:spPr>
        <a:solidFill>
          <a:schemeClr val="accent2">
            <a:hueOff val="-2395974"/>
            <a:satOff val="16481"/>
            <a:lumOff val="1829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C862219-D36C-4804-89AA-D98A2F8C7C27}" type="pres">
      <dgm:prSet presAssocID="{3878D915-A8C5-47DC-B9FE-3591E4A6E5CB}" presName="DropPinPlaceHolder" presStyleCnt="0"/>
      <dgm:spPr/>
    </dgm:pt>
    <dgm:pt modelId="{F7B018C0-8E37-4762-BD23-30FD4CCD25B9}" type="pres">
      <dgm:prSet presAssocID="{3878D915-A8C5-47DC-B9FE-3591E4A6E5CB}" presName="DropPin" presStyleLbl="alignNode1" presStyleIdx="1" presStyleCnt="3"/>
      <dgm:spPr/>
    </dgm:pt>
    <dgm:pt modelId="{76C3EBBB-2C86-4FD8-B916-DFA3C40CA536}" type="pres">
      <dgm:prSet presAssocID="{3878D915-A8C5-47DC-B9FE-3591E4A6E5CB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7136BF44-B551-4905-B29D-57C1A1A17661}" type="pres">
      <dgm:prSet presAssocID="{3878D915-A8C5-47DC-B9FE-3591E4A6E5CB}" presName="L2TextContainer" presStyleLbl="revTx" presStyleIdx="2" presStyleCnt="6">
        <dgm:presLayoutVars>
          <dgm:bulletEnabled val="1"/>
        </dgm:presLayoutVars>
      </dgm:prSet>
      <dgm:spPr/>
    </dgm:pt>
    <dgm:pt modelId="{329A42FE-4A0A-4248-9DEA-8829E4B12135}" type="pres">
      <dgm:prSet presAssocID="{3878D915-A8C5-47DC-B9FE-3591E4A6E5CB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E4988D8C-24A8-4246-81C2-EAD398FBF0D8}" type="pres">
      <dgm:prSet presAssocID="{3878D915-A8C5-47DC-B9FE-3591E4A6E5CB}" presName="ConnectLine" presStyleLbl="sibTrans1D1" presStyleIdx="1" presStyleCnt="3"/>
      <dgm:spPr>
        <a:noFill/>
        <a:ln w="12700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dash"/>
        </a:ln>
        <a:effectLst/>
      </dgm:spPr>
    </dgm:pt>
    <dgm:pt modelId="{1EA70D91-70E7-4F3B-AB41-C9927C3D0FFE}" type="pres">
      <dgm:prSet presAssocID="{3878D915-A8C5-47DC-B9FE-3591E4A6E5CB}" presName="EmptyPlaceHolder" presStyleCnt="0"/>
      <dgm:spPr/>
    </dgm:pt>
    <dgm:pt modelId="{987A5EC5-3868-446B-AE2C-C5866E1B448B}" type="pres">
      <dgm:prSet presAssocID="{7081F194-1077-4ABD-BD4B-123AA3A221A6}" presName="spaceBetweenRectangles" presStyleCnt="0"/>
      <dgm:spPr/>
    </dgm:pt>
    <dgm:pt modelId="{3F381B79-DC88-49BA-99ED-8E03C55013A5}" type="pres">
      <dgm:prSet presAssocID="{2C7C6268-D250-4FDE-A783-DE53B249D170}" presName="composite" presStyleCnt="0"/>
      <dgm:spPr/>
    </dgm:pt>
    <dgm:pt modelId="{5215F234-BD1E-491A-9850-84D9C3C7F8A5}" type="pres">
      <dgm:prSet presAssocID="{2C7C6268-D250-4FDE-A783-DE53B249D170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FFE23FAC-8242-42CC-84D8-5D8613EF4A94}" type="pres">
      <dgm:prSet presAssocID="{2C7C6268-D250-4FDE-A783-DE53B249D170}" presName="DropPinPlaceHolder" presStyleCnt="0"/>
      <dgm:spPr/>
    </dgm:pt>
    <dgm:pt modelId="{020F0DF8-22B5-4081-BE3D-1EA8780CF4E1}" type="pres">
      <dgm:prSet presAssocID="{2C7C6268-D250-4FDE-A783-DE53B249D170}" presName="DropPin" presStyleLbl="alignNode1" presStyleIdx="2" presStyleCnt="3"/>
      <dgm:spPr/>
    </dgm:pt>
    <dgm:pt modelId="{4E53E3BD-581C-4471-813D-B39609B41CF4}" type="pres">
      <dgm:prSet presAssocID="{2C7C6268-D250-4FDE-A783-DE53B249D170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00A2A111-4383-4218-9048-01F95043BBE3}" type="pres">
      <dgm:prSet presAssocID="{2C7C6268-D250-4FDE-A783-DE53B249D170}" presName="L2TextContainer" presStyleLbl="revTx" presStyleIdx="4" presStyleCnt="6">
        <dgm:presLayoutVars>
          <dgm:bulletEnabled val="1"/>
        </dgm:presLayoutVars>
      </dgm:prSet>
      <dgm:spPr/>
    </dgm:pt>
    <dgm:pt modelId="{85878AB9-BBDB-4390-9C65-EC29464F14B2}" type="pres">
      <dgm:prSet presAssocID="{2C7C6268-D250-4FDE-A783-DE53B249D170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73E4ED4E-A4BB-4611-9E4A-9B21ED0BB23C}" type="pres">
      <dgm:prSet presAssocID="{2C7C6268-D250-4FDE-A783-DE53B249D170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2DB191BF-117C-46C3-AF5D-FE968579D811}" type="pres">
      <dgm:prSet presAssocID="{2C7C6268-D250-4FDE-A783-DE53B249D170}" presName="EmptyPlaceHolder" presStyleCnt="0"/>
      <dgm:spPr/>
    </dgm:pt>
  </dgm:ptLst>
  <dgm:cxnLst>
    <dgm:cxn modelId="{E73A5A02-D45C-4829-B451-9CE085A161AC}" srcId="{726432A7-7788-4590-9AE7-F320452580DA}" destId="{65B18881-584B-44DA-9F6A-E9BDF8888938}" srcOrd="0" destOrd="0" parTransId="{EF6124EC-87E8-4195-8A00-46074E8193AF}" sibTransId="{6450A436-852D-4EF8-9440-6B77FD11C612}"/>
    <dgm:cxn modelId="{3D3E280C-274D-4071-B71B-C97C63BF950F}" type="presOf" srcId="{2C7C6268-D250-4FDE-A783-DE53B249D170}" destId="{85878AB9-BBDB-4390-9C65-EC29464F14B2}" srcOrd="0" destOrd="0" presId="urn:microsoft.com/office/officeart/2017/3/layout/DropPinTimeline"/>
    <dgm:cxn modelId="{A5496626-8D8F-4C2F-93F5-EF690E068BBE}" type="presOf" srcId="{65B18881-584B-44DA-9F6A-E9BDF8888938}" destId="{B1B9E2C3-886B-4027-9132-7BCBF34B2E11}" srcOrd="0" destOrd="0" presId="urn:microsoft.com/office/officeart/2017/3/layout/DropPinTimeline"/>
    <dgm:cxn modelId="{6BFCE927-CB42-4CA2-BF97-81B3C65C129E}" srcId="{3878D915-A8C5-47DC-B9FE-3591E4A6E5CB}" destId="{C41A95C2-D29D-420D-84F0-133F3ECE7DCE}" srcOrd="0" destOrd="0" parTransId="{3D4623B2-F38D-41B7-BAB2-AE3BCD56240E}" sibTransId="{86B969D9-6596-4407-941C-E610A5DAA054}"/>
    <dgm:cxn modelId="{432CDB2A-E4CF-4BD0-9656-D59A20FC439D}" srcId="{6E93DE44-4E4A-4C9A-95E4-2181834F7975}" destId="{726432A7-7788-4590-9AE7-F320452580DA}" srcOrd="0" destOrd="0" parTransId="{EE5CA029-F10B-42BA-8E2D-0D3D3A794B10}" sibTransId="{EF20405C-F955-4C6E-BED4-199FE6153177}"/>
    <dgm:cxn modelId="{1097AD2B-B833-49ED-8A4A-F6C50A0A76E1}" srcId="{6E93DE44-4E4A-4C9A-95E4-2181834F7975}" destId="{3878D915-A8C5-47DC-B9FE-3591E4A6E5CB}" srcOrd="1" destOrd="0" parTransId="{05BEADD3-BC38-4A3F-804D-E63DB4B33BDA}" sibTransId="{7081F194-1077-4ABD-BD4B-123AA3A221A6}"/>
    <dgm:cxn modelId="{1D07556E-BCD8-414F-93E6-E46AD5FE1C1B}" type="presOf" srcId="{3878D915-A8C5-47DC-B9FE-3591E4A6E5CB}" destId="{329A42FE-4A0A-4248-9DEA-8829E4B12135}" srcOrd="0" destOrd="0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767B33A6-A539-4902-B504-DE07423D487D}" srcId="{6E93DE44-4E4A-4C9A-95E4-2181834F7975}" destId="{2C7C6268-D250-4FDE-A783-DE53B249D170}" srcOrd="2" destOrd="0" parTransId="{06AB8EAF-7E3A-4BBB-BF74-49E6EACB57B1}" sibTransId="{C9DC3BA2-6059-4827-8CEC-059F17015303}"/>
    <dgm:cxn modelId="{19BE85AF-001D-4D0B-BC7F-DB38EAC28C1D}" type="presOf" srcId="{726432A7-7788-4590-9AE7-F320452580DA}" destId="{AA7D0906-CCF0-4730-BC7E-86999EDC19EC}" srcOrd="0" destOrd="0" presId="urn:microsoft.com/office/officeart/2017/3/layout/DropPinTimeline"/>
    <dgm:cxn modelId="{68399DC1-4C8E-40F9-916C-E81074A9A324}" srcId="{2C7C6268-D250-4FDE-A783-DE53B249D170}" destId="{50775121-CCF8-4285-B63A-DE299DE1EB37}" srcOrd="0" destOrd="0" parTransId="{E55FD45C-8FB5-4828-BAEE-11AF5A17DE41}" sibTransId="{DCD10EAD-A1B8-4DD6-8FE1-C75B76DEECA2}"/>
    <dgm:cxn modelId="{A6B858C4-152E-428D-8B9F-98C885C00736}" type="presOf" srcId="{C41A95C2-D29D-420D-84F0-133F3ECE7DCE}" destId="{7136BF44-B551-4905-B29D-57C1A1A17661}" srcOrd="0" destOrd="0" presId="urn:microsoft.com/office/officeart/2017/3/layout/DropPinTimeline"/>
    <dgm:cxn modelId="{A5E715DE-E235-40CF-A68A-4A9FE3CC53C5}" type="presOf" srcId="{50775121-CCF8-4285-B63A-DE299DE1EB37}" destId="{00A2A111-4383-4218-9048-01F95043BBE3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746B5ED9-0628-4626-B0CD-E36BB9C3A627}" type="presParOf" srcId="{A76CF17B-42DA-4154-BC58-6F58196E6904}" destId="{EA683A88-AD25-4249-B35E-52306FD63E9C}" srcOrd="0" destOrd="0" presId="urn:microsoft.com/office/officeart/2017/3/layout/DropPinTimeline"/>
    <dgm:cxn modelId="{2960E9E4-9636-45C6-A3CA-A943C34750E2}" type="presParOf" srcId="{EA683A88-AD25-4249-B35E-52306FD63E9C}" destId="{A087BAC6-20ED-4B2A-A444-C975DCE08F17}" srcOrd="0" destOrd="0" presId="urn:microsoft.com/office/officeart/2017/3/layout/DropPinTimeline"/>
    <dgm:cxn modelId="{1D0C3B8C-A108-45B8-BC93-54AF26666468}" type="presParOf" srcId="{EA683A88-AD25-4249-B35E-52306FD63E9C}" destId="{A1D363A8-FBD8-4EC3-B6C7-56859AF6A3A1}" srcOrd="1" destOrd="0" presId="urn:microsoft.com/office/officeart/2017/3/layout/DropPinTimeline"/>
    <dgm:cxn modelId="{1D12AD8F-74D9-40E4-A44B-1BB90965FACB}" type="presParOf" srcId="{A1D363A8-FBD8-4EC3-B6C7-56859AF6A3A1}" destId="{3F3E1AB0-C788-40CB-A0DB-8F2EBA0AFB8D}" srcOrd="0" destOrd="0" presId="urn:microsoft.com/office/officeart/2017/3/layout/DropPinTimeline"/>
    <dgm:cxn modelId="{C3D5F6A6-DEFE-4D46-B5D2-C1D3A12EC30A}" type="presParOf" srcId="{A1D363A8-FBD8-4EC3-B6C7-56859AF6A3A1}" destId="{D01BBB08-9EC4-4036-89C0-FDF7D79F9ACD}" srcOrd="1" destOrd="0" presId="urn:microsoft.com/office/officeart/2017/3/layout/DropPinTimeline"/>
    <dgm:cxn modelId="{0A7E39C5-E84C-47C1-9876-3BA4ED6CE2C8}" type="presParOf" srcId="{EA683A88-AD25-4249-B35E-52306FD63E9C}" destId="{B1B9E2C3-886B-4027-9132-7BCBF34B2E11}" srcOrd="2" destOrd="0" presId="urn:microsoft.com/office/officeart/2017/3/layout/DropPinTimeline"/>
    <dgm:cxn modelId="{F4E360F6-DA29-4FC8-AA03-853F76D7F50A}" type="presParOf" srcId="{EA683A88-AD25-4249-B35E-52306FD63E9C}" destId="{AA7D0906-CCF0-4730-BC7E-86999EDC19EC}" srcOrd="3" destOrd="0" presId="urn:microsoft.com/office/officeart/2017/3/layout/DropPinTimeline"/>
    <dgm:cxn modelId="{63D6CBDC-D982-4841-BAF1-6D69EC2D5BD4}" type="presParOf" srcId="{EA683A88-AD25-4249-B35E-52306FD63E9C}" destId="{26343306-785A-4D73-A6A6-2E4ADEB25C85}" srcOrd="4" destOrd="0" presId="urn:microsoft.com/office/officeart/2017/3/layout/DropPinTimeline"/>
    <dgm:cxn modelId="{51887CD0-DCAD-410E-8277-0329D1895EE0}" type="presParOf" srcId="{EA683A88-AD25-4249-B35E-52306FD63E9C}" destId="{0E0D0972-7DA1-4AE6-86AF-59FBD14BE2F0}" srcOrd="5" destOrd="0" presId="urn:microsoft.com/office/officeart/2017/3/layout/DropPinTimeline"/>
    <dgm:cxn modelId="{6E84E316-0488-4E3D-BBB3-AF12CC1B3AE6}" type="presParOf" srcId="{A76CF17B-42DA-4154-BC58-6F58196E6904}" destId="{6AD78C64-AFE2-4645-BAFF-5718EE05A548}" srcOrd="1" destOrd="0" presId="urn:microsoft.com/office/officeart/2017/3/layout/DropPinTimeline"/>
    <dgm:cxn modelId="{89092184-A9F4-4160-8585-D1EA3AFE217C}" type="presParOf" srcId="{A76CF17B-42DA-4154-BC58-6F58196E6904}" destId="{95A5BA01-768E-444A-A82E-47973C90AD09}" srcOrd="2" destOrd="0" presId="urn:microsoft.com/office/officeart/2017/3/layout/DropPinTimeline"/>
    <dgm:cxn modelId="{AB199AB6-64B0-4DE0-8D11-5C7ADDD3E7D6}" type="presParOf" srcId="{95A5BA01-768E-444A-A82E-47973C90AD09}" destId="{D804E3FF-6617-46E3-89AD-94880A0BBDD4}" srcOrd="0" destOrd="0" presId="urn:microsoft.com/office/officeart/2017/3/layout/DropPinTimeline"/>
    <dgm:cxn modelId="{49F36B18-CD92-452F-B9DB-364B96520A78}" type="presParOf" srcId="{95A5BA01-768E-444A-A82E-47973C90AD09}" destId="{CC862219-D36C-4804-89AA-D98A2F8C7C27}" srcOrd="1" destOrd="0" presId="urn:microsoft.com/office/officeart/2017/3/layout/DropPinTimeline"/>
    <dgm:cxn modelId="{0E1EFDC9-B010-47D2-83BD-76FB70B9CE6F}" type="presParOf" srcId="{CC862219-D36C-4804-89AA-D98A2F8C7C27}" destId="{F7B018C0-8E37-4762-BD23-30FD4CCD25B9}" srcOrd="0" destOrd="0" presId="urn:microsoft.com/office/officeart/2017/3/layout/DropPinTimeline"/>
    <dgm:cxn modelId="{A3A52B32-4C91-4547-8A24-5F0B905D11C7}" type="presParOf" srcId="{CC862219-D36C-4804-89AA-D98A2F8C7C27}" destId="{76C3EBBB-2C86-4FD8-B916-DFA3C40CA536}" srcOrd="1" destOrd="0" presId="urn:microsoft.com/office/officeart/2017/3/layout/DropPinTimeline"/>
    <dgm:cxn modelId="{65A40F0C-877D-46DE-919B-75307D579F91}" type="presParOf" srcId="{95A5BA01-768E-444A-A82E-47973C90AD09}" destId="{7136BF44-B551-4905-B29D-57C1A1A17661}" srcOrd="2" destOrd="0" presId="urn:microsoft.com/office/officeart/2017/3/layout/DropPinTimeline"/>
    <dgm:cxn modelId="{C8BA91F2-3932-4922-8D0E-C6D2C6C6FA32}" type="presParOf" srcId="{95A5BA01-768E-444A-A82E-47973C90AD09}" destId="{329A42FE-4A0A-4248-9DEA-8829E4B12135}" srcOrd="3" destOrd="0" presId="urn:microsoft.com/office/officeart/2017/3/layout/DropPinTimeline"/>
    <dgm:cxn modelId="{7DD5E658-4BD2-4B17-B177-03C30C8BACCA}" type="presParOf" srcId="{95A5BA01-768E-444A-A82E-47973C90AD09}" destId="{E4988D8C-24A8-4246-81C2-EAD398FBF0D8}" srcOrd="4" destOrd="0" presId="urn:microsoft.com/office/officeart/2017/3/layout/DropPinTimeline"/>
    <dgm:cxn modelId="{2165E542-701B-4CFA-8CAF-7F1829FD3DC6}" type="presParOf" srcId="{95A5BA01-768E-444A-A82E-47973C90AD09}" destId="{1EA70D91-70E7-4F3B-AB41-C9927C3D0FFE}" srcOrd="5" destOrd="0" presId="urn:microsoft.com/office/officeart/2017/3/layout/DropPinTimeline"/>
    <dgm:cxn modelId="{4897ACCE-0240-4AE4-88A4-8E32FA3880DA}" type="presParOf" srcId="{A76CF17B-42DA-4154-BC58-6F58196E6904}" destId="{987A5EC5-3868-446B-AE2C-C5866E1B448B}" srcOrd="3" destOrd="0" presId="urn:microsoft.com/office/officeart/2017/3/layout/DropPinTimeline"/>
    <dgm:cxn modelId="{C8D51525-01B9-4228-B519-1B34292431DB}" type="presParOf" srcId="{A76CF17B-42DA-4154-BC58-6F58196E6904}" destId="{3F381B79-DC88-49BA-99ED-8E03C55013A5}" srcOrd="4" destOrd="0" presId="urn:microsoft.com/office/officeart/2017/3/layout/DropPinTimeline"/>
    <dgm:cxn modelId="{71EA1C7C-E221-4A00-941B-DEA07D29D7B8}" type="presParOf" srcId="{3F381B79-DC88-49BA-99ED-8E03C55013A5}" destId="{5215F234-BD1E-491A-9850-84D9C3C7F8A5}" srcOrd="0" destOrd="0" presId="urn:microsoft.com/office/officeart/2017/3/layout/DropPinTimeline"/>
    <dgm:cxn modelId="{F626A39D-F5F3-43D0-9AD7-C7A5E29916FC}" type="presParOf" srcId="{3F381B79-DC88-49BA-99ED-8E03C55013A5}" destId="{FFE23FAC-8242-42CC-84D8-5D8613EF4A94}" srcOrd="1" destOrd="0" presId="urn:microsoft.com/office/officeart/2017/3/layout/DropPinTimeline"/>
    <dgm:cxn modelId="{7368B606-D983-4E4E-8F17-8EE3DB3683F3}" type="presParOf" srcId="{FFE23FAC-8242-42CC-84D8-5D8613EF4A94}" destId="{020F0DF8-22B5-4081-BE3D-1EA8780CF4E1}" srcOrd="0" destOrd="0" presId="urn:microsoft.com/office/officeart/2017/3/layout/DropPinTimeline"/>
    <dgm:cxn modelId="{5640DB28-8F75-43F3-AE0F-06C9D78F18DE}" type="presParOf" srcId="{FFE23FAC-8242-42CC-84D8-5D8613EF4A94}" destId="{4E53E3BD-581C-4471-813D-B39609B41CF4}" srcOrd="1" destOrd="0" presId="urn:microsoft.com/office/officeart/2017/3/layout/DropPinTimeline"/>
    <dgm:cxn modelId="{D3121883-9265-4690-8CE7-FE61E62F7C5B}" type="presParOf" srcId="{3F381B79-DC88-49BA-99ED-8E03C55013A5}" destId="{00A2A111-4383-4218-9048-01F95043BBE3}" srcOrd="2" destOrd="0" presId="urn:microsoft.com/office/officeart/2017/3/layout/DropPinTimeline"/>
    <dgm:cxn modelId="{07CDE6FD-1B58-40C7-8ACF-66F10F9F83B2}" type="presParOf" srcId="{3F381B79-DC88-49BA-99ED-8E03C55013A5}" destId="{85878AB9-BBDB-4390-9C65-EC29464F14B2}" srcOrd="3" destOrd="0" presId="urn:microsoft.com/office/officeart/2017/3/layout/DropPinTimeline"/>
    <dgm:cxn modelId="{F60C3524-DFFD-493B-AEA2-E2C99F8EB9D1}" type="presParOf" srcId="{3F381B79-DC88-49BA-99ED-8E03C55013A5}" destId="{73E4ED4E-A4BB-4611-9E4A-9B21ED0BB23C}" srcOrd="4" destOrd="0" presId="urn:microsoft.com/office/officeart/2017/3/layout/DropPinTimeline"/>
    <dgm:cxn modelId="{7EBFDABF-CAA7-41BD-BEA9-7AA881A342A3}" type="presParOf" srcId="{3F381B79-DC88-49BA-99ED-8E03C55013A5}" destId="{2DB191BF-117C-46C3-AF5D-FE968579D81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E1AB0-C788-40CB-A0DB-8F2EBA0AFB8D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BBB08-9EC4-4036-89C0-FDF7D79F9ACD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9E2C3-886B-4027-9132-7BCBF34B2E11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 – remote only</a:t>
          </a:r>
        </a:p>
      </dsp:txBody>
      <dsp:txXfrm>
        <a:off x="324780" y="631714"/>
        <a:ext cx="4046815" cy="916604"/>
      </dsp:txXfrm>
    </dsp:sp>
    <dsp:sp modelId="{AA7D0906-CCF0-4730-BC7E-86999EDC19EC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January 2023</a:t>
          </a:r>
        </a:p>
      </dsp:txBody>
      <dsp:txXfrm>
        <a:off x="324780" y="309663"/>
        <a:ext cx="4046815" cy="322050"/>
      </dsp:txXfrm>
    </dsp:sp>
    <dsp:sp modelId="{26343306-785A-4D73-A6A6-2E4ADEB25C85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87BAC6-20ED-4B2A-A444-C975DCE08F17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018C0-8E37-4762-BD23-30FD4CCD25B9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3EBBB-2C86-4FD8-B916-DFA3C40CA536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6BF44-B551-4905-B29D-57C1A1A17661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329A42FE-4A0A-4248-9DEA-8829E4B12135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February 2023</a:t>
          </a:r>
        </a:p>
      </dsp:txBody>
      <dsp:txXfrm>
        <a:off x="2755368" y="2464923"/>
        <a:ext cx="4046815" cy="322050"/>
      </dsp:txXfrm>
    </dsp:sp>
    <dsp:sp modelId="{E4988D8C-24A8-4246-81C2-EAD398FBF0D8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04E3FF-6617-46E3-89AD-94880A0BBDD4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F0DF8-22B5-4081-BE3D-1EA8780CF4E1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3E3BD-581C-4471-813D-B39609B41CF4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2A111-4383-4218-9048-01F95043BBE3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 – remote only</a:t>
          </a:r>
        </a:p>
      </dsp:txBody>
      <dsp:txXfrm>
        <a:off x="5185956" y="631714"/>
        <a:ext cx="4046815" cy="916604"/>
      </dsp:txXfrm>
    </dsp:sp>
    <dsp:sp modelId="{85878AB9-BBDB-4390-9C65-EC29464F14B2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March 2023</a:t>
          </a:r>
        </a:p>
      </dsp:txBody>
      <dsp:txXfrm>
        <a:off x="5185956" y="309663"/>
        <a:ext cx="4046815" cy="322050"/>
      </dsp:txXfrm>
    </dsp:sp>
    <dsp:sp modelId="{73E4ED4E-A4BB-4611-9E4A-9B21ED0BB23C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15F234-BD1E-491A-9850-84D9C3C7F8A5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5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3EB8A-53A4-4077-8798-610E05BE84F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50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https://github.com/dotnet-presentations/home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E778D-2A57-4226-B72B-26EA3CA601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3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1239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12490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62F105-D4DB-204E-82B6-788BC67D35D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EE225BE-7BF1-5C46-B21B-0C2E1256E933}"/>
              </a:ext>
            </a:extLst>
          </p:cNvPr>
          <p:cNvSpPr/>
          <p:nvPr userDrawn="1"/>
        </p:nvSpPr>
        <p:spPr>
          <a:xfrm>
            <a:off x="811306" y="1155758"/>
            <a:ext cx="1232647" cy="116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161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9C58-6C5C-E54C-A3F5-D07AC38C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25C7-DBE2-5D47-B0F4-4D0B638F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013256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9823-A1D7-C241-8317-5B28B3D9A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544" y="1524000"/>
            <a:ext cx="5013255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310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AA50CC1E-C7A9-3446-ACD2-0553CEC844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2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293953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337EE1E2-0881-1D46-9E34-3675C5562B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9CB300A-64D8-C34D-A63A-EB4F4BADA6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3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24B604B-9737-8849-BE18-1703D63F1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5543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914DE7-3C0D-1C43-99A0-C5EBF59E03FD}"/>
              </a:ext>
            </a:extLst>
          </p:cNvPr>
          <p:cNvSpPr/>
          <p:nvPr userDrawn="1"/>
        </p:nvSpPr>
        <p:spPr>
          <a:xfrm>
            <a:off x="838200" y="1101970"/>
            <a:ext cx="1176130" cy="196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A14943-D949-4648-B2F5-1C0E38B6B41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13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/7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61114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CCE3FA1-96CD-B142-A067-84A01CBB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6673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/2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9788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975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00EAEBF-04B0-A44F-B347-0C6D2717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03965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EB6425-1D02-814A-AAC9-2130CF902380}"/>
              </a:ext>
            </a:extLst>
          </p:cNvPr>
          <p:cNvSpPr/>
          <p:nvPr userDrawn="1"/>
        </p:nvSpPr>
        <p:spPr>
          <a:xfrm>
            <a:off x="838200" y="0"/>
            <a:ext cx="187346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15755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 (no presenters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817E17-C290-2E44-B812-7DC6ECAE4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36648" t="-4717" r="35664" b="56705"/>
          <a:stretch/>
        </p:blipFill>
        <p:spPr>
          <a:xfrm rot="16200000">
            <a:off x="3396204" y="-1937795"/>
            <a:ext cx="6858001" cy="107335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08AAD5-C996-E54C-A290-59F0B906B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67503"/>
            <a:ext cx="7971181" cy="192748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C73D0BB-DD4A-AA45-B146-5858965BF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951675"/>
            <a:ext cx="7971181" cy="87856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 dirty="0">
                <a:gradFill flip="none" rotWithShape="1">
                  <a:gsLst>
                    <a:gs pos="0">
                      <a:srgbClr val="1496FF"/>
                    </a:gs>
                    <a:gs pos="0">
                      <a:srgbClr val="2583EE"/>
                    </a:gs>
                    <a:gs pos="100000">
                      <a:srgbClr val="712F90"/>
                    </a:gs>
                  </a:gsLst>
                  <a:lin ang="0" scaled="1"/>
                  <a:tileRect/>
                </a:gradFill>
                <a:latin typeface="Bernina Sans Offc" panose="02000000000000000000" pitchFamily="2" charset="77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13BE1-5A2B-9C4B-904E-52D87FBBBE0F}"/>
              </a:ext>
            </a:extLst>
          </p:cNvPr>
          <p:cNvCxnSpPr>
            <a:cxnSpLocks/>
          </p:cNvCxnSpPr>
          <p:nvPr userDrawn="1"/>
        </p:nvCxnSpPr>
        <p:spPr>
          <a:xfrm>
            <a:off x="934450" y="3397293"/>
            <a:ext cx="7753316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1496FF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184A7AC-7381-9E4F-A084-AB75B881D0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32794" y="5729776"/>
            <a:ext cx="2827403" cy="4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12/16/2022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16-12-2022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103E7-E220-5245-8D1D-6FB9BC9D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E6B27-35B4-BD4B-B684-A1605A6CF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31DE57-B849-E342-98A9-BE9020FABFB0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7F7217-03DE-8749-AEE4-B956083B35BE}"/>
              </a:ext>
            </a:extLst>
          </p:cNvPr>
          <p:cNvSpPr txBox="1"/>
          <p:nvPr userDrawn="1"/>
        </p:nvSpPr>
        <p:spPr>
          <a:xfrm>
            <a:off x="10266420" y="6403464"/>
            <a:ext cx="11424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700" b="0" i="0" dirty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Confidential</a:t>
            </a:r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70E05-D626-AA45-8B5F-80B9B1EFDA0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0C8E0-6B8E-A841-A0D3-0FA3CCF78A40}"/>
              </a:ext>
            </a:extLst>
          </p:cNvPr>
          <p:cNvSpPr txBox="1"/>
          <p:nvPr userDrawn="1"/>
        </p:nvSpPr>
        <p:spPr>
          <a:xfrm>
            <a:off x="11563109" y="6345589"/>
            <a:ext cx="363536" cy="4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fld id="{FF94D558-66C3-D44C-BC96-62AE24193AE8}" type="slidenum">
              <a:rPr lang="en-US" sz="1100" b="0" i="0" smtClean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‹#›</a:t>
            </a:fld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000" b="1" i="0" kern="1200">
          <a:solidFill>
            <a:schemeClr val="bg1"/>
          </a:solidFill>
          <a:latin typeface="Bernina Sans Offc" panose="02000000000000000000" pitchFamily="2" charset="77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seabovethecloud.at/" TargetMode="Externa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December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49" y="3286249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Independent. Innovative. And always open source.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140" y="230376"/>
            <a:ext cx="8976360" cy="899665"/>
          </a:xfrm>
        </p:spPr>
        <p:txBody>
          <a:bodyPr/>
          <a:lstStyle/>
          <a:p>
            <a:pPr algn="ctr"/>
            <a:r>
              <a:rPr lang="en-US" dirty="0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076F-A3C2-49BC-AD15-176C795D910B}"/>
              </a:ext>
            </a:extLst>
          </p:cNvPr>
          <p:cNvSpPr txBox="1"/>
          <p:nvPr/>
        </p:nvSpPr>
        <p:spPr>
          <a:xfrm>
            <a:off x="6590581" y="5149644"/>
            <a:ext cx="5516534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meetup.com/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-virtual-user-group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551" y="2147974"/>
            <a:ext cx="2280295" cy="22802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1528257"/>
            <a:ext cx="6134100" cy="510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40" y="1087254"/>
            <a:ext cx="1247775" cy="54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239792" y="875243"/>
            <a:ext cx="7753055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Find virtual .NET events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795-10FD-893B-51D8-4C58A414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ADB-65CA-FEC1-83F2-86B9FA6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November 17</a:t>
            </a:r>
            <a:r>
              <a:rPr lang="en-US" baseline="30000" dirty="0"/>
              <a:t>th</a:t>
            </a:r>
            <a:r>
              <a:rPr lang="en-US" dirty="0"/>
              <a:t> – Rise above the Cloud - </a:t>
            </a:r>
            <a:r>
              <a:rPr lang="en-US" dirty="0">
                <a:hlinkClick r:id="rId2"/>
              </a:rPr>
              <a:t>https://www.riseabovethecloud.at/</a:t>
            </a:r>
            <a:r>
              <a:rPr lang="en-US" dirty="0"/>
              <a:t> - -10% Code: </a:t>
            </a:r>
            <a:r>
              <a:rPr lang="de-DE" dirty="0" err="1"/>
              <a:t>dotnetaustria</a:t>
            </a:r>
            <a:r>
              <a:rPr lang="de-DE" dirty="0"/>
              <a:t> </a:t>
            </a:r>
            <a:endParaRPr lang="en-US" dirty="0"/>
          </a:p>
          <a:p>
            <a:r>
              <a:rPr lang="en-US" dirty="0"/>
              <a:t>December 1st - Unity Meetup Vienna –https://www.meetup.com/Unity-Meetup-Vienna/events/289490107/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3221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77E-6B81-A588-9949-FC98F415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.NET Content Creators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7E84-562F-B6D8-DAD5-116341C53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9444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FlashOWare’s</a:t>
            </a:r>
            <a:r>
              <a:rPr lang="en-US" dirty="0"/>
              <a:t> Livestream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Saturdays, 11:00 – 12:00 CET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F0DD3-2B79-3774-DAE7-A2E7FA35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22" y="2207172"/>
            <a:ext cx="748284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78CAD-B4D7-7350-B69E-C3EA2BABBE67}"/>
              </a:ext>
            </a:extLst>
          </p:cNvPr>
          <p:cNvSpPr txBox="1"/>
          <p:nvPr/>
        </p:nvSpPr>
        <p:spPr>
          <a:xfrm>
            <a:off x="5812221" y="5233855"/>
            <a:ext cx="57377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www.twitch.tv/FlashOWare/</a:t>
            </a:r>
          </a:p>
        </p:txBody>
      </p:sp>
    </p:spTree>
    <p:extLst>
      <p:ext uri="{BB962C8B-B14F-4D97-AF65-F5344CB8AC3E}">
        <p14:creationId xmlns:p14="http://schemas.microsoft.com/office/powerpoint/2010/main" val="2779495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B7BE-2D9B-0C83-1408-AB086F44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Claudio </a:t>
            </a:r>
            <a:r>
              <a:rPr lang="en-US" dirty="0" err="1"/>
              <a:t>Bernasconi</a:t>
            </a:r>
            <a:endParaRPr lang="de-A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DFF627-5876-486B-717E-E49ED8A6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" y="1690688"/>
            <a:ext cx="3514344" cy="351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017E0-C136-2949-5E67-516003941959}"/>
              </a:ext>
            </a:extLst>
          </p:cNvPr>
          <p:cNvSpPr txBox="1"/>
          <p:nvPr/>
        </p:nvSpPr>
        <p:spPr>
          <a:xfrm>
            <a:off x="5006340" y="5093518"/>
            <a:ext cx="6592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</a:t>
            </a:r>
            <a:r>
              <a:rPr lang="de-AT" sz="2800"/>
              <a:t>at/ClaudioBernasconi</a:t>
            </a:r>
            <a:endParaRPr lang="de-AT" sz="28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5AF6DB7-2E81-8210-8419-FD3BCA490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936" y="1612392"/>
            <a:ext cx="3151632" cy="315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0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3B2-CEB7-46EB-33F2-C3020779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Nick </a:t>
            </a:r>
            <a:r>
              <a:rPr lang="en-US" dirty="0" err="1"/>
              <a:t>Chapsas</a:t>
            </a:r>
            <a:endParaRPr lang="de-A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63BC5-CD44-04DB-E57C-4F2A47589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56" y="1857756"/>
            <a:ext cx="3787140" cy="378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6F682-1C44-52A6-59BE-166D2005D9A7}"/>
              </a:ext>
            </a:extLst>
          </p:cNvPr>
          <p:cNvSpPr txBox="1"/>
          <p:nvPr/>
        </p:nvSpPr>
        <p:spPr>
          <a:xfrm>
            <a:off x="5580126" y="526515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https://go.dotnetdevs.at/NickChapsas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2905844-8C39-40D5-4B00-ED8AE27E3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93" y="1807829"/>
            <a:ext cx="3242342" cy="32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49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  <a:t>WinForms on ARM64 </a:t>
            </a:r>
            <a:b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  <a:t>with .NET 7 </a:t>
            </a:r>
            <a:b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</a:br>
            <a:b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  <a:t>by Stefan </a:t>
            </a:r>
            <a:r>
              <a:rPr lang="en-US" sz="3000" b="1" i="0" dirty="0" err="1">
                <a:solidFill>
                  <a:srgbClr val="000000"/>
                </a:solidFill>
                <a:effectLst/>
                <a:latin typeface="Graphik Meetup"/>
              </a:rPr>
              <a:t>Koell</a:t>
            </a:r>
            <a:endParaRPr lang="en-US" sz="3000" b="1" i="0" dirty="0">
              <a:solidFill>
                <a:srgbClr val="000000"/>
              </a:solidFill>
              <a:effectLst/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756828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9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https://go.dotnetdevs.at/feedback-202212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E0E0E0-7639-FAB3-FF8C-0AF1612EE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80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CK SLIDES_1">
  <a:themeElements>
    <a:clrScheme name="Custom 20">
      <a:dk1>
        <a:srgbClr val="0F1419"/>
      </a:dk1>
      <a:lt1>
        <a:srgbClr val="FFFFFF"/>
      </a:lt1>
      <a:dk2>
        <a:srgbClr val="323538"/>
      </a:dk2>
      <a:lt2>
        <a:srgbClr val="E7E7E7"/>
      </a:lt2>
      <a:accent1>
        <a:srgbClr val="1495FF"/>
      </a:accent1>
      <a:accent2>
        <a:srgbClr val="8A36D0"/>
      </a:accent2>
      <a:accent3>
        <a:srgbClr val="5350B6"/>
      </a:accent3>
      <a:accent4>
        <a:srgbClr val="6140A3"/>
      </a:accent4>
      <a:accent5>
        <a:srgbClr val="73BE28"/>
      </a:accent5>
      <a:accent6>
        <a:srgbClr val="C8001E"/>
      </a:accent6>
      <a:hlink>
        <a:srgbClr val="2483EE"/>
      </a:hlink>
      <a:folHlink>
        <a:srgbClr val="2483E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b="0" i="0" dirty="0" err="1" smtClean="0">
            <a:latin typeface="Bernina Sans Offc Light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127E067E-50B0-6742-9F3A-1F641C93BD34}" vid="{9397D968-D43E-F14D-8ED6-4550E451EF72}"/>
    </a:ext>
  </a:extLst>
</a:theme>
</file>

<file path=ppt/theme/theme4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D0AB24F-1840-4981-8977-941F924B6CF5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Widescreen</PresentationFormat>
  <Paragraphs>62</Paragraphs>
  <Slides>23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Bernina Sans Offc</vt:lpstr>
      <vt:lpstr>Bernina Sans Offc Light</vt:lpstr>
      <vt:lpstr>Calibri</vt:lpstr>
      <vt:lpstr>Calibri Light</vt:lpstr>
      <vt:lpstr>Corbel</vt:lpstr>
      <vt:lpstr>Graphik Meetup</vt:lpstr>
      <vt:lpstr>Segoe UI</vt:lpstr>
      <vt:lpstr>Segoe UI Light</vt:lpstr>
      <vt:lpstr>Wingdings</vt:lpstr>
      <vt:lpstr>Parallax</vt:lpstr>
      <vt:lpstr>Office Theme</vt:lpstr>
      <vt:lpstr>BLACK SLIDES_1</vt:lpstr>
      <vt:lpstr>Dotnet_Template</vt:lpstr>
      <vt:lpstr>December 2022 Meetup</vt:lpstr>
      <vt:lpstr>DotNetDevs.at</vt:lpstr>
      <vt:lpstr>Thank you for joining!</vt:lpstr>
      <vt:lpstr>Thanks to our sponsors!</vt:lpstr>
      <vt:lpstr>PowerPoint Presentation</vt:lpstr>
      <vt:lpstr>News from the Community</vt:lpstr>
      <vt:lpstr>PowerPoint Presentation</vt:lpstr>
      <vt:lpstr>.NET Foundation Virtual User Group</vt:lpstr>
      <vt:lpstr>Events</vt:lpstr>
      <vt:lpstr>Recommended .NET Content Creators</vt:lpstr>
      <vt:lpstr>FlashOWare’s Livestream</vt:lpstr>
      <vt:lpstr>Claudio Bernasconi</vt:lpstr>
      <vt:lpstr>Nick Chapsas</vt:lpstr>
      <vt:lpstr>WinForms on ARM64  with .NET 7   by Stefan Koell</vt:lpstr>
      <vt:lpstr>Thank you!</vt:lpstr>
      <vt:lpstr>Thank you for joining!</vt:lpstr>
      <vt:lpstr>Thanks to our sponsors!</vt:lpstr>
      <vt:lpstr>PowerPoint Presentation</vt:lpstr>
      <vt:lpstr>Do you want to host a Meetup?</vt:lpstr>
      <vt:lpstr>Next meetups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4</cp:revision>
  <dcterms:created xsi:type="dcterms:W3CDTF">2020-12-15T06:52:19Z</dcterms:created>
  <dcterms:modified xsi:type="dcterms:W3CDTF">2022-12-16T12:42:29Z</dcterms:modified>
</cp:coreProperties>
</file>